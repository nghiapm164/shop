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6347"/>
          </a:solidFill>
          <a:ln>
            <a:solidFill>
              <a:srgbClr val="FF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5400">
                <a:solidFill>
                  <a:srgbClr val="FFFFFF"/>
                </a:solidFill>
              </a:defRPr>
            </a:pPr>
            <a:r>
              <a:t>XÂY DỰNG PHẦN MỀM WEBSITE</a:t>
            </a:r>
            <a:br/>
            <a:r>
              <a:t>BÁN QUẦN ÁO THỂ THAO NAM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Sinh viên: Lê Tuấn Hùng, Trần Anh Đăng, Hoàng Văn Tú</a:t>
            </a:r>
            <a:br/>
            <a:r>
              <a:t>Học viện Nông nghiệp Việt Nam - Khoa CNTT</a:t>
            </a:r>
            <a:br/>
            <a:r>
              <a:t>Đơn vị thực tập: Công ty Âu Lạc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6347"/>
          </a:solidFill>
          <a:ln>
            <a:solidFill>
              <a:srgbClr val="FF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600">
                <a:solidFill>
                  <a:srgbClr val="FFFFFF"/>
                </a:solidFill>
              </a:defRPr>
            </a:pPr>
            <a:r>
              <a:t>Nội dung chính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475569"/>
                </a:solidFill>
              </a:defRPr>
            </a:pPr>
            <a:r>
              <a:t>1. Tổng quan dự án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2. Công nghệ sử dụng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3. Phân tích thiết kế hệ thống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4. Kết quả triển khai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5. Tổng kết &amp;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6347"/>
          </a:solidFill>
          <a:ln>
            <a:solidFill>
              <a:srgbClr val="FF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600">
                <a:solidFill>
                  <a:srgbClr val="FFFFFF"/>
                </a:solidFill>
              </a:defRPr>
            </a:pPr>
            <a:r>
              <a:t>Tổng quan môi trường thực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475569"/>
                </a:solidFill>
              </a:defRPr>
            </a:pPr>
            <a:r>
              <a:t>• Đơn vị: Công ty bảo hiểm bưu điện Âu Lạc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• Lĩnh vực: Phát triển phần mềm, giải pháp chuyển đổi số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• Quy trình làm việc: Agile/Scrum (Sprint 2 tuần)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• Quản lý mã nguồn: Git/GitHub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6347"/>
          </a:solidFill>
          <a:ln>
            <a:solidFill>
              <a:srgbClr val="FF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600">
                <a:solidFill>
                  <a:srgbClr val="FFFFFF"/>
                </a:solidFill>
              </a:defRPr>
            </a:pPr>
            <a:r>
              <a:t>Đặt vấn đề &amp; Mục tiêu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475569"/>
                </a:solidFill>
              </a:defRPr>
            </a:pPr>
            <a:r>
              <a:t>THỰC TRẠNG: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• Cửa hàng truyền thống khó quản lý hàng hóa đa dạng biến thể.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• Tốc độ website cũ chậm, UX/UI kém trên thiết bị di động.</a:t>
            </a:r>
          </a:p>
          <a:p>
            <a:pPr>
              <a:defRPr sz="2800">
                <a:solidFill>
                  <a:srgbClr val="475569"/>
                </a:solidFill>
              </a:defRPr>
            </a:pP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MỤC TIÊU: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• Xây dựng hệ thống TMĐT Mobile-First hiện đại.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• Quản trị tồn kho và biến thể sản phẩm chặt chẽ.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• Phân quyền linh hoạt bằng Role-Based Access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6347"/>
          </a:solidFill>
          <a:ln>
            <a:solidFill>
              <a:srgbClr val="FF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600">
                <a:solidFill>
                  <a:srgbClr val="FFFFFF"/>
                </a:solidFill>
              </a:defRPr>
            </a:pPr>
            <a:r>
              <a:t>Kiến trúc hệ thống &amp; Công nghệ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475569"/>
                </a:solidFill>
              </a:defRPr>
            </a:pPr>
            <a:r>
              <a:t>KIẾN TRÚC: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• Mô hình: MVC (Model - View - Controller)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• Kiến trúc thành phần phản hồi (Reactive Component)</a:t>
            </a:r>
          </a:p>
          <a:p>
            <a:pPr>
              <a:defRPr sz="2800">
                <a:solidFill>
                  <a:srgbClr val="475569"/>
                </a:solidFill>
              </a:defRPr>
            </a:pP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CÔNG NGHỆ ÁP DỤNG: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• Backend: Laravel, Livewire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• Frontend: Tailwind CSS, JS (ES6+)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• Cơ sở dữ liệu: MySQL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6347"/>
          </a:solidFill>
          <a:ln>
            <a:solidFill>
              <a:srgbClr val="FF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600">
                <a:solidFill>
                  <a:srgbClr val="FFFFFF"/>
                </a:solidFill>
              </a:defRPr>
            </a:pPr>
            <a:r>
              <a:t>Biểu đồ Use Case tổng quát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475569"/>
                </a:solidFill>
              </a:defRPr>
            </a:pPr>
            <a:r>
              <a:t>Sơ đồ luồng chức năng của Khách hàng và Admin</a:t>
            </a:r>
          </a:p>
        </p:txBody>
      </p:sp>
      <p:pic>
        <p:nvPicPr>
          <p:cNvPr id="6" name="Picture 5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7315200" cy="3811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6347"/>
          </a:solidFill>
          <a:ln>
            <a:solidFill>
              <a:srgbClr val="FF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600">
                <a:solidFill>
                  <a:srgbClr val="FFFFFF"/>
                </a:solidFill>
              </a:defRPr>
            </a:pPr>
            <a:r>
              <a:t>Thiết kế Cơ sở dữ liệu (ERD)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475569"/>
                </a:solidFill>
              </a:defRPr>
            </a:pPr>
            <a:r>
              <a:t>Các bảng chính: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• products, product_variants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• orders, order_items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• users, flash_sales</a:t>
            </a:r>
          </a:p>
        </p:txBody>
      </p:sp>
      <p:pic>
        <p:nvPicPr>
          <p:cNvPr id="6" name="Picture 5" descr="imag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7315200" cy="10118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6347"/>
          </a:solidFill>
          <a:ln>
            <a:solidFill>
              <a:srgbClr val="FF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600">
                <a:solidFill>
                  <a:srgbClr val="FFFFFF"/>
                </a:solidFill>
              </a:defRPr>
            </a:pPr>
            <a:r>
              <a:t>Luồng xử lý cốt lõi (Đặt hàng)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475569"/>
                </a:solidFill>
              </a:defRPr>
            </a:pPr>
            <a:r>
              <a:t>Quy trình từ lúc chọn sản phẩm đến khi thanh toán COD</a:t>
            </a:r>
          </a:p>
        </p:txBody>
      </p:sp>
      <p:pic>
        <p:nvPicPr>
          <p:cNvPr id="6" name="Picture 5" descr="image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7315200" cy="25379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6347"/>
          </a:solidFill>
          <a:ln>
            <a:solidFill>
              <a:srgbClr val="FF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600">
                <a:solidFill>
                  <a:srgbClr val="FFFFFF"/>
                </a:solidFill>
              </a:defRPr>
            </a:pPr>
            <a:r>
              <a:t>Demo - Giao diện Khách hàng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475569"/>
                </a:solidFill>
              </a:defRPr>
            </a:pPr>
            <a:r>
              <a:t>Trang chủ, Danh mục, Bộ lọc sản phẩm</a:t>
            </a:r>
          </a:p>
        </p:txBody>
      </p:sp>
      <p:pic>
        <p:nvPicPr>
          <p:cNvPr id="6" name="Picture 5" descr="image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7315200" cy="32401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6347"/>
          </a:solidFill>
          <a:ln>
            <a:solidFill>
              <a:srgbClr val="FF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600">
                <a:solidFill>
                  <a:srgbClr val="FFFFFF"/>
                </a:solidFill>
              </a:defRPr>
            </a:pPr>
            <a:r>
              <a:t>Demo - Trải nghiệm Đặt hàng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475569"/>
                </a:solidFill>
              </a:defRPr>
            </a:pPr>
            <a:r>
              <a:t>Chi tiết sản phẩm -&gt; Giỏ hàng -&gt; Thanh toán</a:t>
            </a:r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7315200" cy="2510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6347"/>
          </a:solidFill>
          <a:ln>
            <a:solidFill>
              <a:srgbClr val="FF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600">
                <a:solidFill>
                  <a:srgbClr val="FFFFFF"/>
                </a:solidFill>
              </a:defRPr>
            </a:pPr>
            <a:r>
              <a:t>Demo - Quản lý Cá nhân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475569"/>
                </a:solidFill>
              </a:defRPr>
            </a:pPr>
            <a:r>
              <a:t>Lịch sử đơn hàng, Hồ sơ người dùng</a:t>
            </a:r>
          </a:p>
        </p:txBody>
      </p:sp>
      <p:pic>
        <p:nvPicPr>
          <p:cNvPr id="6" name="Picture 5" descr="image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7315200" cy="33344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6347"/>
          </a:solidFill>
          <a:ln>
            <a:solidFill>
              <a:srgbClr val="FF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600">
                <a:solidFill>
                  <a:srgbClr val="FFFFFF"/>
                </a:solidFill>
              </a:defRPr>
            </a:pPr>
            <a:r>
              <a:t>Demo - Admin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475569"/>
                </a:solidFill>
              </a:defRPr>
            </a:pPr>
            <a:r>
              <a:t>Thống kê doanh thu, số lượng đơn hàng</a:t>
            </a:r>
          </a:p>
        </p:txBody>
      </p:sp>
      <p:pic>
        <p:nvPicPr>
          <p:cNvPr id="6" name="Picture 5" descr="image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7315200" cy="35947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6347"/>
          </a:solidFill>
          <a:ln>
            <a:solidFill>
              <a:srgbClr val="FF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600">
                <a:solidFill>
                  <a:srgbClr val="FFFFFF"/>
                </a:solidFill>
              </a:defRPr>
            </a:pPr>
            <a:r>
              <a:t>Demo - Admin Vận hành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475569"/>
                </a:solidFill>
              </a:defRPr>
            </a:pPr>
            <a:r>
              <a:t>Quản lý sản phẩm, ma trận biến thể</a:t>
            </a:r>
          </a:p>
        </p:txBody>
      </p:sp>
      <p:pic>
        <p:nvPicPr>
          <p:cNvPr id="6" name="Picture 5" descr="image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7315200" cy="35985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6347"/>
          </a:solidFill>
          <a:ln>
            <a:solidFill>
              <a:srgbClr val="FF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600">
                <a:solidFill>
                  <a:srgbClr val="FFFFFF"/>
                </a:solidFill>
              </a:defRPr>
            </a:pPr>
            <a:r>
              <a:t>Đánh giá &amp; Kiểm thử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475569"/>
                </a:solidFill>
              </a:defRPr>
            </a:pPr>
            <a:r>
              <a:t>Các luồng đã test thành công: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• Đăng nhập, phân quyền.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• Thêm giỏ hàng.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• Thanh toán COD.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6347"/>
          </a:solidFill>
          <a:ln>
            <a:solidFill>
              <a:srgbClr val="FF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600">
                <a:solidFill>
                  <a:srgbClr val="FFFFFF"/>
                </a:solidFill>
              </a:defRPr>
            </a:pPr>
            <a:r>
              <a:t>Kết luận &amp; Hướng phát triển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475569"/>
                </a:solidFill>
              </a:defRPr>
            </a:pPr>
            <a:r>
              <a:t>KẾT QUẢ: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• Website load nhanh, UX/UI tốt.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• Quản lý kho hàng chuyên nghiệp.</a:t>
            </a:r>
          </a:p>
          <a:p>
            <a:pPr>
              <a:defRPr sz="2800">
                <a:solidFill>
                  <a:srgbClr val="475569"/>
                </a:solidFill>
              </a:defRPr>
            </a:pP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HƯỚNG PHÁT TRIỂN: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• Tích hợp VNPAY, MoMo.</a:t>
            </a:r>
          </a:p>
          <a:p>
            <a:pPr>
              <a:defRPr sz="2800">
                <a:solidFill>
                  <a:srgbClr val="475569"/>
                </a:solidFill>
              </a:defRPr>
            </a:pPr>
            <a:r>
              <a:t>• AI gợi ý sản phẩm.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6347"/>
          </a:solidFill>
          <a:ln>
            <a:solidFill>
              <a:srgbClr val="FF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5400">
                <a:solidFill>
                  <a:srgbClr val="FFFFFF"/>
                </a:solidFill>
              </a:defRPr>
            </a:pPr>
            <a:r>
              <a:t>Lời Cảm 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Chân thành cảm ơn Thầy Cô và Công ty Âu Lạc!</a:t>
            </a:r>
            <a:br/>
            <a:br/>
            <a:r>
              <a:t>---- Q&amp;A ----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