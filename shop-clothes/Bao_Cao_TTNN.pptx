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XÂY DỰNG PHẦN MỀM WEBSITE BÁN QUẦN ÁO THỂ THAO NAM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Sinh viên: Lê Tuấn Hùng, Trần Anh Đăng, Hoàng Văn Tú</a:t>
            </a:r>
          </a:p>
          <a:p>
            <a:r>
              <a:t>Học viện Nông nghiệp Việt Nam - Khoa CNTT</a:t>
            </a:r>
          </a:p>
          <a:p>
            <a:r>
              <a:t>Đơn vị thực tập: Công ty bảo hiểm bưu điện Âu Lạc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Tổng quan dự án</a:t>
            </a:r>
          </a:p>
          <a:p>
            <a:r>
              <a:t>2. Công nghệ sử dụng</a:t>
            </a:r>
          </a:p>
          <a:p>
            <a:r>
              <a:t>3. Phân tích thiết kế hệ thống</a:t>
            </a:r>
          </a:p>
          <a:p>
            <a:r>
              <a:t>4. Kết quả triển khai</a:t>
            </a:r>
          </a:p>
          <a:p>
            <a:r>
              <a:t>5. Tổng kết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quan môi trường thực tập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Đơn vị: Công ty bảo hiểm bưu điện Âu Lạc</a:t>
            </a:r>
          </a:p>
          <a:p>
            <a:r>
              <a:t>• Lĩnh vực: Phát triển phần mềm, giải pháp chuyển đổi số</a:t>
            </a:r>
          </a:p>
          <a:p>
            <a:r>
              <a:t>• Quy trình làm việc: Agile/Scrum (Sprint 2 tuần)</a:t>
            </a:r>
          </a:p>
          <a:p>
            <a:r>
              <a:t>• Quản lý mã nguồn: Git/GitHub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Đặt vấn đề &amp; 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THỰC TRẠNG:</a:t>
            </a:r>
          </a:p>
          <a:p>
            <a:r>
              <a:t>• Cửa hàng truyền thống khó quản lý hàng hóa đa dạng biến thể (size, màu).</a:t>
            </a:r>
          </a:p>
          <a:p>
            <a:r>
              <a:t>• Tốc độ website cũ chậm, UX/UI kém trên thiết bị di động.</a:t>
            </a:r>
          </a:p>
          <a:p/>
          <a:p>
            <a:r>
              <a:t>MỤC TIÊU:</a:t>
            </a:r>
          </a:p>
          <a:p>
            <a:r>
              <a:t>• Xây dựng hệ thống TMĐT Mobile-First hiện đại.</a:t>
            </a:r>
          </a:p>
          <a:p>
            <a:r>
              <a:t>• Quản trị tồn kho và biến thể sản phẩm chặt chẽ.</a:t>
            </a:r>
          </a:p>
          <a:p>
            <a:r>
              <a:t>• Phân quyền linh hoạt bằng Role-Based Access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 chức nhóm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Lê Tuấn Hùng: Backend (Thiết kế Database, lập trình API).</a:t>
            </a:r>
          </a:p>
          <a:p>
            <a:r>
              <a:t>• Trần Anh Đăng: Frontend (Thiết kế UI/UX, lập trình HTML/CSS/JS).</a:t>
            </a:r>
          </a:p>
          <a:p>
            <a:r>
              <a:t>• Hoàng Văn Tú: Quản lý tài liệu, chức năng Auth, Testing &amp; Tối ưu.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Mô hình: MVC (Model - View - Controller)</a:t>
            </a:r>
          </a:p>
          <a:p>
            <a:r>
              <a:t>• Kiến trúc thành phần phản hồi (Reactive Component Architecture)</a:t>
            </a:r>
          </a:p>
          <a:p>
            <a:r>
              <a:t>• Bảo mật hệ thống:</a:t>
            </a:r>
          </a:p>
          <a:p>
            <a:r>
              <a:t>  - RBAC (Phân quyền theo vai trò)</a:t>
            </a:r>
          </a:p>
          <a:p>
            <a:r>
              <a:t>  - Chống CSRF (Cross-Site Request Forgery)</a:t>
            </a:r>
          </a:p>
          <a:p>
            <a:r>
              <a:t>  - Chống SQL Injection (Prepared Statements)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Công nghệ và Môi trường áp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Laravel, Livewire</a:t>
            </a:r>
          </a:p>
          <a:p>
            <a:r>
              <a:t>• Frontend: Tailwind CSS, JS (ES6+)</a:t>
            </a:r>
          </a:p>
          <a:p>
            <a:r>
              <a:t>• Cơ sở dữ liệu: MySQL</a:t>
            </a:r>
          </a:p>
          <a:p>
            <a:r>
              <a:t>• Công cụ Admin: Filament PHP (TALL stack)</a:t>
            </a:r>
          </a:p>
          <a:p>
            <a:r>
              <a:t>• Môi trường &amp; IDE: XAMPP, VS Code, Git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Đặc tả yêu cầu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KHÁCH HÀNG:</a:t>
            </a:r>
          </a:p>
          <a:p>
            <a:r>
              <a:t>• Quản lý tài khoản, xem sản phẩm theo bộ lọc.</a:t>
            </a:r>
          </a:p>
          <a:p>
            <a:r>
              <a:t>• Giỏ hàng, đặt hàng thanh toán COD.</a:t>
            </a:r>
          </a:p>
          <a:p>
            <a:r>
              <a:t>• Xem lịch sử và tra cứu đơn hàng.</a:t>
            </a:r>
          </a:p>
          <a:p/>
          <a:p>
            <a:r>
              <a:t>QUẢN TRỊ VIÊN:</a:t>
            </a:r>
          </a:p>
          <a:p>
            <a:r>
              <a:t>• Quản lý Sản phẩm (ma trận biến thể Size/Color).</a:t>
            </a:r>
          </a:p>
          <a:p>
            <a:r>
              <a:t>• Quản lý Danh mục, Đơn hàng, Mã giảm giá (Coupon).</a:t>
            </a:r>
          </a:p>
          <a:p>
            <a:r>
              <a:t>• Dashboard thống kê doanh thu theo thời gian thực.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Biểu đồ Use Case tổng quát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(Bạn hãy chèn hình ảnh Biểu đồ Use Case từ báo cáo Word vào đây)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Cơ sở dữ liệu (ERD)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Hệ thống bao gồm các bảng chính để giải quyết bài toán thương mại điện tử:</a:t>
            </a:r>
          </a:p>
          <a:p>
            <a:r>
              <a:t>• products, product_variants (Quản lý biến thể màu/size)</a:t>
            </a:r>
          </a:p>
          <a:p>
            <a:r>
              <a:t>• orders, order_items (Quản lý hóa đơn)</a:t>
            </a:r>
          </a:p>
          <a:p>
            <a:r>
              <a:t>• users, addresses, flash_sales, coupons...</a:t>
            </a:r>
          </a:p>
          <a:p/>
          <a:p>
            <a:r>
              <a:t>(Bạn hãy chèn Sơ đồ Thực thể Liên kết - ERD vào đây)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Luồng xử lý cốt lõi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(Bạn hãy chèn Biểu đồ Activity Diagram / Sequence Diagram luồng Đặt hàng vào đây)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Khách hàng - Mua sắm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(Chèn ảnh Trang chủ, Danh mục sản phẩm, Giao diện lọc sản phẩm vào đây)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Khách hàng - Đặt hàng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(Chèn ảnh Chi tiết sản phẩm -&gt; Giỏ hàng -&gt; Trang Thanh toán vào đây)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Quản trị - Thống kê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(Chèn ảnh Dashboard thống kê doanh thu, tổng số đơn hàng vào đây)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Quản trị - Vận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(Chèn ảnh trang Quản lý sản phẩm, trang xử lý Đơn hàng vào đây)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Đánh giá &amp; Kiểm thử (Testing)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Thực hiện kiểm thử (Test Cases) thành công với các luồng trọng yếu:</a:t>
            </a:r>
          </a:p>
          <a:p>
            <a:r>
              <a:t>• Chức năng Authentication (Đăng nhập, phân quyền).</a:t>
            </a:r>
          </a:p>
          <a:p>
            <a:r>
              <a:t>• Giỏ hàng (Kiểm tra giới hạn số lượng tồn kho).</a:t>
            </a:r>
          </a:p>
          <a:p>
            <a:r>
              <a:t>• Thanh toán và áp dụng mã giảm giá.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&amp; Bài học kinh nghiệm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KẾT QUẢ:</a:t>
            </a:r>
          </a:p>
          <a:p>
            <a:r>
              <a:t>• Website load nhanh, giao diện Responsive thân thiện.</a:t>
            </a:r>
          </a:p>
          <a:p>
            <a:r>
              <a:t>• Quản lý kho hàng chuyên nghiệp, khắc phục nhược điểm hệ thống cũ.</a:t>
            </a:r>
          </a:p>
          <a:p/>
          <a:p>
            <a:r>
              <a:t>BÀI HỌC KINH NGHIỆM:</a:t>
            </a:r>
          </a:p>
          <a:p>
            <a:r>
              <a:t>• Kỹ năng quản lý source code bằng Git (chia nhánh, review code).</a:t>
            </a:r>
          </a:p>
          <a:p>
            <a:r>
              <a:t>• Kinh nghiệm tối ưu hóa Database và làm việc với Laravel ORM.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Hướng phát triển tương lai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Tích hợp cổng thanh toán trực tuyến (VNPAY, MoMo...).</a:t>
            </a:r>
          </a:p>
          <a:p>
            <a:r>
              <a:t>• Tích hợp hệ thống AI gợi ý sản phẩm theo thói quen mua sắm.</a:t>
            </a:r>
          </a:p>
          <a:p>
            <a:r>
              <a:t>• Phát triển phiên bản Ứng dụng di động (Mobile App).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Lời Cảm 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Chân thành cảm ơn Thầy Cô, Nhà trường và Công ty Âu Lạc đã tận tình hướng dẫn, hỗ trợ nhóm hoàn thành đề tài!</a:t>
            </a:r>
          </a:p>
          <a:p/>
          <a:p>
            <a:r>
              <a:t>---- Q&amp;A ----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