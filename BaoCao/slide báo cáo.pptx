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4"/>
  </p:notesMasterIdLst>
  <p:sldIdLst>
    <p:sldId id="346" r:id="rId2"/>
    <p:sldId id="258" r:id="rId3"/>
    <p:sldId id="259" r:id="rId4"/>
    <p:sldId id="327" r:id="rId5"/>
    <p:sldId id="260" r:id="rId6"/>
    <p:sldId id="273" r:id="rId7"/>
    <p:sldId id="324" r:id="rId8"/>
    <p:sldId id="282" r:id="rId9"/>
    <p:sldId id="321" r:id="rId10"/>
    <p:sldId id="351" r:id="rId11"/>
    <p:sldId id="328" r:id="rId12"/>
    <p:sldId id="349" r:id="rId13"/>
    <p:sldId id="274" r:id="rId14"/>
    <p:sldId id="333" r:id="rId15"/>
    <p:sldId id="343" r:id="rId16"/>
    <p:sldId id="344" r:id="rId17"/>
    <p:sldId id="266" r:id="rId18"/>
    <p:sldId id="340" r:id="rId19"/>
    <p:sldId id="348" r:id="rId20"/>
    <p:sldId id="268" r:id="rId21"/>
    <p:sldId id="350" r:id="rId22"/>
    <p:sldId id="342" r:id="rId23"/>
  </p:sldIdLst>
  <p:sldSz cx="9144000" cy="5143500" type="screen16x9"/>
  <p:notesSz cx="6858000" cy="9144000"/>
  <p:embeddedFontLst>
    <p:embeddedFont>
      <p:font typeface="Calibri" panose="020F0502020204030204" pitchFamily="34" charset="0"/>
      <p:regular r:id="rId25"/>
      <p:bold r:id="rId26"/>
      <p:italic r:id="rId27"/>
      <p:boldItalic r:id="rId28"/>
    </p:embeddedFont>
    <p:embeddedFont>
      <p:font typeface="Barlow Semi Condensed Medium" panose="020B0604020202020204" charset="0"/>
      <p:regular r:id="rId29"/>
      <p:bold r:id="rId30"/>
      <p:italic r:id="rId31"/>
      <p:boldItalic r:id="rId32"/>
    </p:embeddedFont>
    <p:embeddedFont>
      <p:font typeface="Barlow Semi Condensed" panose="020B0604020202020204" charset="0"/>
      <p:regular r:id="rId33"/>
      <p:bold r:id="rId34"/>
      <p:italic r:id="rId35"/>
      <p:boldItalic r:id="rId36"/>
    </p:embeddedFont>
    <p:embeddedFont>
      <p:font typeface="Fjalla One" panose="020B0604020202020204" charset="0"/>
      <p:regular r:id="rId37"/>
    </p:embeddedFont>
    <p:embeddedFont>
      <p:font typeface="SVN-Fjalla One" panose="02000506040000020004" charset="0"/>
      <p:regular r:id="rId38"/>
    </p:embeddedFont>
    <p:embeddedFont>
      <p:font typeface="Tahoma" panose="020B0604030504040204" pitchFamily="34" charset="0"/>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B157340-2B1D-4F32-9538-BEF3981067E5}">
  <a:tblStyle styleId="{FB157340-2B1D-4F32-9538-BEF3981067E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5" d="100"/>
          <a:sy n="145" d="100"/>
        </p:scale>
        <p:origin x="624" y="12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53841441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2"/>
        <p:cNvGrpSpPr/>
        <p:nvPr/>
      </p:nvGrpSpPr>
      <p:grpSpPr>
        <a:xfrm>
          <a:off x="0" y="0"/>
          <a:ext cx="0" cy="0"/>
          <a:chOff x="0" y="0"/>
          <a:chExt cx="0" cy="0"/>
        </a:xfrm>
      </p:grpSpPr>
      <p:sp>
        <p:nvSpPr>
          <p:cNvPr id="1893" name="Google Shape;1893;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4" name="Google Shape;1894;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4443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9220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2"/>
        <p:cNvGrpSpPr/>
        <p:nvPr/>
      </p:nvGrpSpPr>
      <p:grpSpPr>
        <a:xfrm>
          <a:off x="0" y="0"/>
          <a:ext cx="0" cy="0"/>
          <a:chOff x="0" y="0"/>
          <a:chExt cx="0" cy="0"/>
        </a:xfrm>
      </p:grpSpPr>
      <p:sp>
        <p:nvSpPr>
          <p:cNvPr id="2323" name="Google Shape;2323;g8714a43093_3_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4" name="Google Shape;2324;g8714a43093_3_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0568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85228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0"/>
        <p:cNvGrpSpPr/>
        <p:nvPr/>
      </p:nvGrpSpPr>
      <p:grpSpPr>
        <a:xfrm>
          <a:off x="0" y="0"/>
          <a:ext cx="0" cy="0"/>
          <a:chOff x="0" y="0"/>
          <a:chExt cx="0" cy="0"/>
        </a:xfrm>
      </p:grpSpPr>
      <p:sp>
        <p:nvSpPr>
          <p:cNvPr id="2971" name="Google Shape;2971;g8714a43093_1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2" name="Google Shape;2972;g8714a43093_1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54442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39507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4"/>
        <p:cNvGrpSpPr/>
        <p:nvPr/>
      </p:nvGrpSpPr>
      <p:grpSpPr>
        <a:xfrm>
          <a:off x="0" y="0"/>
          <a:ext cx="0" cy="0"/>
          <a:chOff x="0" y="0"/>
          <a:chExt cx="0" cy="0"/>
        </a:xfrm>
      </p:grpSpPr>
      <p:sp>
        <p:nvSpPr>
          <p:cNvPr id="3495" name="Google Shape;3495;g881d70bc06_1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6" name="Google Shape;3496;g881d70bc06_1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68781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9"/>
        <p:cNvGrpSpPr/>
        <p:nvPr/>
      </p:nvGrpSpPr>
      <p:grpSpPr>
        <a:xfrm>
          <a:off x="0" y="0"/>
          <a:ext cx="0" cy="0"/>
          <a:chOff x="0" y="0"/>
          <a:chExt cx="0" cy="0"/>
        </a:xfrm>
      </p:grpSpPr>
      <p:sp>
        <p:nvSpPr>
          <p:cNvPr id="3210" name="Google Shape;3210;g8714a43093_3_9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1" name="Google Shape;3211;g8714a43093_3_9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22940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0"/>
        <p:cNvGrpSpPr/>
        <p:nvPr/>
      </p:nvGrpSpPr>
      <p:grpSpPr>
        <a:xfrm>
          <a:off x="0" y="0"/>
          <a:ext cx="0" cy="0"/>
          <a:chOff x="0" y="0"/>
          <a:chExt cx="0" cy="0"/>
        </a:xfrm>
      </p:grpSpPr>
      <p:sp>
        <p:nvSpPr>
          <p:cNvPr id="2971" name="Google Shape;2971;g8714a43093_1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2" name="Google Shape;2972;g8714a43093_1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7151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0"/>
        <p:cNvGrpSpPr/>
        <p:nvPr/>
      </p:nvGrpSpPr>
      <p:grpSpPr>
        <a:xfrm>
          <a:off x="0" y="0"/>
          <a:ext cx="0" cy="0"/>
          <a:chOff x="0" y="0"/>
          <a:chExt cx="0" cy="0"/>
        </a:xfrm>
      </p:grpSpPr>
      <p:sp>
        <p:nvSpPr>
          <p:cNvPr id="2971" name="Google Shape;2971;g8714a43093_1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2" name="Google Shape;2972;g8714a43093_1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72964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5"/>
        <p:cNvGrpSpPr/>
        <p:nvPr/>
      </p:nvGrpSpPr>
      <p:grpSpPr>
        <a:xfrm>
          <a:off x="0" y="0"/>
          <a:ext cx="0" cy="0"/>
          <a:chOff x="0" y="0"/>
          <a:chExt cx="0" cy="0"/>
        </a:xfrm>
      </p:grpSpPr>
      <p:sp>
        <p:nvSpPr>
          <p:cNvPr id="3006" name="Google Shape;3006;g8714a43093_1_8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7" name="Google Shape;3007;g8714a43093_1_8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31510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2"/>
        <p:cNvGrpSpPr/>
        <p:nvPr/>
      </p:nvGrpSpPr>
      <p:grpSpPr>
        <a:xfrm>
          <a:off x="0" y="0"/>
          <a:ext cx="0" cy="0"/>
          <a:chOff x="0" y="0"/>
          <a:chExt cx="0" cy="0"/>
        </a:xfrm>
      </p:grpSpPr>
      <p:sp>
        <p:nvSpPr>
          <p:cNvPr id="2333" name="Google Shape;2333;g8728718f4e_1_13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4" name="Google Shape;2334;g8728718f4e_1_1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46841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9"/>
        <p:cNvGrpSpPr/>
        <p:nvPr/>
      </p:nvGrpSpPr>
      <p:grpSpPr>
        <a:xfrm>
          <a:off x="0" y="0"/>
          <a:ext cx="0" cy="0"/>
          <a:chOff x="0" y="0"/>
          <a:chExt cx="0" cy="0"/>
        </a:xfrm>
      </p:grpSpPr>
      <p:sp>
        <p:nvSpPr>
          <p:cNvPr id="3510" name="Google Shape;3510;g8714a43093_3_15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1" name="Google Shape;3511;g8714a43093_3_15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10600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9"/>
        <p:cNvGrpSpPr/>
        <p:nvPr/>
      </p:nvGrpSpPr>
      <p:grpSpPr>
        <a:xfrm>
          <a:off x="0" y="0"/>
          <a:ext cx="0" cy="0"/>
          <a:chOff x="0" y="0"/>
          <a:chExt cx="0" cy="0"/>
        </a:xfrm>
      </p:grpSpPr>
      <p:sp>
        <p:nvSpPr>
          <p:cNvPr id="3510" name="Google Shape;3510;g8714a43093_3_15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1" name="Google Shape;3511;g8714a43093_3_15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47723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6"/>
        <p:cNvGrpSpPr/>
        <p:nvPr/>
      </p:nvGrpSpPr>
      <p:grpSpPr>
        <a:xfrm>
          <a:off x="0" y="0"/>
          <a:ext cx="0" cy="0"/>
          <a:chOff x="0" y="0"/>
          <a:chExt cx="0" cy="0"/>
        </a:xfrm>
      </p:grpSpPr>
      <p:sp>
        <p:nvSpPr>
          <p:cNvPr id="2617" name="Google Shape;2617;g8714a43093_5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8" name="Google Shape;2618;g8714a43093_5_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5512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6"/>
        <p:cNvGrpSpPr/>
        <p:nvPr/>
      </p:nvGrpSpPr>
      <p:grpSpPr>
        <a:xfrm>
          <a:off x="0" y="0"/>
          <a:ext cx="0" cy="0"/>
          <a:chOff x="0" y="0"/>
          <a:chExt cx="0" cy="0"/>
        </a:xfrm>
      </p:grpSpPr>
      <p:sp>
        <p:nvSpPr>
          <p:cNvPr id="2617" name="Google Shape;2617;g8714a43093_5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8" name="Google Shape;2618;g8714a43093_5_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8067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grpSp>
        <p:nvGrpSpPr>
          <p:cNvPr id="44" name="Google Shape;44;p3"/>
          <p:cNvGrpSpPr/>
          <p:nvPr/>
        </p:nvGrpSpPr>
        <p:grpSpPr>
          <a:xfrm>
            <a:off x="2132649" y="713253"/>
            <a:ext cx="4878702" cy="3717004"/>
            <a:chOff x="399425" y="238125"/>
            <a:chExt cx="6810025" cy="5187000"/>
          </a:xfrm>
        </p:grpSpPr>
        <p:sp>
          <p:nvSpPr>
            <p:cNvPr id="45" name="Google Shape;45;p3"/>
            <p:cNvSpPr/>
            <p:nvPr/>
          </p:nvSpPr>
          <p:spPr>
            <a:xfrm>
              <a:off x="399425" y="238325"/>
              <a:ext cx="6810025" cy="5186100"/>
            </a:xfrm>
            <a:custGeom>
              <a:avLst/>
              <a:gdLst/>
              <a:ahLst/>
              <a:cxnLst/>
              <a:rect l="l" t="t" r="r" b="b"/>
              <a:pathLst>
                <a:path w="272401" h="207444" extrusionOk="0">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491875" y="238125"/>
              <a:ext cx="6575225" cy="5187000"/>
            </a:xfrm>
            <a:custGeom>
              <a:avLst/>
              <a:gdLst/>
              <a:ahLst/>
              <a:cxnLst/>
              <a:rect l="l" t="t" r="r" b="b"/>
              <a:pathLst>
                <a:path w="263009" h="207480" extrusionOk="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atin typeface="SVN-Fjalla One" panose="02000506040000020004" pitchFamily="50" charset="0"/>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dirty="0"/>
          </a:p>
        </p:txBody>
      </p:sp>
      <p:sp>
        <p:nvSpPr>
          <p:cNvPr id="48" name="Google Shape;48;p3"/>
          <p:cNvSpPr txBox="1">
            <a:spLocks noGrp="1"/>
          </p:cNvSpPr>
          <p:nvPr>
            <p:ph type="title" idx="2" hasCustomPrompt="1"/>
          </p:nvPr>
        </p:nvSpPr>
        <p:spPr>
          <a:xfrm>
            <a:off x="2971800" y="1161288"/>
            <a:ext cx="2967600" cy="106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atin typeface="SVN-Fjalla One" panose="02000506040000020004" pitchFamily="50" charset="0"/>
              </a:defRPr>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rPr dirty="0"/>
              <a:t>xx%</a:t>
            </a:r>
          </a:p>
        </p:txBody>
      </p:sp>
      <p:sp>
        <p:nvSpPr>
          <p:cNvPr id="49" name="Google Shape;49;p3"/>
          <p:cNvSpPr txBox="1">
            <a:spLocks noGrp="1"/>
          </p:cNvSpPr>
          <p:nvPr>
            <p:ph type="subTitle" idx="1"/>
          </p:nvPr>
        </p:nvSpPr>
        <p:spPr>
          <a:xfrm>
            <a:off x="2973225" y="2999232"/>
            <a:ext cx="3200400" cy="685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50" name="Google Shape;50;p3"/>
          <p:cNvGrpSpPr/>
          <p:nvPr/>
        </p:nvGrpSpPr>
        <p:grpSpPr>
          <a:xfrm>
            <a:off x="432850" y="0"/>
            <a:ext cx="8278300" cy="5165700"/>
            <a:chOff x="432850" y="0"/>
            <a:chExt cx="8278300" cy="5165700"/>
          </a:xfrm>
        </p:grpSpPr>
        <p:cxnSp>
          <p:nvCxnSpPr>
            <p:cNvPr id="51" name="Google Shape;51;p3"/>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 name="Google Shape;69;p3"/>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3" name="Google Shape;103;p3"/>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3"/>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05" name="Google Shape;105;p3"/>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4"/>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atin typeface="SVN-Fjalla One" panose="02000506040000020004" pitchFamily="50" charset="0"/>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dirty="0"/>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5"/>
        <p:cNvGrpSpPr/>
        <p:nvPr/>
      </p:nvGrpSpPr>
      <p:grpSpPr>
        <a:xfrm>
          <a:off x="0" y="0"/>
          <a:ext cx="0" cy="0"/>
          <a:chOff x="0" y="0"/>
          <a:chExt cx="0" cy="0"/>
        </a:xfrm>
      </p:grpSpPr>
      <p:sp>
        <p:nvSpPr>
          <p:cNvPr id="176" name="Google Shape;176;p5"/>
          <p:cNvSpPr txBox="1">
            <a:spLocks noGrp="1"/>
          </p:cNvSpPr>
          <p:nvPr>
            <p:ph type="title"/>
          </p:nvPr>
        </p:nvSpPr>
        <p:spPr>
          <a:xfrm>
            <a:off x="1807671" y="338325"/>
            <a:ext cx="5528700" cy="612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atin typeface="SVN-Fjalla One" panose="02000506040000020004" pitchFamily="50" charset="0"/>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dirty="0"/>
          </a:p>
        </p:txBody>
      </p:sp>
      <p:sp>
        <p:nvSpPr>
          <p:cNvPr id="177" name="Google Shape;177;p5"/>
          <p:cNvSpPr txBox="1">
            <a:spLocks noGrp="1"/>
          </p:cNvSpPr>
          <p:nvPr>
            <p:ph type="subTitle" idx="1"/>
          </p:nvPr>
        </p:nvSpPr>
        <p:spPr>
          <a:xfrm>
            <a:off x="4956048" y="2532888"/>
            <a:ext cx="2084700" cy="136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78" name="Google Shape;178;p5"/>
          <p:cNvSpPr txBox="1">
            <a:spLocks noGrp="1"/>
          </p:cNvSpPr>
          <p:nvPr>
            <p:ph type="subTitle" idx="2"/>
          </p:nvPr>
        </p:nvSpPr>
        <p:spPr>
          <a:xfrm>
            <a:off x="2093976" y="2532888"/>
            <a:ext cx="2084700" cy="136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79" name="Google Shape;179;p5"/>
          <p:cNvSpPr txBox="1">
            <a:spLocks noGrp="1"/>
          </p:cNvSpPr>
          <p:nvPr>
            <p:ph type="subTitle" idx="3"/>
          </p:nvPr>
        </p:nvSpPr>
        <p:spPr>
          <a:xfrm>
            <a:off x="4956048" y="2221992"/>
            <a:ext cx="2084700" cy="283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defRPr>
            </a:lvl2pPr>
            <a:lvl3pPr lvl="2" algn="ctr" rtl="0">
              <a:spcBef>
                <a:spcPts val="0"/>
              </a:spcBef>
              <a:spcAft>
                <a:spcPts val="0"/>
              </a:spcAft>
              <a:buNone/>
              <a:defRPr sz="1600">
                <a:solidFill>
                  <a:schemeClr val="accent1"/>
                </a:solidFill>
              </a:defRPr>
            </a:lvl3pPr>
            <a:lvl4pPr lvl="3" algn="ctr" rtl="0">
              <a:spcBef>
                <a:spcPts val="0"/>
              </a:spcBef>
              <a:spcAft>
                <a:spcPts val="0"/>
              </a:spcAft>
              <a:buNone/>
              <a:defRPr sz="1600">
                <a:solidFill>
                  <a:schemeClr val="accent1"/>
                </a:solidFill>
              </a:defRPr>
            </a:lvl4pPr>
            <a:lvl5pPr lvl="4" algn="ctr" rtl="0">
              <a:spcBef>
                <a:spcPts val="0"/>
              </a:spcBef>
              <a:spcAft>
                <a:spcPts val="0"/>
              </a:spcAft>
              <a:buNone/>
              <a:defRPr sz="1600">
                <a:solidFill>
                  <a:schemeClr val="accent1"/>
                </a:solidFill>
              </a:defRPr>
            </a:lvl5pPr>
            <a:lvl6pPr lvl="5" algn="ctr" rtl="0">
              <a:spcBef>
                <a:spcPts val="0"/>
              </a:spcBef>
              <a:spcAft>
                <a:spcPts val="0"/>
              </a:spcAft>
              <a:buNone/>
              <a:defRPr sz="1600">
                <a:solidFill>
                  <a:schemeClr val="accent1"/>
                </a:solidFill>
              </a:defRPr>
            </a:lvl6pPr>
            <a:lvl7pPr lvl="6" algn="ctr" rtl="0">
              <a:spcBef>
                <a:spcPts val="0"/>
              </a:spcBef>
              <a:spcAft>
                <a:spcPts val="0"/>
              </a:spcAft>
              <a:buNone/>
              <a:defRPr sz="1600">
                <a:solidFill>
                  <a:schemeClr val="accent1"/>
                </a:solidFill>
              </a:defRPr>
            </a:lvl7pPr>
            <a:lvl8pPr lvl="7" algn="ctr" rtl="0">
              <a:spcBef>
                <a:spcPts val="0"/>
              </a:spcBef>
              <a:spcAft>
                <a:spcPts val="0"/>
              </a:spcAft>
              <a:buNone/>
              <a:defRPr sz="1600">
                <a:solidFill>
                  <a:schemeClr val="accent1"/>
                </a:solidFill>
              </a:defRPr>
            </a:lvl8pPr>
            <a:lvl9pPr lvl="8" algn="ctr" rtl="0">
              <a:spcBef>
                <a:spcPts val="0"/>
              </a:spcBef>
              <a:spcAft>
                <a:spcPts val="0"/>
              </a:spcAft>
              <a:buNone/>
              <a:defRPr sz="1600">
                <a:solidFill>
                  <a:schemeClr val="accent1"/>
                </a:solidFill>
              </a:defRPr>
            </a:lvl9pPr>
          </a:lstStyle>
          <a:p>
            <a:endParaRPr/>
          </a:p>
        </p:txBody>
      </p:sp>
      <p:sp>
        <p:nvSpPr>
          <p:cNvPr id="180" name="Google Shape;180;p5"/>
          <p:cNvSpPr txBox="1">
            <a:spLocks noGrp="1"/>
          </p:cNvSpPr>
          <p:nvPr>
            <p:ph type="subTitle" idx="4"/>
          </p:nvPr>
        </p:nvSpPr>
        <p:spPr>
          <a:xfrm>
            <a:off x="2093976" y="2203704"/>
            <a:ext cx="2084700" cy="3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defRPr>
            </a:lvl2pPr>
            <a:lvl3pPr lvl="2" algn="ctr" rtl="0">
              <a:spcBef>
                <a:spcPts val="0"/>
              </a:spcBef>
              <a:spcAft>
                <a:spcPts val="0"/>
              </a:spcAft>
              <a:buNone/>
              <a:defRPr sz="1600">
                <a:solidFill>
                  <a:schemeClr val="accent1"/>
                </a:solidFill>
              </a:defRPr>
            </a:lvl3pPr>
            <a:lvl4pPr lvl="3" algn="ctr" rtl="0">
              <a:spcBef>
                <a:spcPts val="0"/>
              </a:spcBef>
              <a:spcAft>
                <a:spcPts val="0"/>
              </a:spcAft>
              <a:buNone/>
              <a:defRPr sz="1600">
                <a:solidFill>
                  <a:schemeClr val="accent1"/>
                </a:solidFill>
              </a:defRPr>
            </a:lvl4pPr>
            <a:lvl5pPr lvl="4" algn="ctr" rtl="0">
              <a:spcBef>
                <a:spcPts val="0"/>
              </a:spcBef>
              <a:spcAft>
                <a:spcPts val="0"/>
              </a:spcAft>
              <a:buNone/>
              <a:defRPr sz="1600">
                <a:solidFill>
                  <a:schemeClr val="accent1"/>
                </a:solidFill>
              </a:defRPr>
            </a:lvl5pPr>
            <a:lvl6pPr lvl="5" algn="ctr" rtl="0">
              <a:spcBef>
                <a:spcPts val="0"/>
              </a:spcBef>
              <a:spcAft>
                <a:spcPts val="0"/>
              </a:spcAft>
              <a:buNone/>
              <a:defRPr sz="1600">
                <a:solidFill>
                  <a:schemeClr val="accent1"/>
                </a:solidFill>
              </a:defRPr>
            </a:lvl6pPr>
            <a:lvl7pPr lvl="6" algn="ctr" rtl="0">
              <a:spcBef>
                <a:spcPts val="0"/>
              </a:spcBef>
              <a:spcAft>
                <a:spcPts val="0"/>
              </a:spcAft>
              <a:buNone/>
              <a:defRPr sz="1600">
                <a:solidFill>
                  <a:schemeClr val="accent1"/>
                </a:solidFill>
              </a:defRPr>
            </a:lvl7pPr>
            <a:lvl8pPr lvl="7" algn="ctr" rtl="0">
              <a:spcBef>
                <a:spcPts val="0"/>
              </a:spcBef>
              <a:spcAft>
                <a:spcPts val="0"/>
              </a:spcAft>
              <a:buNone/>
              <a:defRPr sz="1600">
                <a:solidFill>
                  <a:schemeClr val="accent1"/>
                </a:solidFill>
              </a:defRPr>
            </a:lvl8pPr>
            <a:lvl9pPr lvl="8" algn="ctr" rtl="0">
              <a:spcBef>
                <a:spcPts val="0"/>
              </a:spcBef>
              <a:spcAft>
                <a:spcPts val="0"/>
              </a:spcAft>
              <a:buNone/>
              <a:defRPr sz="1600">
                <a:solidFill>
                  <a:schemeClr val="accent1"/>
                </a:solidFill>
              </a:defRPr>
            </a:lvl9pPr>
          </a:lstStyle>
          <a:p>
            <a:endParaRPr/>
          </a:p>
        </p:txBody>
      </p:sp>
      <p:sp>
        <p:nvSpPr>
          <p:cNvPr id="181" name="Google Shape;181;p5"/>
          <p:cNvSpPr txBox="1">
            <a:spLocks noGrp="1"/>
          </p:cNvSpPr>
          <p:nvPr>
            <p:ph type="title" idx="5" hasCustomPrompt="1"/>
          </p:nvPr>
        </p:nvSpPr>
        <p:spPr>
          <a:xfrm>
            <a:off x="2779776" y="1627632"/>
            <a:ext cx="7224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atin typeface="SVN-Fjalla One" panose="02000506040000020004" pitchFamily="50" charset="0"/>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rPr dirty="0"/>
              <a:t>xx%</a:t>
            </a:r>
          </a:p>
        </p:txBody>
      </p:sp>
      <p:sp>
        <p:nvSpPr>
          <p:cNvPr id="182" name="Google Shape;182;p5"/>
          <p:cNvSpPr txBox="1">
            <a:spLocks noGrp="1"/>
          </p:cNvSpPr>
          <p:nvPr>
            <p:ph type="title" idx="6" hasCustomPrompt="1"/>
          </p:nvPr>
        </p:nvSpPr>
        <p:spPr>
          <a:xfrm>
            <a:off x="5641848" y="1627632"/>
            <a:ext cx="7224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atin typeface="SVN-Fjalla One" panose="02000506040000020004" pitchFamily="50" charset="0"/>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rPr dirty="0"/>
              <a:t>xx%</a:t>
            </a:r>
          </a:p>
        </p:txBody>
      </p:sp>
      <p:grpSp>
        <p:nvGrpSpPr>
          <p:cNvPr id="183" name="Google Shape;183;p5"/>
          <p:cNvGrpSpPr/>
          <p:nvPr/>
        </p:nvGrpSpPr>
        <p:grpSpPr>
          <a:xfrm>
            <a:off x="432850" y="0"/>
            <a:ext cx="8278300" cy="5165700"/>
            <a:chOff x="432850" y="0"/>
            <a:chExt cx="8278300" cy="5165700"/>
          </a:xfrm>
        </p:grpSpPr>
        <p:cxnSp>
          <p:nvCxnSpPr>
            <p:cNvPr id="184" name="Google Shape;184;p5"/>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85" name="Google Shape;185;p5"/>
            <p:cNvGrpSpPr/>
            <p:nvPr/>
          </p:nvGrpSpPr>
          <p:grpSpPr>
            <a:xfrm>
              <a:off x="8129350" y="4292175"/>
              <a:ext cx="581800" cy="582350"/>
              <a:chOff x="8064275" y="887850"/>
              <a:chExt cx="581800" cy="582350"/>
            </a:xfrm>
          </p:grpSpPr>
          <p:sp>
            <p:nvSpPr>
              <p:cNvPr id="186" name="Google Shape;186;p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5"/>
            <p:cNvGrpSpPr/>
            <p:nvPr/>
          </p:nvGrpSpPr>
          <p:grpSpPr>
            <a:xfrm>
              <a:off x="8274238" y="3720600"/>
              <a:ext cx="292025" cy="292575"/>
              <a:chOff x="7353050" y="316275"/>
              <a:chExt cx="292025" cy="292575"/>
            </a:xfrm>
          </p:grpSpPr>
          <p:sp>
            <p:nvSpPr>
              <p:cNvPr id="193" name="Google Shape;193;p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 name="Google Shape;197;p5"/>
            <p:cNvGrpSpPr/>
            <p:nvPr/>
          </p:nvGrpSpPr>
          <p:grpSpPr>
            <a:xfrm>
              <a:off x="8332763" y="3212475"/>
              <a:ext cx="175000" cy="175000"/>
              <a:chOff x="8792300" y="321275"/>
              <a:chExt cx="175000" cy="175000"/>
            </a:xfrm>
          </p:grpSpPr>
          <p:sp>
            <p:nvSpPr>
              <p:cNvPr id="198" name="Google Shape;198;p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02" name="Google Shape;202;p5"/>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03" name="Google Shape;203;p5"/>
            <p:cNvGrpSpPr/>
            <p:nvPr/>
          </p:nvGrpSpPr>
          <p:grpSpPr>
            <a:xfrm rot="10800000">
              <a:off x="432850" y="291788"/>
              <a:ext cx="581800" cy="582350"/>
              <a:chOff x="8064275" y="887850"/>
              <a:chExt cx="581800" cy="582350"/>
            </a:xfrm>
          </p:grpSpPr>
          <p:sp>
            <p:nvSpPr>
              <p:cNvPr id="204" name="Google Shape;204;p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 name="Google Shape;210;p5"/>
            <p:cNvGrpSpPr/>
            <p:nvPr/>
          </p:nvGrpSpPr>
          <p:grpSpPr>
            <a:xfrm rot="10800000">
              <a:off x="577738" y="1153138"/>
              <a:ext cx="292025" cy="292575"/>
              <a:chOff x="7353050" y="316275"/>
              <a:chExt cx="292025" cy="292575"/>
            </a:xfrm>
          </p:grpSpPr>
          <p:sp>
            <p:nvSpPr>
              <p:cNvPr id="211" name="Google Shape;211;p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 name="Google Shape;215;p5"/>
            <p:cNvGrpSpPr/>
            <p:nvPr/>
          </p:nvGrpSpPr>
          <p:grpSpPr>
            <a:xfrm rot="10800000">
              <a:off x="636238" y="1778838"/>
              <a:ext cx="175000" cy="175000"/>
              <a:chOff x="8792300" y="321275"/>
              <a:chExt cx="175000" cy="175000"/>
            </a:xfrm>
          </p:grpSpPr>
          <p:sp>
            <p:nvSpPr>
              <p:cNvPr id="216" name="Google Shape;216;p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 name="Google Shape;220;p5"/>
            <p:cNvGrpSpPr/>
            <p:nvPr/>
          </p:nvGrpSpPr>
          <p:grpSpPr>
            <a:xfrm>
              <a:off x="432850" y="2003163"/>
              <a:ext cx="175013" cy="27000"/>
              <a:chOff x="5662375" y="212375"/>
              <a:chExt cx="175013" cy="27000"/>
            </a:xfrm>
          </p:grpSpPr>
          <p:sp>
            <p:nvSpPr>
              <p:cNvPr id="221" name="Google Shape;221;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 name="Google Shape;224;p5"/>
            <p:cNvGrpSpPr/>
            <p:nvPr/>
          </p:nvGrpSpPr>
          <p:grpSpPr>
            <a:xfrm>
              <a:off x="788100" y="208488"/>
              <a:ext cx="175013" cy="27000"/>
              <a:chOff x="5662375" y="212375"/>
              <a:chExt cx="175013" cy="27000"/>
            </a:xfrm>
          </p:grpSpPr>
          <p:sp>
            <p:nvSpPr>
              <p:cNvPr id="225" name="Google Shape;225;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5"/>
            <p:cNvGrpSpPr/>
            <p:nvPr/>
          </p:nvGrpSpPr>
          <p:grpSpPr>
            <a:xfrm>
              <a:off x="8129350" y="4988725"/>
              <a:ext cx="175013" cy="27000"/>
              <a:chOff x="5662375" y="212375"/>
              <a:chExt cx="175013" cy="27000"/>
            </a:xfrm>
          </p:grpSpPr>
          <p:sp>
            <p:nvSpPr>
              <p:cNvPr id="229" name="Google Shape;229;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2" name="Google Shape;232;p5"/>
            <p:cNvGrpSpPr/>
            <p:nvPr/>
          </p:nvGrpSpPr>
          <p:grpSpPr>
            <a:xfrm>
              <a:off x="8497550" y="3429425"/>
              <a:ext cx="175013" cy="27000"/>
              <a:chOff x="5662375" y="212375"/>
              <a:chExt cx="175013" cy="27000"/>
            </a:xfrm>
          </p:grpSpPr>
          <p:sp>
            <p:nvSpPr>
              <p:cNvPr id="233" name="Google Shape;233;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36" name="Google Shape;236;p5"/>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5"/>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38" name="Google Shape;238;p5"/>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5"/>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5"/>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5"/>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3"/>
        <p:cNvGrpSpPr/>
        <p:nvPr/>
      </p:nvGrpSpPr>
      <p:grpSpPr>
        <a:xfrm>
          <a:off x="0" y="0"/>
          <a:ext cx="0" cy="0"/>
          <a:chOff x="0" y="0"/>
          <a:chExt cx="0" cy="0"/>
        </a:xfrm>
      </p:grpSpPr>
      <p:sp>
        <p:nvSpPr>
          <p:cNvPr id="304" name="Google Shape;304;p7"/>
          <p:cNvSpPr txBox="1">
            <a:spLocks noGrp="1"/>
          </p:cNvSpPr>
          <p:nvPr>
            <p:ph type="subTitle" idx="1"/>
          </p:nvPr>
        </p:nvSpPr>
        <p:spPr>
          <a:xfrm>
            <a:off x="804672" y="1984248"/>
            <a:ext cx="3291900" cy="1371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None/>
              <a:defRPr sz="19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9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9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9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9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9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9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9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900">
                <a:solidFill>
                  <a:schemeClr val="dk2"/>
                </a:solidFill>
                <a:latin typeface="Barlow Semi Condensed"/>
                <a:ea typeface="Barlow Semi Condensed"/>
                <a:cs typeface="Barlow Semi Condensed"/>
                <a:sym typeface="Barlow Semi Condensed"/>
              </a:defRPr>
            </a:lvl9pPr>
          </a:lstStyle>
          <a:p>
            <a:endParaRPr/>
          </a:p>
        </p:txBody>
      </p:sp>
      <p:sp>
        <p:nvSpPr>
          <p:cNvPr id="305" name="Google Shape;305;p7"/>
          <p:cNvSpPr txBox="1">
            <a:spLocks noGrp="1"/>
          </p:cNvSpPr>
          <p:nvPr>
            <p:ph type="title"/>
          </p:nvPr>
        </p:nvSpPr>
        <p:spPr>
          <a:xfrm>
            <a:off x="804672" y="3319272"/>
            <a:ext cx="3291900" cy="402300"/>
          </a:xfrm>
          <a:prstGeom prst="rect">
            <a:avLst/>
          </a:prstGeom>
        </p:spPr>
        <p:txBody>
          <a:bodyPr spcFirstLastPara="1" wrap="square" lIns="91425" tIns="91425" rIns="91425" bIns="91425" anchor="b" anchorCtr="0">
            <a:noAutofit/>
          </a:bodyPr>
          <a:lstStyle>
            <a:lvl1pPr lv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1pPr>
            <a:lvl2pPr lvl="1"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2pPr>
            <a:lvl3pPr lvl="2"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3pPr>
            <a:lvl4pPr lvl="3"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4pPr>
            <a:lvl5pPr lvl="4"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5pPr>
            <a:lvl6pPr lvl="5"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6pPr>
            <a:lvl7pPr lvl="6"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7pPr>
            <a:lvl8pPr lvl="7"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8pPr>
            <a:lvl9pPr lvl="8"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306" name="Google Shape;306;p7"/>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307" name="Google Shape;307;p7"/>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308" name="Google Shape;308;p7"/>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309" name="Google Shape;309;p7"/>
          <p:cNvGrpSpPr/>
          <p:nvPr/>
        </p:nvGrpSpPr>
        <p:grpSpPr>
          <a:xfrm flipH="1">
            <a:off x="499400" y="959675"/>
            <a:ext cx="581800" cy="582350"/>
            <a:chOff x="8064275" y="887850"/>
            <a:chExt cx="581800" cy="582350"/>
          </a:xfrm>
        </p:grpSpPr>
        <p:sp>
          <p:nvSpPr>
            <p:cNvPr id="310" name="Google Shape;310;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 name="Google Shape;316;p7"/>
          <p:cNvGrpSpPr/>
          <p:nvPr/>
        </p:nvGrpSpPr>
        <p:grpSpPr>
          <a:xfrm flipH="1">
            <a:off x="1500400" y="388100"/>
            <a:ext cx="292025" cy="292575"/>
            <a:chOff x="7353050" y="316275"/>
            <a:chExt cx="292025" cy="292575"/>
          </a:xfrm>
        </p:grpSpPr>
        <p:sp>
          <p:nvSpPr>
            <p:cNvPr id="317" name="Google Shape;317;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1" name="Google Shape;321;p7"/>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7"/>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7"/>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7"/>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7"/>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7"/>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7"/>
          <p:cNvGrpSpPr/>
          <p:nvPr/>
        </p:nvGrpSpPr>
        <p:grpSpPr>
          <a:xfrm flipH="1">
            <a:off x="3527112" y="361100"/>
            <a:ext cx="175013" cy="27000"/>
            <a:chOff x="5662375" y="212375"/>
            <a:chExt cx="175013" cy="27000"/>
          </a:xfrm>
        </p:grpSpPr>
        <p:sp>
          <p:nvSpPr>
            <p:cNvPr id="328" name="Google Shape;328;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 name="Google Shape;331;p7"/>
          <p:cNvGrpSpPr/>
          <p:nvPr/>
        </p:nvGrpSpPr>
        <p:grpSpPr>
          <a:xfrm flipH="1">
            <a:off x="480412" y="242700"/>
            <a:ext cx="175013" cy="27000"/>
            <a:chOff x="5662375" y="212375"/>
            <a:chExt cx="175013" cy="27000"/>
          </a:xfrm>
        </p:grpSpPr>
        <p:sp>
          <p:nvSpPr>
            <p:cNvPr id="332" name="Google Shape;332;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 name="Google Shape;335;p7"/>
          <p:cNvGrpSpPr/>
          <p:nvPr/>
        </p:nvGrpSpPr>
        <p:grpSpPr>
          <a:xfrm flipH="1">
            <a:off x="901712" y="1653625"/>
            <a:ext cx="175013" cy="27000"/>
            <a:chOff x="5662375" y="212375"/>
            <a:chExt cx="175013" cy="27000"/>
          </a:xfrm>
        </p:grpSpPr>
        <p:sp>
          <p:nvSpPr>
            <p:cNvPr id="336" name="Google Shape;336;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39" name="Google Shape;339;p7"/>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340" name="Google Shape;340;p7"/>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341" name="Google Shape;341;p7"/>
          <p:cNvGrpSpPr/>
          <p:nvPr/>
        </p:nvGrpSpPr>
        <p:grpSpPr>
          <a:xfrm rot="10800000">
            <a:off x="499400" y="3940925"/>
            <a:ext cx="581800" cy="582350"/>
            <a:chOff x="8064275" y="887850"/>
            <a:chExt cx="581800" cy="582350"/>
          </a:xfrm>
        </p:grpSpPr>
        <p:sp>
          <p:nvSpPr>
            <p:cNvPr id="342" name="Google Shape;342;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 name="Google Shape;348;p7"/>
          <p:cNvGrpSpPr/>
          <p:nvPr/>
        </p:nvGrpSpPr>
        <p:grpSpPr>
          <a:xfrm rot="10800000">
            <a:off x="1819575" y="4586750"/>
            <a:ext cx="292025" cy="292575"/>
            <a:chOff x="7353050" y="316275"/>
            <a:chExt cx="292025" cy="292575"/>
          </a:xfrm>
        </p:grpSpPr>
        <p:sp>
          <p:nvSpPr>
            <p:cNvPr id="349" name="Google Shape;349;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 name="Google Shape;353;p7"/>
          <p:cNvGrpSpPr/>
          <p:nvPr/>
        </p:nvGrpSpPr>
        <p:grpSpPr>
          <a:xfrm rot="10800000">
            <a:off x="212525" y="4645550"/>
            <a:ext cx="175000" cy="175000"/>
            <a:chOff x="8792300" y="321275"/>
            <a:chExt cx="175000" cy="175000"/>
          </a:xfrm>
        </p:grpSpPr>
        <p:sp>
          <p:nvSpPr>
            <p:cNvPr id="354" name="Google Shape;354;p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 name="Google Shape;358;p7"/>
          <p:cNvGrpSpPr/>
          <p:nvPr/>
        </p:nvGrpSpPr>
        <p:grpSpPr>
          <a:xfrm rot="10800000">
            <a:off x="480412" y="4852325"/>
            <a:ext cx="175013" cy="27000"/>
            <a:chOff x="5662375" y="212375"/>
            <a:chExt cx="175013" cy="27000"/>
          </a:xfrm>
        </p:grpSpPr>
        <p:sp>
          <p:nvSpPr>
            <p:cNvPr id="359" name="Google Shape;359;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 name="Google Shape;362;p7"/>
          <p:cNvGrpSpPr/>
          <p:nvPr/>
        </p:nvGrpSpPr>
        <p:grpSpPr>
          <a:xfrm rot="10800000">
            <a:off x="1054112" y="3898600"/>
            <a:ext cx="175013" cy="27000"/>
            <a:chOff x="5662375" y="212375"/>
            <a:chExt cx="175013" cy="27000"/>
          </a:xfrm>
        </p:grpSpPr>
        <p:sp>
          <p:nvSpPr>
            <p:cNvPr id="363" name="Google Shape;363;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6"/>
        <p:cNvGrpSpPr/>
        <p:nvPr/>
      </p:nvGrpSpPr>
      <p:grpSpPr>
        <a:xfrm>
          <a:off x="0" y="0"/>
          <a:ext cx="0" cy="0"/>
          <a:chOff x="0" y="0"/>
          <a:chExt cx="0" cy="0"/>
        </a:xfrm>
      </p:grpSpPr>
      <p:grpSp>
        <p:nvGrpSpPr>
          <p:cNvPr id="367" name="Google Shape;367;p8"/>
          <p:cNvGrpSpPr/>
          <p:nvPr/>
        </p:nvGrpSpPr>
        <p:grpSpPr>
          <a:xfrm>
            <a:off x="1349626" y="598417"/>
            <a:ext cx="6453730" cy="3631136"/>
            <a:chOff x="365750" y="1285025"/>
            <a:chExt cx="6934275" cy="3315500"/>
          </a:xfrm>
        </p:grpSpPr>
        <p:sp>
          <p:nvSpPr>
            <p:cNvPr id="368" name="Google Shape;368;p8"/>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8"/>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0" name="Google Shape;370;p8"/>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300">
                <a:latin typeface="SVN-Fjalla One" panose="02000506040000020004" pitchFamily="50" charset="0"/>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dirty="0"/>
          </a:p>
        </p:txBody>
      </p:sp>
      <p:grpSp>
        <p:nvGrpSpPr>
          <p:cNvPr id="371" name="Google Shape;371;p8"/>
          <p:cNvGrpSpPr/>
          <p:nvPr/>
        </p:nvGrpSpPr>
        <p:grpSpPr>
          <a:xfrm>
            <a:off x="-6867" y="-6625"/>
            <a:ext cx="9152342" cy="5102050"/>
            <a:chOff x="-6867" y="-6625"/>
            <a:chExt cx="9152342" cy="5102050"/>
          </a:xfrm>
        </p:grpSpPr>
        <p:cxnSp>
          <p:nvCxnSpPr>
            <p:cNvPr id="372" name="Google Shape;372;p8"/>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373" name="Google Shape;373;p8"/>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374" name="Google Shape;374;p8"/>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375" name="Google Shape;375;p8"/>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376" name="Google Shape;376;p8"/>
            <p:cNvGrpSpPr/>
            <p:nvPr/>
          </p:nvGrpSpPr>
          <p:grpSpPr>
            <a:xfrm flipH="1">
              <a:off x="1278333" y="4513075"/>
              <a:ext cx="581800" cy="582350"/>
              <a:chOff x="8064275" y="887850"/>
              <a:chExt cx="581800" cy="582350"/>
            </a:xfrm>
          </p:grpSpPr>
          <p:sp>
            <p:nvSpPr>
              <p:cNvPr id="377" name="Google Shape;377;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 name="Google Shape;383;p8"/>
            <p:cNvGrpSpPr/>
            <p:nvPr/>
          </p:nvGrpSpPr>
          <p:grpSpPr>
            <a:xfrm flipH="1">
              <a:off x="2747608" y="4340463"/>
              <a:ext cx="292025" cy="292575"/>
              <a:chOff x="7353050" y="316275"/>
              <a:chExt cx="292025" cy="292575"/>
            </a:xfrm>
          </p:grpSpPr>
          <p:sp>
            <p:nvSpPr>
              <p:cNvPr id="384" name="Google Shape;384;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8"/>
            <p:cNvGrpSpPr/>
            <p:nvPr/>
          </p:nvGrpSpPr>
          <p:grpSpPr>
            <a:xfrm flipH="1">
              <a:off x="171308" y="4315025"/>
              <a:ext cx="175000" cy="175000"/>
              <a:chOff x="8792300" y="321275"/>
              <a:chExt cx="175000" cy="175000"/>
            </a:xfrm>
          </p:grpSpPr>
          <p:sp>
            <p:nvSpPr>
              <p:cNvPr id="389" name="Google Shape;389;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 name="Google Shape;393;p8"/>
            <p:cNvGrpSpPr/>
            <p:nvPr/>
          </p:nvGrpSpPr>
          <p:grpSpPr>
            <a:xfrm>
              <a:off x="3873197" y="4657550"/>
              <a:ext cx="293111" cy="293388"/>
              <a:chOff x="3164039" y="430875"/>
              <a:chExt cx="293111" cy="293388"/>
            </a:xfrm>
          </p:grpSpPr>
          <p:sp>
            <p:nvSpPr>
              <p:cNvPr id="394" name="Google Shape;394;p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0" name="Google Shape;400;p8"/>
            <p:cNvGrpSpPr/>
            <p:nvPr/>
          </p:nvGrpSpPr>
          <p:grpSpPr>
            <a:xfrm flipH="1">
              <a:off x="242270" y="4142425"/>
              <a:ext cx="175013" cy="27000"/>
              <a:chOff x="5662375" y="212375"/>
              <a:chExt cx="175013" cy="27000"/>
            </a:xfrm>
          </p:grpSpPr>
          <p:sp>
            <p:nvSpPr>
              <p:cNvPr id="401" name="Google Shape;40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04" name="Google Shape;404;p8"/>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405" name="Google Shape;405;p8"/>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06" name="Google Shape;406;p8"/>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07" name="Google Shape;407;p8"/>
            <p:cNvGrpSpPr/>
            <p:nvPr/>
          </p:nvGrpSpPr>
          <p:grpSpPr>
            <a:xfrm>
              <a:off x="8064275" y="1040250"/>
              <a:ext cx="581800" cy="582350"/>
              <a:chOff x="8064275" y="887850"/>
              <a:chExt cx="581800" cy="582350"/>
            </a:xfrm>
          </p:grpSpPr>
          <p:sp>
            <p:nvSpPr>
              <p:cNvPr id="408" name="Google Shape;408;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8"/>
            <p:cNvGrpSpPr/>
            <p:nvPr/>
          </p:nvGrpSpPr>
          <p:grpSpPr>
            <a:xfrm>
              <a:off x="7353050" y="316275"/>
              <a:ext cx="292025" cy="292575"/>
              <a:chOff x="7353050" y="316275"/>
              <a:chExt cx="292025" cy="292575"/>
            </a:xfrm>
          </p:grpSpPr>
          <p:sp>
            <p:nvSpPr>
              <p:cNvPr id="415" name="Google Shape;415;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8"/>
            <p:cNvGrpSpPr/>
            <p:nvPr/>
          </p:nvGrpSpPr>
          <p:grpSpPr>
            <a:xfrm>
              <a:off x="8792300" y="321275"/>
              <a:ext cx="175000" cy="175000"/>
              <a:chOff x="8792300" y="321275"/>
              <a:chExt cx="175000" cy="175000"/>
            </a:xfrm>
          </p:grpSpPr>
          <p:sp>
            <p:nvSpPr>
              <p:cNvPr id="420" name="Google Shape;420;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4" name="Google Shape;424;p8"/>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8"/>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8"/>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8"/>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8"/>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8"/>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 name="Google Shape;430;p8"/>
            <p:cNvGrpSpPr/>
            <p:nvPr/>
          </p:nvGrpSpPr>
          <p:grpSpPr>
            <a:xfrm>
              <a:off x="8490050" y="170875"/>
              <a:ext cx="175013" cy="27000"/>
              <a:chOff x="5662375" y="212375"/>
              <a:chExt cx="175013" cy="27000"/>
            </a:xfrm>
          </p:grpSpPr>
          <p:sp>
            <p:nvSpPr>
              <p:cNvPr id="431" name="Google Shape;43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 name="Google Shape;434;p8"/>
            <p:cNvGrpSpPr/>
            <p:nvPr/>
          </p:nvGrpSpPr>
          <p:grpSpPr>
            <a:xfrm>
              <a:off x="8678350" y="1658000"/>
              <a:ext cx="175013" cy="27000"/>
              <a:chOff x="5662375" y="212375"/>
              <a:chExt cx="175013" cy="27000"/>
            </a:xfrm>
          </p:grpSpPr>
          <p:sp>
            <p:nvSpPr>
              <p:cNvPr id="435" name="Google Shape;435;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atin typeface="SVN-Fjalla One" panose="02000506040000020004" pitchFamily="50" charset="0"/>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dirty="0"/>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914400" lvl="1"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371600" lvl="2"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1828800" lvl="3"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2286000" lvl="4"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2743200" lvl="5"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3200400" lvl="6"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3657600" lvl="7"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4114800" lvl="8"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a:endParaRPr/>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5"/>
        <p:cNvGrpSpPr/>
        <p:nvPr/>
      </p:nvGrpSpPr>
      <p:grpSpPr>
        <a:xfrm>
          <a:off x="0" y="0"/>
          <a:ext cx="0" cy="0"/>
          <a:chOff x="0" y="0"/>
          <a:chExt cx="0" cy="0"/>
        </a:xfrm>
      </p:grpSpPr>
      <p:grpSp>
        <p:nvGrpSpPr>
          <p:cNvPr id="546" name="Google Shape;546;p11"/>
          <p:cNvGrpSpPr/>
          <p:nvPr/>
        </p:nvGrpSpPr>
        <p:grpSpPr>
          <a:xfrm rot="10800000">
            <a:off x="1954823" y="1124844"/>
            <a:ext cx="5234354" cy="3069144"/>
            <a:chOff x="1098425" y="237675"/>
            <a:chExt cx="5358675" cy="5174750"/>
          </a:xfrm>
        </p:grpSpPr>
        <p:sp>
          <p:nvSpPr>
            <p:cNvPr id="547" name="Google Shape;547;p11"/>
            <p:cNvSpPr/>
            <p:nvPr/>
          </p:nvSpPr>
          <p:spPr>
            <a:xfrm>
              <a:off x="1098425" y="237675"/>
              <a:ext cx="5358675" cy="5173850"/>
            </a:xfrm>
            <a:custGeom>
              <a:avLst/>
              <a:gdLst/>
              <a:ahLst/>
              <a:cxnLst/>
              <a:rect l="l" t="t" r="r" b="b"/>
              <a:pathLst>
                <a:path w="214347" h="206954" extrusionOk="0">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1"/>
            <p:cNvSpPr/>
            <p:nvPr/>
          </p:nvSpPr>
          <p:spPr>
            <a:xfrm>
              <a:off x="1098425" y="237675"/>
              <a:ext cx="5358675" cy="5173850"/>
            </a:xfrm>
            <a:custGeom>
              <a:avLst/>
              <a:gdLst/>
              <a:ahLst/>
              <a:cxnLst/>
              <a:rect l="l" t="t" r="r" b="b"/>
              <a:pathLst>
                <a:path w="214347" h="206954" extrusionOk="0">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1"/>
            <p:cNvSpPr/>
            <p:nvPr/>
          </p:nvSpPr>
          <p:spPr>
            <a:xfrm>
              <a:off x="1119425" y="238125"/>
              <a:ext cx="5331675" cy="5174300"/>
            </a:xfrm>
            <a:custGeom>
              <a:avLst/>
              <a:gdLst/>
              <a:ahLst/>
              <a:cxnLst/>
              <a:rect l="l" t="t" r="r" b="b"/>
              <a:pathLst>
                <a:path w="213267" h="206972" extrusionOk="0">
                  <a:moveTo>
                    <a:pt x="114278" y="0"/>
                  </a:moveTo>
                  <a:cubicBezTo>
                    <a:pt x="106004" y="0"/>
                    <a:pt x="97190" y="1739"/>
                    <a:pt x="87837" y="5636"/>
                  </a:cubicBezTo>
                  <a:cubicBezTo>
                    <a:pt x="66552" y="14570"/>
                    <a:pt x="49704" y="31717"/>
                    <a:pt x="36634" y="50724"/>
                  </a:cubicBezTo>
                  <a:cubicBezTo>
                    <a:pt x="16248" y="80223"/>
                    <a:pt x="3657" y="115058"/>
                    <a:pt x="420" y="150792"/>
                  </a:cubicBezTo>
                  <a:cubicBezTo>
                    <a:pt x="180" y="153610"/>
                    <a:pt x="0" y="156488"/>
                    <a:pt x="0" y="159366"/>
                  </a:cubicBezTo>
                  <a:cubicBezTo>
                    <a:pt x="0" y="171058"/>
                    <a:pt x="2578" y="182929"/>
                    <a:pt x="11632" y="189704"/>
                  </a:cubicBezTo>
                  <a:cubicBezTo>
                    <a:pt x="18287" y="194621"/>
                    <a:pt x="27041" y="195640"/>
                    <a:pt x="35315" y="196419"/>
                  </a:cubicBezTo>
                  <a:cubicBezTo>
                    <a:pt x="67631" y="199597"/>
                    <a:pt x="99948" y="202775"/>
                    <a:pt x="132265" y="205893"/>
                  </a:cubicBezTo>
                  <a:cubicBezTo>
                    <a:pt x="137601" y="206432"/>
                    <a:pt x="143057" y="206972"/>
                    <a:pt x="148393" y="206972"/>
                  </a:cubicBezTo>
                  <a:cubicBezTo>
                    <a:pt x="155648" y="206972"/>
                    <a:pt x="162723" y="206013"/>
                    <a:pt x="169258" y="203075"/>
                  </a:cubicBezTo>
                  <a:cubicBezTo>
                    <a:pt x="184907" y="196000"/>
                    <a:pt x="193241" y="179092"/>
                    <a:pt x="200376" y="163443"/>
                  </a:cubicBezTo>
                  <a:cubicBezTo>
                    <a:pt x="206611" y="149713"/>
                    <a:pt x="213027" y="135443"/>
                    <a:pt x="213266" y="120334"/>
                  </a:cubicBezTo>
                  <a:cubicBezTo>
                    <a:pt x="213266" y="120034"/>
                    <a:pt x="213266" y="119734"/>
                    <a:pt x="213266" y="119375"/>
                  </a:cubicBezTo>
                  <a:cubicBezTo>
                    <a:pt x="213266" y="104925"/>
                    <a:pt x="207690" y="90955"/>
                    <a:pt x="201035" y="78064"/>
                  </a:cubicBezTo>
                  <a:cubicBezTo>
                    <a:pt x="182569" y="42150"/>
                    <a:pt x="154809" y="0"/>
                    <a:pt x="114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0" name="Google Shape;550;p11"/>
          <p:cNvSpPr txBox="1">
            <a:spLocks noGrp="1"/>
          </p:cNvSpPr>
          <p:nvPr>
            <p:ph type="subTitle" idx="1"/>
          </p:nvPr>
        </p:nvSpPr>
        <p:spPr>
          <a:xfrm>
            <a:off x="3227832" y="2816352"/>
            <a:ext cx="2679300" cy="6585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cxnSp>
        <p:nvCxnSpPr>
          <p:cNvPr id="551" name="Google Shape;551;p11"/>
          <p:cNvCxnSpPr/>
          <p:nvPr/>
        </p:nvCxnSpPr>
        <p:spPr>
          <a:xfrm rot="5400000">
            <a:off x="7269708" y="3324550"/>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552" name="Google Shape;552;p11"/>
          <p:cNvCxnSpPr/>
          <p:nvPr/>
        </p:nvCxnSpPr>
        <p:spPr>
          <a:xfrm rot="-5400000" flipH="1">
            <a:off x="7181408" y="2082400"/>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553" name="Google Shape;553;p11"/>
          <p:cNvCxnSpPr/>
          <p:nvPr/>
        </p:nvCxnSpPr>
        <p:spPr>
          <a:xfrm rot="5400000">
            <a:off x="7232433" y="736375"/>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554" name="Google Shape;554;p11"/>
          <p:cNvCxnSpPr/>
          <p:nvPr/>
        </p:nvCxnSpPr>
        <p:spPr>
          <a:xfrm rot="5400000">
            <a:off x="8168433" y="-6660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555" name="Google Shape;555;p11"/>
          <p:cNvGrpSpPr/>
          <p:nvPr/>
        </p:nvGrpSpPr>
        <p:grpSpPr>
          <a:xfrm rot="5400000" flipH="1">
            <a:off x="7407333" y="1284925"/>
            <a:ext cx="581800" cy="582350"/>
            <a:chOff x="8064275" y="887850"/>
            <a:chExt cx="581800" cy="582350"/>
          </a:xfrm>
        </p:grpSpPr>
        <p:sp>
          <p:nvSpPr>
            <p:cNvPr id="556" name="Google Shape;556;p1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 name="Google Shape;562;p11"/>
          <p:cNvGrpSpPr/>
          <p:nvPr/>
        </p:nvGrpSpPr>
        <p:grpSpPr>
          <a:xfrm rot="5400000" flipH="1">
            <a:off x="7869720" y="2754200"/>
            <a:ext cx="292025" cy="292575"/>
            <a:chOff x="7353050" y="316275"/>
            <a:chExt cx="292025" cy="292575"/>
          </a:xfrm>
        </p:grpSpPr>
        <p:sp>
          <p:nvSpPr>
            <p:cNvPr id="563" name="Google Shape;563;p1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7" name="Google Shape;567;p11"/>
          <p:cNvGrpSpPr/>
          <p:nvPr/>
        </p:nvGrpSpPr>
        <p:grpSpPr>
          <a:xfrm rot="5400000" flipH="1">
            <a:off x="8012458" y="178175"/>
            <a:ext cx="175000" cy="175000"/>
            <a:chOff x="8792300" y="321275"/>
            <a:chExt cx="175000" cy="175000"/>
          </a:xfrm>
        </p:grpSpPr>
        <p:sp>
          <p:nvSpPr>
            <p:cNvPr id="568" name="Google Shape;568;p1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 name="Google Shape;572;p11"/>
          <p:cNvGrpSpPr/>
          <p:nvPr/>
        </p:nvGrpSpPr>
        <p:grpSpPr>
          <a:xfrm rot="5400000">
            <a:off x="7551683" y="3879926"/>
            <a:ext cx="293111" cy="293388"/>
            <a:chOff x="3164039" y="430875"/>
            <a:chExt cx="293111" cy="293388"/>
          </a:xfrm>
        </p:grpSpPr>
        <p:sp>
          <p:nvSpPr>
            <p:cNvPr id="573" name="Google Shape;573;p11"/>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1"/>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1"/>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1"/>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1"/>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1"/>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 name="Google Shape;579;p11"/>
          <p:cNvGrpSpPr/>
          <p:nvPr/>
        </p:nvGrpSpPr>
        <p:grpSpPr>
          <a:xfrm rot="5400000" flipH="1">
            <a:off x="8259052" y="323144"/>
            <a:ext cx="175013" cy="27000"/>
            <a:chOff x="5662375" y="212375"/>
            <a:chExt cx="175013" cy="27000"/>
          </a:xfrm>
        </p:grpSpPr>
        <p:sp>
          <p:nvSpPr>
            <p:cNvPr id="580" name="Google Shape;580;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83" name="Google Shape;583;p11"/>
          <p:cNvCxnSpPr/>
          <p:nvPr/>
        </p:nvCxnSpPr>
        <p:spPr>
          <a:xfrm rot="5400000" flipH="1">
            <a:off x="740850" y="25983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584" name="Google Shape;584;p11"/>
          <p:cNvCxnSpPr/>
          <p:nvPr/>
        </p:nvCxnSpPr>
        <p:spPr>
          <a:xfrm rot="-5400000">
            <a:off x="847100" y="355400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585" name="Google Shape;585;p11"/>
          <p:cNvCxnSpPr/>
          <p:nvPr/>
        </p:nvCxnSpPr>
        <p:spPr>
          <a:xfrm rot="5400000" flipH="1">
            <a:off x="1105775" y="415125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586" name="Google Shape;586;p11"/>
          <p:cNvGrpSpPr/>
          <p:nvPr/>
        </p:nvGrpSpPr>
        <p:grpSpPr>
          <a:xfrm rot="5400000">
            <a:off x="621475" y="4062025"/>
            <a:ext cx="581800" cy="582350"/>
            <a:chOff x="8064275" y="887850"/>
            <a:chExt cx="581800" cy="582350"/>
          </a:xfrm>
        </p:grpSpPr>
        <p:sp>
          <p:nvSpPr>
            <p:cNvPr id="587" name="Google Shape;587;p1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 name="Google Shape;593;p11"/>
          <p:cNvGrpSpPr/>
          <p:nvPr/>
        </p:nvGrpSpPr>
        <p:grpSpPr>
          <a:xfrm rot="5400000">
            <a:off x="1482825" y="3350800"/>
            <a:ext cx="292025" cy="292575"/>
            <a:chOff x="7353050" y="316275"/>
            <a:chExt cx="292025" cy="292575"/>
          </a:xfrm>
        </p:grpSpPr>
        <p:sp>
          <p:nvSpPr>
            <p:cNvPr id="594" name="Google Shape;594;p1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 name="Google Shape;598;p11"/>
          <p:cNvGrpSpPr/>
          <p:nvPr/>
        </p:nvGrpSpPr>
        <p:grpSpPr>
          <a:xfrm rot="5400000">
            <a:off x="1595125" y="4790325"/>
            <a:ext cx="175000" cy="175000"/>
            <a:chOff x="8792300" y="321275"/>
            <a:chExt cx="175000" cy="175000"/>
          </a:xfrm>
        </p:grpSpPr>
        <p:sp>
          <p:nvSpPr>
            <p:cNvPr id="599" name="Google Shape;599;p1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3" name="Google Shape;603;p11"/>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1"/>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1"/>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1"/>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11"/>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1"/>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9" name="Google Shape;609;p11"/>
          <p:cNvGrpSpPr/>
          <p:nvPr/>
        </p:nvGrpSpPr>
        <p:grpSpPr>
          <a:xfrm rot="5400000">
            <a:off x="1701119" y="1515381"/>
            <a:ext cx="175013" cy="27000"/>
            <a:chOff x="5662375" y="212375"/>
            <a:chExt cx="175013" cy="27000"/>
          </a:xfrm>
        </p:grpSpPr>
        <p:sp>
          <p:nvSpPr>
            <p:cNvPr id="610" name="Google Shape;610;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3" name="Google Shape;613;p11"/>
          <p:cNvGrpSpPr/>
          <p:nvPr/>
        </p:nvGrpSpPr>
        <p:grpSpPr>
          <a:xfrm rot="5400000">
            <a:off x="1819519" y="4562081"/>
            <a:ext cx="175013" cy="27000"/>
            <a:chOff x="5662375" y="212375"/>
            <a:chExt cx="175013" cy="27000"/>
          </a:xfrm>
        </p:grpSpPr>
        <p:sp>
          <p:nvSpPr>
            <p:cNvPr id="614" name="Google Shape;614;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7" name="Google Shape;617;p11"/>
          <p:cNvGrpSpPr/>
          <p:nvPr/>
        </p:nvGrpSpPr>
        <p:grpSpPr>
          <a:xfrm rot="5400000">
            <a:off x="408594" y="4140781"/>
            <a:ext cx="175013" cy="27000"/>
            <a:chOff x="5662375" y="212375"/>
            <a:chExt cx="175013" cy="27000"/>
          </a:xfrm>
        </p:grpSpPr>
        <p:sp>
          <p:nvSpPr>
            <p:cNvPr id="618" name="Google Shape;618;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1" name="Google Shape;621;p11"/>
          <p:cNvSpPr txBox="1">
            <a:spLocks noGrp="1"/>
          </p:cNvSpPr>
          <p:nvPr>
            <p:ph type="title" hasCustomPrompt="1"/>
          </p:nvPr>
        </p:nvSpPr>
        <p:spPr>
          <a:xfrm>
            <a:off x="2624328" y="2057400"/>
            <a:ext cx="3904500" cy="786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atin typeface="SVN-Fjalla One" panose="02000506040000020004" pitchFamily="50" charset="0"/>
              </a:defRPr>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rPr dirty="0"/>
              <a:t>xx%</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2"/>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ix columns of text">
  <p:cSld name="CUSTOM_8">
    <p:spTree>
      <p:nvGrpSpPr>
        <p:cNvPr id="1" name="Shape 760"/>
        <p:cNvGrpSpPr/>
        <p:nvPr/>
      </p:nvGrpSpPr>
      <p:grpSpPr>
        <a:xfrm>
          <a:off x="0" y="0"/>
          <a:ext cx="0" cy="0"/>
          <a:chOff x="0" y="0"/>
          <a:chExt cx="0" cy="0"/>
        </a:xfrm>
      </p:grpSpPr>
      <p:sp>
        <p:nvSpPr>
          <p:cNvPr id="761" name="Google Shape;761;p17"/>
          <p:cNvSpPr txBox="1">
            <a:spLocks noGrp="1"/>
          </p:cNvSpPr>
          <p:nvPr>
            <p:ph type="title"/>
          </p:nvPr>
        </p:nvSpPr>
        <p:spPr>
          <a:xfrm>
            <a:off x="3090672" y="338328"/>
            <a:ext cx="2962800" cy="5760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atin typeface="SVN-Fjalla One" panose="02000506040000020004" pitchFamily="50" charset="0"/>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dirty="0"/>
          </a:p>
        </p:txBody>
      </p:sp>
      <p:sp>
        <p:nvSpPr>
          <p:cNvPr id="762" name="Google Shape;762;p17"/>
          <p:cNvSpPr txBox="1">
            <a:spLocks noGrp="1"/>
          </p:cNvSpPr>
          <p:nvPr>
            <p:ph type="subTitle" idx="1"/>
          </p:nvPr>
        </p:nvSpPr>
        <p:spPr>
          <a:xfrm>
            <a:off x="1522425" y="1588336"/>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3" name="Google Shape;763;p17"/>
          <p:cNvSpPr txBox="1">
            <a:spLocks noGrp="1"/>
          </p:cNvSpPr>
          <p:nvPr>
            <p:ph type="subTitle" idx="2"/>
          </p:nvPr>
        </p:nvSpPr>
        <p:spPr>
          <a:xfrm>
            <a:off x="1522425"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64" name="Google Shape;764;p17"/>
          <p:cNvSpPr txBox="1">
            <a:spLocks noGrp="1"/>
          </p:cNvSpPr>
          <p:nvPr>
            <p:ph type="subTitle" idx="3"/>
          </p:nvPr>
        </p:nvSpPr>
        <p:spPr>
          <a:xfrm>
            <a:off x="3689552" y="1588336"/>
            <a:ext cx="17649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5" name="Google Shape;765;p17"/>
          <p:cNvSpPr txBox="1">
            <a:spLocks noGrp="1"/>
          </p:cNvSpPr>
          <p:nvPr>
            <p:ph type="subTitle" idx="4"/>
          </p:nvPr>
        </p:nvSpPr>
        <p:spPr>
          <a:xfrm>
            <a:off x="3689552"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9pPr>
          </a:lstStyle>
          <a:p>
            <a:endParaRPr/>
          </a:p>
        </p:txBody>
      </p:sp>
      <p:sp>
        <p:nvSpPr>
          <p:cNvPr id="766" name="Google Shape;766;p17"/>
          <p:cNvSpPr txBox="1">
            <a:spLocks noGrp="1"/>
          </p:cNvSpPr>
          <p:nvPr>
            <p:ph type="subTitle" idx="5"/>
          </p:nvPr>
        </p:nvSpPr>
        <p:spPr>
          <a:xfrm>
            <a:off x="5856675" y="1588336"/>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7" name="Google Shape;767;p17"/>
          <p:cNvSpPr txBox="1">
            <a:spLocks noGrp="1"/>
          </p:cNvSpPr>
          <p:nvPr>
            <p:ph type="subTitle" idx="6"/>
          </p:nvPr>
        </p:nvSpPr>
        <p:spPr>
          <a:xfrm>
            <a:off x="5856675"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68" name="Google Shape;768;p17"/>
          <p:cNvSpPr txBox="1">
            <a:spLocks noGrp="1"/>
          </p:cNvSpPr>
          <p:nvPr>
            <p:ph type="subTitle" idx="7"/>
          </p:nvPr>
        </p:nvSpPr>
        <p:spPr>
          <a:xfrm>
            <a:off x="1522425" y="3215958"/>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9" name="Google Shape;769;p17"/>
          <p:cNvSpPr txBox="1">
            <a:spLocks noGrp="1"/>
          </p:cNvSpPr>
          <p:nvPr>
            <p:ph type="subTitle" idx="8"/>
          </p:nvPr>
        </p:nvSpPr>
        <p:spPr>
          <a:xfrm>
            <a:off x="1522425" y="3556017"/>
            <a:ext cx="17649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70" name="Google Shape;770;p17"/>
          <p:cNvSpPr txBox="1">
            <a:spLocks noGrp="1"/>
          </p:cNvSpPr>
          <p:nvPr>
            <p:ph type="subTitle" idx="9"/>
          </p:nvPr>
        </p:nvSpPr>
        <p:spPr>
          <a:xfrm>
            <a:off x="3597450" y="3215961"/>
            <a:ext cx="19491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71" name="Google Shape;771;p17"/>
          <p:cNvSpPr txBox="1">
            <a:spLocks noGrp="1"/>
          </p:cNvSpPr>
          <p:nvPr>
            <p:ph type="subTitle" idx="13"/>
          </p:nvPr>
        </p:nvSpPr>
        <p:spPr>
          <a:xfrm>
            <a:off x="3597500" y="3556017"/>
            <a:ext cx="19491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72" name="Google Shape;772;p17"/>
          <p:cNvSpPr txBox="1">
            <a:spLocks noGrp="1"/>
          </p:cNvSpPr>
          <p:nvPr>
            <p:ph type="subTitle" idx="14"/>
          </p:nvPr>
        </p:nvSpPr>
        <p:spPr>
          <a:xfrm>
            <a:off x="5856675" y="3215958"/>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73" name="Google Shape;773;p17"/>
          <p:cNvSpPr txBox="1">
            <a:spLocks noGrp="1"/>
          </p:cNvSpPr>
          <p:nvPr>
            <p:ph type="subTitle" idx="15"/>
          </p:nvPr>
        </p:nvSpPr>
        <p:spPr>
          <a:xfrm>
            <a:off x="5856675" y="3556017"/>
            <a:ext cx="17649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cxnSp>
        <p:nvCxnSpPr>
          <p:cNvPr id="774" name="Google Shape;774;p17"/>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775" name="Google Shape;775;p17"/>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776" name="Google Shape;776;p17"/>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777" name="Google Shape;777;p17"/>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778" name="Google Shape;778;p17"/>
          <p:cNvGrpSpPr/>
          <p:nvPr/>
        </p:nvGrpSpPr>
        <p:grpSpPr>
          <a:xfrm flipH="1">
            <a:off x="1278333" y="4513075"/>
            <a:ext cx="581800" cy="582350"/>
            <a:chOff x="8064275" y="887850"/>
            <a:chExt cx="581800" cy="582350"/>
          </a:xfrm>
        </p:grpSpPr>
        <p:sp>
          <p:nvSpPr>
            <p:cNvPr id="779" name="Google Shape;779;p1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5" name="Google Shape;785;p17"/>
          <p:cNvGrpSpPr/>
          <p:nvPr/>
        </p:nvGrpSpPr>
        <p:grpSpPr>
          <a:xfrm flipH="1">
            <a:off x="2747608" y="4340463"/>
            <a:ext cx="292025" cy="292575"/>
            <a:chOff x="7353050" y="316275"/>
            <a:chExt cx="292025" cy="292575"/>
          </a:xfrm>
        </p:grpSpPr>
        <p:sp>
          <p:nvSpPr>
            <p:cNvPr id="786" name="Google Shape;786;p1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 name="Google Shape;790;p17"/>
          <p:cNvGrpSpPr/>
          <p:nvPr/>
        </p:nvGrpSpPr>
        <p:grpSpPr>
          <a:xfrm flipH="1">
            <a:off x="171308" y="4315025"/>
            <a:ext cx="175000" cy="175000"/>
            <a:chOff x="8792300" y="321275"/>
            <a:chExt cx="175000" cy="175000"/>
          </a:xfrm>
        </p:grpSpPr>
        <p:sp>
          <p:nvSpPr>
            <p:cNvPr id="791" name="Google Shape;791;p1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5" name="Google Shape;795;p17"/>
          <p:cNvGrpSpPr/>
          <p:nvPr/>
        </p:nvGrpSpPr>
        <p:grpSpPr>
          <a:xfrm>
            <a:off x="3873197" y="4657550"/>
            <a:ext cx="293111" cy="293388"/>
            <a:chOff x="3164039" y="430875"/>
            <a:chExt cx="293111" cy="293388"/>
          </a:xfrm>
        </p:grpSpPr>
        <p:sp>
          <p:nvSpPr>
            <p:cNvPr id="796" name="Google Shape;796;p1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2" name="Google Shape;802;p17"/>
          <p:cNvGrpSpPr/>
          <p:nvPr/>
        </p:nvGrpSpPr>
        <p:grpSpPr>
          <a:xfrm flipH="1">
            <a:off x="242270" y="4142425"/>
            <a:ext cx="175013" cy="27000"/>
            <a:chOff x="5662375" y="212375"/>
            <a:chExt cx="175013" cy="27000"/>
          </a:xfrm>
        </p:grpSpPr>
        <p:sp>
          <p:nvSpPr>
            <p:cNvPr id="803" name="Google Shape;803;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06" name="Google Shape;806;p17"/>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807" name="Google Shape;807;p17"/>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808" name="Google Shape;808;p17"/>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809" name="Google Shape;809;p17"/>
          <p:cNvGrpSpPr/>
          <p:nvPr/>
        </p:nvGrpSpPr>
        <p:grpSpPr>
          <a:xfrm>
            <a:off x="8064275" y="1040250"/>
            <a:ext cx="581800" cy="582350"/>
            <a:chOff x="8064275" y="887850"/>
            <a:chExt cx="581800" cy="582350"/>
          </a:xfrm>
        </p:grpSpPr>
        <p:sp>
          <p:nvSpPr>
            <p:cNvPr id="810" name="Google Shape;810;p1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17"/>
          <p:cNvGrpSpPr/>
          <p:nvPr/>
        </p:nvGrpSpPr>
        <p:grpSpPr>
          <a:xfrm>
            <a:off x="7353050" y="316275"/>
            <a:ext cx="292025" cy="292575"/>
            <a:chOff x="7353050" y="316275"/>
            <a:chExt cx="292025" cy="292575"/>
          </a:xfrm>
        </p:grpSpPr>
        <p:sp>
          <p:nvSpPr>
            <p:cNvPr id="817" name="Google Shape;817;p1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 name="Google Shape;821;p17"/>
          <p:cNvGrpSpPr/>
          <p:nvPr/>
        </p:nvGrpSpPr>
        <p:grpSpPr>
          <a:xfrm>
            <a:off x="8792300" y="321275"/>
            <a:ext cx="175000" cy="175000"/>
            <a:chOff x="8792300" y="321275"/>
            <a:chExt cx="175000" cy="175000"/>
          </a:xfrm>
        </p:grpSpPr>
        <p:sp>
          <p:nvSpPr>
            <p:cNvPr id="822" name="Google Shape;822;p1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1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1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6" name="Google Shape;826;p17"/>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7"/>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7"/>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7"/>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7"/>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7"/>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2" name="Google Shape;832;p17"/>
          <p:cNvGrpSpPr/>
          <p:nvPr/>
        </p:nvGrpSpPr>
        <p:grpSpPr>
          <a:xfrm>
            <a:off x="8490050" y="170875"/>
            <a:ext cx="175013" cy="27000"/>
            <a:chOff x="5662375" y="212375"/>
            <a:chExt cx="175013" cy="27000"/>
          </a:xfrm>
        </p:grpSpPr>
        <p:sp>
          <p:nvSpPr>
            <p:cNvPr id="833" name="Google Shape;833;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 name="Google Shape;836;p17"/>
          <p:cNvGrpSpPr/>
          <p:nvPr/>
        </p:nvGrpSpPr>
        <p:grpSpPr>
          <a:xfrm>
            <a:off x="8678350" y="1658000"/>
            <a:ext cx="175013" cy="27000"/>
            <a:chOff x="5662375" y="212375"/>
            <a:chExt cx="175013" cy="27000"/>
          </a:xfrm>
        </p:grpSpPr>
        <p:sp>
          <p:nvSpPr>
            <p:cNvPr id="837" name="Google Shape;837;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body 2">
  <p:cSld name="CUSTOM_10">
    <p:spTree>
      <p:nvGrpSpPr>
        <p:cNvPr id="1" name="Shape 840"/>
        <p:cNvGrpSpPr/>
        <p:nvPr/>
      </p:nvGrpSpPr>
      <p:grpSpPr>
        <a:xfrm>
          <a:off x="0" y="0"/>
          <a:ext cx="0" cy="0"/>
          <a:chOff x="0" y="0"/>
          <a:chExt cx="0" cy="0"/>
        </a:xfrm>
      </p:grpSpPr>
      <p:sp>
        <p:nvSpPr>
          <p:cNvPr id="841" name="Google Shape;841;p18"/>
          <p:cNvSpPr txBox="1">
            <a:spLocks noGrp="1"/>
          </p:cNvSpPr>
          <p:nvPr>
            <p:ph type="title"/>
          </p:nvPr>
        </p:nvSpPr>
        <p:spPr>
          <a:xfrm>
            <a:off x="1271016" y="338328"/>
            <a:ext cx="6611100" cy="548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atin typeface="SVN-Fjalla One" panose="02000506040000020004" pitchFamily="50" charset="0"/>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dirty="0"/>
          </a:p>
        </p:txBody>
      </p:sp>
      <p:sp>
        <p:nvSpPr>
          <p:cNvPr id="842" name="Google Shape;842;p18"/>
          <p:cNvSpPr txBox="1">
            <a:spLocks noGrp="1"/>
          </p:cNvSpPr>
          <p:nvPr>
            <p:ph type="subTitle" idx="1"/>
          </p:nvPr>
        </p:nvSpPr>
        <p:spPr>
          <a:xfrm>
            <a:off x="4690875" y="1491351"/>
            <a:ext cx="3557100" cy="2656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cxnSp>
        <p:nvCxnSpPr>
          <p:cNvPr id="843" name="Google Shape;843;p18"/>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844" name="Google Shape;844;p18"/>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845" name="Google Shape;845;p18"/>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846" name="Google Shape;846;p18"/>
          <p:cNvGrpSpPr/>
          <p:nvPr/>
        </p:nvGrpSpPr>
        <p:grpSpPr>
          <a:xfrm flipH="1">
            <a:off x="423750" y="125363"/>
            <a:ext cx="292025" cy="292575"/>
            <a:chOff x="7353050" y="316275"/>
            <a:chExt cx="292025" cy="292575"/>
          </a:xfrm>
        </p:grpSpPr>
        <p:sp>
          <p:nvSpPr>
            <p:cNvPr id="847" name="Google Shape;847;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 name="Google Shape;851;p18"/>
          <p:cNvGrpSpPr/>
          <p:nvPr/>
        </p:nvGrpSpPr>
        <p:grpSpPr>
          <a:xfrm>
            <a:off x="1638739" y="558163"/>
            <a:ext cx="293111" cy="293388"/>
            <a:chOff x="3164039" y="430875"/>
            <a:chExt cx="293111" cy="293388"/>
          </a:xfrm>
        </p:grpSpPr>
        <p:sp>
          <p:nvSpPr>
            <p:cNvPr id="852" name="Google Shape;852;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8" name="Google Shape;858;p18"/>
          <p:cNvGrpSpPr/>
          <p:nvPr/>
        </p:nvGrpSpPr>
        <p:grpSpPr>
          <a:xfrm>
            <a:off x="1591750" y="362600"/>
            <a:ext cx="175013" cy="27000"/>
            <a:chOff x="5662375" y="212375"/>
            <a:chExt cx="175013" cy="27000"/>
          </a:xfrm>
        </p:grpSpPr>
        <p:sp>
          <p:nvSpPr>
            <p:cNvPr id="859" name="Google Shape;859;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62" name="Google Shape;862;p18"/>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863" name="Google Shape;863;p18"/>
          <p:cNvGrpSpPr/>
          <p:nvPr/>
        </p:nvGrpSpPr>
        <p:grpSpPr>
          <a:xfrm>
            <a:off x="7823875" y="202375"/>
            <a:ext cx="581800" cy="582350"/>
            <a:chOff x="8064275" y="887850"/>
            <a:chExt cx="581800" cy="582350"/>
          </a:xfrm>
        </p:grpSpPr>
        <p:sp>
          <p:nvSpPr>
            <p:cNvPr id="864" name="Google Shape;86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0" name="Google Shape;870;p18"/>
          <p:cNvGrpSpPr/>
          <p:nvPr/>
        </p:nvGrpSpPr>
        <p:grpSpPr>
          <a:xfrm flipH="1">
            <a:off x="8698650" y="1117488"/>
            <a:ext cx="292025" cy="292575"/>
            <a:chOff x="7353050" y="316275"/>
            <a:chExt cx="292025" cy="292575"/>
          </a:xfrm>
        </p:grpSpPr>
        <p:sp>
          <p:nvSpPr>
            <p:cNvPr id="871" name="Google Shape;87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 name="Google Shape;875;p18"/>
          <p:cNvGrpSpPr/>
          <p:nvPr/>
        </p:nvGrpSpPr>
        <p:grpSpPr>
          <a:xfrm>
            <a:off x="8678350" y="1581800"/>
            <a:ext cx="175013" cy="27000"/>
            <a:chOff x="5662375" y="212375"/>
            <a:chExt cx="175013" cy="27000"/>
          </a:xfrm>
        </p:grpSpPr>
        <p:sp>
          <p:nvSpPr>
            <p:cNvPr id="876" name="Google Shape;876;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79" name="Google Shape;879;p18"/>
          <p:cNvCxnSpPr/>
          <p:nvPr/>
        </p:nvCxnSpPr>
        <p:spPr>
          <a:xfrm flipH="1">
            <a:off x="5101704"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880" name="Google Shape;880;p18"/>
          <p:cNvCxnSpPr/>
          <p:nvPr/>
        </p:nvCxnSpPr>
        <p:spPr>
          <a:xfrm rot="10800000">
            <a:off x="6234804"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881" name="Google Shape;881;p18"/>
          <p:cNvCxnSpPr/>
          <p:nvPr/>
        </p:nvCxnSpPr>
        <p:spPr>
          <a:xfrm flipH="1">
            <a:off x="7547529"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882" name="Google Shape;882;p18"/>
          <p:cNvCxnSpPr/>
          <p:nvPr/>
        </p:nvCxnSpPr>
        <p:spPr>
          <a:xfrm flipH="1">
            <a:off x="8872054"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883" name="Google Shape;883;p18"/>
          <p:cNvGrpSpPr/>
          <p:nvPr/>
        </p:nvGrpSpPr>
        <p:grpSpPr>
          <a:xfrm>
            <a:off x="7278954" y="4513075"/>
            <a:ext cx="581800" cy="582350"/>
            <a:chOff x="8064275" y="887850"/>
            <a:chExt cx="581800" cy="582350"/>
          </a:xfrm>
        </p:grpSpPr>
        <p:sp>
          <p:nvSpPr>
            <p:cNvPr id="884" name="Google Shape;88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 name="Google Shape;890;p18"/>
          <p:cNvGrpSpPr/>
          <p:nvPr/>
        </p:nvGrpSpPr>
        <p:grpSpPr>
          <a:xfrm>
            <a:off x="6099454" y="4340463"/>
            <a:ext cx="292025" cy="292575"/>
            <a:chOff x="7353050" y="316275"/>
            <a:chExt cx="292025" cy="292575"/>
          </a:xfrm>
        </p:grpSpPr>
        <p:sp>
          <p:nvSpPr>
            <p:cNvPr id="891" name="Google Shape;89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 name="Google Shape;895;p18"/>
          <p:cNvGrpSpPr/>
          <p:nvPr/>
        </p:nvGrpSpPr>
        <p:grpSpPr>
          <a:xfrm>
            <a:off x="8792779" y="4315025"/>
            <a:ext cx="175000" cy="175000"/>
            <a:chOff x="8792300" y="321275"/>
            <a:chExt cx="175000" cy="175000"/>
          </a:xfrm>
        </p:grpSpPr>
        <p:sp>
          <p:nvSpPr>
            <p:cNvPr id="896" name="Google Shape;896;p1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 name="Google Shape;900;p18"/>
          <p:cNvGrpSpPr/>
          <p:nvPr/>
        </p:nvGrpSpPr>
        <p:grpSpPr>
          <a:xfrm flipH="1">
            <a:off x="4972779" y="4657550"/>
            <a:ext cx="293111" cy="293388"/>
            <a:chOff x="3164039" y="430875"/>
            <a:chExt cx="293111" cy="293388"/>
          </a:xfrm>
        </p:grpSpPr>
        <p:sp>
          <p:nvSpPr>
            <p:cNvPr id="901" name="Google Shape;901;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18"/>
          <p:cNvGrpSpPr/>
          <p:nvPr/>
        </p:nvGrpSpPr>
        <p:grpSpPr>
          <a:xfrm>
            <a:off x="8721804" y="4142425"/>
            <a:ext cx="175013" cy="27000"/>
            <a:chOff x="5662375" y="212375"/>
            <a:chExt cx="175013" cy="27000"/>
          </a:xfrm>
        </p:grpSpPr>
        <p:sp>
          <p:nvSpPr>
            <p:cNvPr id="908" name="Google Shape;908;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Highlighted numbers">
  <p:cSld name="CUSTOM_11">
    <p:spTree>
      <p:nvGrpSpPr>
        <p:cNvPr id="1" name="Shape 985"/>
        <p:cNvGrpSpPr/>
        <p:nvPr/>
      </p:nvGrpSpPr>
      <p:grpSpPr>
        <a:xfrm>
          <a:off x="0" y="0"/>
          <a:ext cx="0" cy="0"/>
          <a:chOff x="0" y="0"/>
          <a:chExt cx="0" cy="0"/>
        </a:xfrm>
      </p:grpSpPr>
      <p:sp>
        <p:nvSpPr>
          <p:cNvPr id="986" name="Google Shape;986;p20"/>
          <p:cNvSpPr txBox="1">
            <a:spLocks noGrp="1"/>
          </p:cNvSpPr>
          <p:nvPr>
            <p:ph type="title" hasCustomPrompt="1"/>
          </p:nvPr>
        </p:nvSpPr>
        <p:spPr>
          <a:xfrm>
            <a:off x="2825496" y="704088"/>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latin typeface="SVN-Fjalla One" panose="02000506040000020004" pitchFamily="50" charset="0"/>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rPr dirty="0"/>
              <a:t>xx%</a:t>
            </a:r>
          </a:p>
        </p:txBody>
      </p:sp>
      <p:sp>
        <p:nvSpPr>
          <p:cNvPr id="987" name="Google Shape;987;p20"/>
          <p:cNvSpPr txBox="1">
            <a:spLocks noGrp="1"/>
          </p:cNvSpPr>
          <p:nvPr>
            <p:ph type="subTitle" idx="1"/>
          </p:nvPr>
        </p:nvSpPr>
        <p:spPr>
          <a:xfrm>
            <a:off x="2825496" y="1225296"/>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88" name="Google Shape;988;p20"/>
          <p:cNvSpPr txBox="1">
            <a:spLocks noGrp="1"/>
          </p:cNvSpPr>
          <p:nvPr>
            <p:ph type="title" idx="2" hasCustomPrompt="1"/>
          </p:nvPr>
        </p:nvSpPr>
        <p:spPr>
          <a:xfrm>
            <a:off x="2825496" y="218541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latin typeface="SVN-Fjalla One" panose="02000506040000020004" pitchFamily="50" charset="0"/>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rPr dirty="0"/>
              <a:t>xx%</a:t>
            </a:r>
          </a:p>
        </p:txBody>
      </p:sp>
      <p:sp>
        <p:nvSpPr>
          <p:cNvPr id="989" name="Google Shape;989;p20"/>
          <p:cNvSpPr txBox="1">
            <a:spLocks noGrp="1"/>
          </p:cNvSpPr>
          <p:nvPr>
            <p:ph type="subTitle" idx="3"/>
          </p:nvPr>
        </p:nvSpPr>
        <p:spPr>
          <a:xfrm>
            <a:off x="2825496" y="2697480"/>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90" name="Google Shape;990;p20"/>
          <p:cNvSpPr txBox="1">
            <a:spLocks noGrp="1"/>
          </p:cNvSpPr>
          <p:nvPr>
            <p:ph type="title" idx="4" hasCustomPrompt="1"/>
          </p:nvPr>
        </p:nvSpPr>
        <p:spPr>
          <a:xfrm>
            <a:off x="2825496" y="364845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latin typeface="SVN-Fjalla One" panose="02000506040000020004" pitchFamily="50" charset="0"/>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rPr dirty="0"/>
              <a:t>xx%</a:t>
            </a:r>
          </a:p>
        </p:txBody>
      </p:sp>
      <p:sp>
        <p:nvSpPr>
          <p:cNvPr id="991" name="Google Shape;991;p20"/>
          <p:cNvSpPr txBox="1">
            <a:spLocks noGrp="1"/>
          </p:cNvSpPr>
          <p:nvPr>
            <p:ph type="subTitle" idx="5"/>
          </p:nvPr>
        </p:nvSpPr>
        <p:spPr>
          <a:xfrm>
            <a:off x="2834640" y="4169664"/>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cxnSp>
        <p:nvCxnSpPr>
          <p:cNvPr id="992" name="Google Shape;992;p20"/>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93" name="Google Shape;993;p20"/>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94" name="Google Shape;994;p20"/>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95" name="Google Shape;995;p20"/>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96" name="Google Shape;996;p20"/>
          <p:cNvGrpSpPr/>
          <p:nvPr/>
        </p:nvGrpSpPr>
        <p:grpSpPr>
          <a:xfrm rot="5400000" flipH="1">
            <a:off x="7407333" y="1284925"/>
            <a:ext cx="581800" cy="582350"/>
            <a:chOff x="8064275" y="887850"/>
            <a:chExt cx="581800" cy="582350"/>
          </a:xfrm>
        </p:grpSpPr>
        <p:sp>
          <p:nvSpPr>
            <p:cNvPr id="997" name="Google Shape;997;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3" name="Google Shape;1003;p20"/>
          <p:cNvGrpSpPr/>
          <p:nvPr/>
        </p:nvGrpSpPr>
        <p:grpSpPr>
          <a:xfrm rot="5400000" flipH="1">
            <a:off x="7869720" y="2754200"/>
            <a:ext cx="292025" cy="292575"/>
            <a:chOff x="7353050" y="316275"/>
            <a:chExt cx="292025" cy="292575"/>
          </a:xfrm>
        </p:grpSpPr>
        <p:sp>
          <p:nvSpPr>
            <p:cNvPr id="1004" name="Google Shape;1004;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8" name="Google Shape;1008;p20"/>
          <p:cNvGrpSpPr/>
          <p:nvPr/>
        </p:nvGrpSpPr>
        <p:grpSpPr>
          <a:xfrm rot="5400000" flipH="1">
            <a:off x="8012458" y="178175"/>
            <a:ext cx="175000" cy="175000"/>
            <a:chOff x="8792300" y="321275"/>
            <a:chExt cx="175000" cy="175000"/>
          </a:xfrm>
        </p:grpSpPr>
        <p:sp>
          <p:nvSpPr>
            <p:cNvPr id="1009" name="Google Shape;1009;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3" name="Google Shape;1013;p20"/>
          <p:cNvGrpSpPr/>
          <p:nvPr/>
        </p:nvGrpSpPr>
        <p:grpSpPr>
          <a:xfrm rot="5400000">
            <a:off x="7551683" y="3879926"/>
            <a:ext cx="293111" cy="293388"/>
            <a:chOff x="3164039" y="430875"/>
            <a:chExt cx="293111" cy="293388"/>
          </a:xfrm>
        </p:grpSpPr>
        <p:sp>
          <p:nvSpPr>
            <p:cNvPr id="1014" name="Google Shape;1014;p2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0" name="Google Shape;1020;p20"/>
          <p:cNvGrpSpPr/>
          <p:nvPr/>
        </p:nvGrpSpPr>
        <p:grpSpPr>
          <a:xfrm rot="5400000" flipH="1">
            <a:off x="8259052" y="323144"/>
            <a:ext cx="175013" cy="27000"/>
            <a:chOff x="5662375" y="212375"/>
            <a:chExt cx="175013" cy="27000"/>
          </a:xfrm>
        </p:grpSpPr>
        <p:sp>
          <p:nvSpPr>
            <p:cNvPr id="1021" name="Google Shape;102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24" name="Google Shape;1024;p20"/>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1025" name="Google Shape;1025;p20"/>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026" name="Google Shape;1026;p20"/>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027" name="Google Shape;1027;p20"/>
          <p:cNvGrpSpPr/>
          <p:nvPr/>
        </p:nvGrpSpPr>
        <p:grpSpPr>
          <a:xfrm rot="5400000">
            <a:off x="621475" y="4062025"/>
            <a:ext cx="581800" cy="582350"/>
            <a:chOff x="8064275" y="887850"/>
            <a:chExt cx="581800" cy="582350"/>
          </a:xfrm>
        </p:grpSpPr>
        <p:sp>
          <p:nvSpPr>
            <p:cNvPr id="1028" name="Google Shape;1028;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4" name="Google Shape;1034;p20"/>
          <p:cNvGrpSpPr/>
          <p:nvPr/>
        </p:nvGrpSpPr>
        <p:grpSpPr>
          <a:xfrm rot="5400000">
            <a:off x="1482825" y="3350800"/>
            <a:ext cx="292025" cy="292575"/>
            <a:chOff x="7353050" y="316275"/>
            <a:chExt cx="292025" cy="292575"/>
          </a:xfrm>
        </p:grpSpPr>
        <p:sp>
          <p:nvSpPr>
            <p:cNvPr id="1035" name="Google Shape;1035;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9" name="Google Shape;1039;p20"/>
          <p:cNvGrpSpPr/>
          <p:nvPr/>
        </p:nvGrpSpPr>
        <p:grpSpPr>
          <a:xfrm rot="5400000">
            <a:off x="1595125" y="4790325"/>
            <a:ext cx="175000" cy="175000"/>
            <a:chOff x="8792300" y="321275"/>
            <a:chExt cx="175000" cy="175000"/>
          </a:xfrm>
        </p:grpSpPr>
        <p:sp>
          <p:nvSpPr>
            <p:cNvPr id="1040" name="Google Shape;1040;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4" name="Google Shape;1044;p20"/>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0"/>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0"/>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0"/>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0"/>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0"/>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0" name="Google Shape;1050;p20"/>
          <p:cNvGrpSpPr/>
          <p:nvPr/>
        </p:nvGrpSpPr>
        <p:grpSpPr>
          <a:xfrm rot="5400000">
            <a:off x="1701119" y="1515381"/>
            <a:ext cx="175013" cy="27000"/>
            <a:chOff x="5662375" y="212375"/>
            <a:chExt cx="175013" cy="27000"/>
          </a:xfrm>
        </p:grpSpPr>
        <p:sp>
          <p:nvSpPr>
            <p:cNvPr id="1051" name="Google Shape;105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4" name="Google Shape;1054;p20"/>
          <p:cNvGrpSpPr/>
          <p:nvPr/>
        </p:nvGrpSpPr>
        <p:grpSpPr>
          <a:xfrm rot="5400000">
            <a:off x="1819519" y="4562081"/>
            <a:ext cx="175013" cy="27000"/>
            <a:chOff x="5662375" y="212375"/>
            <a:chExt cx="175013" cy="27000"/>
          </a:xfrm>
        </p:grpSpPr>
        <p:sp>
          <p:nvSpPr>
            <p:cNvPr id="1055" name="Google Shape;1055;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 name="Google Shape;1058;p20"/>
          <p:cNvGrpSpPr/>
          <p:nvPr/>
        </p:nvGrpSpPr>
        <p:grpSpPr>
          <a:xfrm rot="5400000">
            <a:off x="408594" y="4140781"/>
            <a:ext cx="175013" cy="27000"/>
            <a:chOff x="5662375" y="212375"/>
            <a:chExt cx="175013" cy="27000"/>
          </a:xfrm>
        </p:grpSpPr>
        <p:sp>
          <p:nvSpPr>
            <p:cNvPr id="1059" name="Google Shape;1059;p2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ree columns of text 3">
  <p:cSld name="CUSTOM_13">
    <p:spTree>
      <p:nvGrpSpPr>
        <p:cNvPr id="1" name="Shape 1062"/>
        <p:cNvGrpSpPr/>
        <p:nvPr/>
      </p:nvGrpSpPr>
      <p:grpSpPr>
        <a:xfrm>
          <a:off x="0" y="0"/>
          <a:ext cx="0" cy="0"/>
          <a:chOff x="0" y="0"/>
          <a:chExt cx="0" cy="0"/>
        </a:xfrm>
      </p:grpSpPr>
      <p:sp>
        <p:nvSpPr>
          <p:cNvPr id="1063" name="Google Shape;1063;p21"/>
          <p:cNvSpPr txBox="1">
            <a:spLocks noGrp="1"/>
          </p:cNvSpPr>
          <p:nvPr>
            <p:ph type="title"/>
          </p:nvPr>
        </p:nvSpPr>
        <p:spPr>
          <a:xfrm>
            <a:off x="2962656" y="338328"/>
            <a:ext cx="32187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atin typeface="SVN-Fjalla One" panose="02000506040000020004" pitchFamily="50" charset="0"/>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dirty="0"/>
          </a:p>
        </p:txBody>
      </p:sp>
      <p:grpSp>
        <p:nvGrpSpPr>
          <p:cNvPr id="1064" name="Google Shape;1064;p21"/>
          <p:cNvGrpSpPr/>
          <p:nvPr/>
        </p:nvGrpSpPr>
        <p:grpSpPr>
          <a:xfrm>
            <a:off x="261711" y="-1158"/>
            <a:ext cx="8550326" cy="3981600"/>
            <a:chOff x="261711" y="-1158"/>
            <a:chExt cx="8550326" cy="3981600"/>
          </a:xfrm>
        </p:grpSpPr>
        <p:cxnSp>
          <p:nvCxnSpPr>
            <p:cNvPr id="1065" name="Google Shape;1065;p21"/>
            <p:cNvCxnSpPr/>
            <p:nvPr/>
          </p:nvCxnSpPr>
          <p:spPr>
            <a:xfrm>
              <a:off x="515925" y="-1158"/>
              <a:ext cx="0" cy="3981600"/>
            </a:xfrm>
            <a:prstGeom prst="straightConnector1">
              <a:avLst/>
            </a:prstGeom>
            <a:noFill/>
            <a:ln w="9525" cap="flat" cmpd="sng">
              <a:solidFill>
                <a:schemeClr val="dk2"/>
              </a:solidFill>
              <a:prstDash val="solid"/>
              <a:round/>
              <a:headEnd type="none" w="med" len="med"/>
              <a:tailEnd type="none" w="med" len="med"/>
            </a:ln>
          </p:spPr>
        </p:cxnSp>
        <p:cxnSp>
          <p:nvCxnSpPr>
            <p:cNvPr id="1066" name="Google Shape;1066;p21"/>
            <p:cNvCxnSpPr/>
            <p:nvPr/>
          </p:nvCxnSpPr>
          <p:spPr>
            <a:xfrm>
              <a:off x="8666025" y="-1158"/>
              <a:ext cx="0" cy="1902000"/>
            </a:xfrm>
            <a:prstGeom prst="straightConnector1">
              <a:avLst/>
            </a:prstGeom>
            <a:noFill/>
            <a:ln w="9525" cap="flat" cmpd="sng">
              <a:solidFill>
                <a:schemeClr val="dk2"/>
              </a:solidFill>
              <a:prstDash val="solid"/>
              <a:round/>
              <a:headEnd type="none" w="med" len="med"/>
              <a:tailEnd type="none" w="med" len="med"/>
            </a:ln>
          </p:spPr>
        </p:cxnSp>
        <p:grpSp>
          <p:nvGrpSpPr>
            <p:cNvPr id="1067" name="Google Shape;1067;p21"/>
            <p:cNvGrpSpPr/>
            <p:nvPr/>
          </p:nvGrpSpPr>
          <p:grpSpPr>
            <a:xfrm rot="10800000">
              <a:off x="343275" y="3300779"/>
              <a:ext cx="344736" cy="345385"/>
              <a:chOff x="7353050" y="316275"/>
              <a:chExt cx="292025" cy="292575"/>
            </a:xfrm>
          </p:grpSpPr>
          <p:sp>
            <p:nvSpPr>
              <p:cNvPr id="1068" name="Google Shape;1068;p2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2" name="Google Shape;1072;p21"/>
            <p:cNvGrpSpPr/>
            <p:nvPr/>
          </p:nvGrpSpPr>
          <p:grpSpPr>
            <a:xfrm rot="10800000">
              <a:off x="8520013" y="714742"/>
              <a:ext cx="292025" cy="292575"/>
              <a:chOff x="7353050" y="316275"/>
              <a:chExt cx="292025" cy="292575"/>
            </a:xfrm>
          </p:grpSpPr>
          <p:sp>
            <p:nvSpPr>
              <p:cNvPr id="1073" name="Google Shape;1073;p2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7" name="Google Shape;1077;p21"/>
            <p:cNvGrpSpPr/>
            <p:nvPr/>
          </p:nvGrpSpPr>
          <p:grpSpPr>
            <a:xfrm rot="10800000">
              <a:off x="261711" y="465077"/>
              <a:ext cx="507562" cy="507984"/>
              <a:chOff x="8064275" y="887850"/>
              <a:chExt cx="581800" cy="582350"/>
            </a:xfrm>
          </p:grpSpPr>
          <p:sp>
            <p:nvSpPr>
              <p:cNvPr id="1078" name="Google Shape;1078;p2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84" name="Google Shape;1084;p21"/>
          <p:cNvSpPr txBox="1">
            <a:spLocks noGrp="1"/>
          </p:cNvSpPr>
          <p:nvPr>
            <p:ph type="subTitle" idx="1"/>
          </p:nvPr>
        </p:nvSpPr>
        <p:spPr>
          <a:xfrm>
            <a:off x="1408175" y="1035279"/>
            <a:ext cx="2184000" cy="45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5" name="Google Shape;1085;p21"/>
          <p:cNvSpPr txBox="1">
            <a:spLocks noGrp="1"/>
          </p:cNvSpPr>
          <p:nvPr>
            <p:ph type="subTitle" idx="2"/>
          </p:nvPr>
        </p:nvSpPr>
        <p:spPr>
          <a:xfrm>
            <a:off x="1408175" y="1336956"/>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086" name="Google Shape;1086;p21"/>
          <p:cNvSpPr txBox="1">
            <a:spLocks noGrp="1"/>
          </p:cNvSpPr>
          <p:nvPr>
            <p:ph type="subTitle" idx="3"/>
          </p:nvPr>
        </p:nvSpPr>
        <p:spPr>
          <a:xfrm>
            <a:off x="1408175" y="2309476"/>
            <a:ext cx="2184000" cy="4572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7" name="Google Shape;1087;p21"/>
          <p:cNvSpPr txBox="1">
            <a:spLocks noGrp="1"/>
          </p:cNvSpPr>
          <p:nvPr>
            <p:ph type="subTitle" idx="4"/>
          </p:nvPr>
        </p:nvSpPr>
        <p:spPr>
          <a:xfrm>
            <a:off x="1408175" y="2609979"/>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088" name="Google Shape;1088;p21"/>
          <p:cNvSpPr txBox="1">
            <a:spLocks noGrp="1"/>
          </p:cNvSpPr>
          <p:nvPr>
            <p:ph type="subTitle" idx="5"/>
          </p:nvPr>
        </p:nvSpPr>
        <p:spPr>
          <a:xfrm>
            <a:off x="1408175" y="3587645"/>
            <a:ext cx="2184000" cy="45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9" name="Google Shape;1089;p21"/>
          <p:cNvSpPr txBox="1">
            <a:spLocks noGrp="1"/>
          </p:cNvSpPr>
          <p:nvPr>
            <p:ph type="subTitle" idx="6"/>
          </p:nvPr>
        </p:nvSpPr>
        <p:spPr>
          <a:xfrm>
            <a:off x="1408175" y="3889317"/>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2">
  <p:cSld name="CUSTOM_19">
    <p:spTree>
      <p:nvGrpSpPr>
        <p:cNvPr id="1"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813816" y="722376"/>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a:spLocks noGrp="1"/>
          </p:cNvSpPr>
          <p:nvPr>
            <p:ph type="title" idx="13" hasCustomPrompt="1"/>
          </p:nvPr>
        </p:nvSpPr>
        <p:spPr>
          <a:xfrm>
            <a:off x="813816" y="1801368"/>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a:spLocks noGrp="1"/>
          </p:cNvSpPr>
          <p:nvPr>
            <p:ph type="title" idx="14" hasCustomPrompt="1"/>
          </p:nvPr>
        </p:nvSpPr>
        <p:spPr>
          <a:xfrm>
            <a:off x="813816" y="2880360"/>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a:spLocks noGrp="1"/>
          </p:cNvSpPr>
          <p:nvPr>
            <p:ph type="title" idx="15" hasCustomPrompt="1"/>
          </p:nvPr>
        </p:nvSpPr>
        <p:spPr>
          <a:xfrm>
            <a:off x="813816" y="3959352"/>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Tree>
    <p:extLst>
      <p:ext uri="{BB962C8B-B14F-4D97-AF65-F5344CB8AC3E}">
        <p14:creationId xmlns:p14="http://schemas.microsoft.com/office/powerpoint/2010/main" val="4270373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7" r:id="rId7"/>
    <p:sldLayoutId id="2147483658" r:id="rId8"/>
    <p:sldLayoutId id="2147483663" r:id="rId9"/>
    <p:sldLayoutId id="2147483664" r:id="rId10"/>
    <p:sldLayoutId id="2147483666" r:id="rId11"/>
    <p:sldLayoutId id="2147483667" r:id="rId12"/>
    <p:sldLayoutId id="2147483673" r:id="rId13"/>
    <p:sldLayoutId id="2147483674" r:id="rId14"/>
    <p:sldLayoutId id="2147483675" r:id="rId15"/>
    <p:sldLayoutId id="2147483676" r:id="rId16"/>
    <p:sldLayoutId id="2147483681"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SVN-Fjalla One" panose="02000506040000020004" pitchFamily="50" charset="0"/>
          <a:ea typeface="SVN-Fjalla One" panose="02000506040000020004" pitchFamily="50"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885;p35">
            <a:extLst>
              <a:ext uri="{FF2B5EF4-FFF2-40B4-BE49-F238E27FC236}">
                <a16:creationId xmlns:a16="http://schemas.microsoft.com/office/drawing/2014/main" xmlns="" id="{D3F1D160-3F29-ED63-1673-B6D4890A0B65}"/>
              </a:ext>
            </a:extLst>
          </p:cNvPr>
          <p:cNvSpPr txBox="1">
            <a:spLocks noGrp="1"/>
          </p:cNvSpPr>
          <p:nvPr>
            <p:ph type="subTitle" idx="1"/>
          </p:nvPr>
        </p:nvSpPr>
        <p:spPr>
          <a:xfrm>
            <a:off x="1686567" y="2434985"/>
            <a:ext cx="6075663" cy="896100"/>
          </a:xfrm>
          <a:prstGeom prst="rect">
            <a:avLst/>
          </a:prstGeom>
        </p:spPr>
        <p:txBody>
          <a:bodyPr spcFirstLastPara="1" wrap="square" lIns="91425" tIns="91425" rIns="91425" bIns="91425" anchor="t" anchorCtr="0">
            <a:noAutofit/>
          </a:bodyPr>
          <a:lstStyle/>
          <a:p>
            <a:pPr>
              <a:buClr>
                <a:schemeClr val="dk1"/>
              </a:buClr>
              <a:buSzPts val="1100"/>
            </a:pPr>
            <a:r>
              <a:rPr lang="vi-VN" sz="2400" b="1" u="sng" cap="all" dirty="0">
                <a:latin typeface="Times New Roman" panose="02020603050405020304" pitchFamily="18" charset="0"/>
                <a:ea typeface="Times New Roman" panose="02020603050405020304" pitchFamily="18" charset="0"/>
              </a:rPr>
              <a:t>Đề tài: Nghiên cứu ứng dụng Claude AI và kỹ thuật Prompt Engineering trong việc xây dựng quy trình tự động phân tích, kiểm thử và tối ưu hoá mã nguồn (Code Review Automation)</a:t>
            </a:r>
            <a:r>
              <a:rPr lang="vi-VN" sz="2400" b="1" cap="all" dirty="0">
                <a:latin typeface="Times New Roman" panose="02020603050405020304" pitchFamily="18" charset="0"/>
                <a:ea typeface="Times New Roman" panose="02020603050405020304" pitchFamily="18" charset="0"/>
              </a:rPr>
              <a:t/>
            </a:r>
            <a:r>
              <a:rPr lang="vi-VN" sz="2400" b="1" kern="0" cap="all" dirty="0">
                <a:effectLst/>
                <a:latin typeface="Times New Roman" panose="02020603050405020304" pitchFamily="18" charset="0"/>
                <a:ea typeface="Times New Roman" panose="02020603050405020304" pitchFamily="18" charset="0"/>
              </a:rPr>
              <a:t/>
            </a:r>
            <a:r>
              <a:rPr lang="vi-VN" sz="2400" b="1" kern="0" cap="all" dirty="0" smtClean="0">
                <a:effectLst/>
                <a:latin typeface="Times New Roman" panose="02020603050405020304" pitchFamily="18" charset="0"/>
                <a:ea typeface="Times New Roman" panose="02020603050405020304" pitchFamily="18" charset="0"/>
              </a:rPr>
              <a:t/>
            </a:r>
            <a:r>
              <a:rPr lang="en-US" sz="2400" b="1" kern="0" cap="all" dirty="0" smtClean="0">
                <a:effectLst/>
                <a:latin typeface="Times New Roman" panose="02020603050405020304" pitchFamily="18" charset="0"/>
                <a:ea typeface="Times New Roman" panose="02020603050405020304" pitchFamily="18" charset="0"/>
              </a:rPr>
              <a:t/>
            </a:r>
            <a:r>
              <a:rPr lang="vi-VN" sz="2400" b="1" kern="0" cap="all" dirty="0" smtClean="0">
                <a:effectLst/>
                <a:latin typeface="Times New Roman" panose="02020603050405020304" pitchFamily="18" charset="0"/>
                <a:ea typeface="Times New Roman" panose="02020603050405020304" pitchFamily="18" charset="0"/>
              </a:rPr>
              <a:t/>
            </a:r>
            <a:r>
              <a:rPr lang="vi-VN" sz="2400" b="1" kern="0" cap="all" dirty="0">
                <a:effectLst/>
                <a:latin typeface="Times New Roman" panose="02020603050405020304" pitchFamily="18" charset="0"/>
                <a:ea typeface="Times New Roman" panose="02020603050405020304" pitchFamily="18" charset="0"/>
              </a:rPr>
              <a:t/>
            </a:r>
            <a:r>
              <a:rPr lang="en-US" sz="2400" b="1" cap="all" dirty="0" smtClean="0">
                <a:latin typeface="Times New Roman" panose="02020603050405020304" pitchFamily="18" charset="0"/>
                <a:ea typeface="Times New Roman" panose="02020603050405020304" pitchFamily="18" charset="0"/>
              </a:rPr>
              <a:t/>
            </a:r>
            <a:endParaRPr sz="4000" dirty="0">
              <a:solidFill>
                <a:schemeClr val="accent1"/>
              </a:solidFill>
            </a:endParaRPr>
          </a:p>
        </p:txBody>
      </p:sp>
      <p:pic>
        <p:nvPicPr>
          <p:cNvPr id="6" name="Hình ảnh 5" descr="Ảnh có chứa biểu tượng, vòng tròn, Nhãn hiệu, màu vàng&#10;&#10;Mô tả được tạo tự động">
            <a:extLst>
              <a:ext uri="{FF2B5EF4-FFF2-40B4-BE49-F238E27FC236}">
                <a16:creationId xmlns:a16="http://schemas.microsoft.com/office/drawing/2014/main" xmlns="" id="{DF161289-1684-7CA7-F8CE-A7DF3843995B}"/>
              </a:ext>
            </a:extLst>
          </p:cNvPr>
          <p:cNvPicPr>
            <a:picLocks noChangeAspect="1"/>
          </p:cNvPicPr>
          <p:nvPr/>
        </p:nvPicPr>
        <p:blipFill>
          <a:blip r:embed="rId2">
            <a:alphaModFix/>
            <a:extLst>
              <a:ext uri="{28A0092B-C50C-407E-A947-70E740481C1C}">
                <a14:useLocalDpi xmlns:a14="http://schemas.microsoft.com/office/drawing/2010/main" val="0"/>
              </a:ext>
            </a:extLst>
          </a:blip>
          <a:srcRect/>
          <a:stretch>
            <a:fillRect/>
          </a:stretch>
        </p:blipFill>
        <p:spPr bwMode="auto">
          <a:xfrm>
            <a:off x="0" y="0"/>
            <a:ext cx="1504950" cy="1504950"/>
          </a:xfrm>
          <a:prstGeom prst="rect">
            <a:avLst/>
          </a:prstGeom>
          <a:noFill/>
          <a:ln>
            <a:noFill/>
          </a:ln>
        </p:spPr>
      </p:pic>
      <p:sp>
        <p:nvSpPr>
          <p:cNvPr id="13" name="Google Shape;99;p2">
            <a:extLst>
              <a:ext uri="{FF2B5EF4-FFF2-40B4-BE49-F238E27FC236}">
                <a16:creationId xmlns:a16="http://schemas.microsoft.com/office/drawing/2014/main" xmlns="" id="{8F2C0412-6AA6-2FA3-2FBF-976B337EAD94}"/>
              </a:ext>
            </a:extLst>
          </p:cNvPr>
          <p:cNvSpPr txBox="1"/>
          <p:nvPr/>
        </p:nvSpPr>
        <p:spPr>
          <a:xfrm>
            <a:off x="1117747" y="3549489"/>
            <a:ext cx="2115783" cy="30773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en-US" sz="1400" dirty="0" err="1" smtClean="0">
                <a:solidFill>
                  <a:schemeClr val="tx1"/>
                </a:solidFill>
                <a:latin typeface="Tahoma"/>
                <a:ea typeface="Tahoma"/>
                <a:cs typeface="Tahoma"/>
                <a:sym typeface="Tahoma"/>
              </a:rPr>
              <a:t>Nhóm</a:t>
            </a:r>
            <a:r>
              <a:rPr lang="en-US" sz="1400" dirty="0" smtClean="0">
                <a:solidFill>
                  <a:schemeClr val="tx1"/>
                </a:solidFill>
                <a:latin typeface="Tahoma"/>
                <a:ea typeface="Tahoma"/>
                <a:cs typeface="Tahoma"/>
                <a:sym typeface="Tahoma"/>
              </a:rPr>
              <a:t> </a:t>
            </a:r>
            <a:r>
              <a:rPr lang="en-US" sz="1400" dirty="0" err="1" smtClean="0">
                <a:solidFill>
                  <a:schemeClr val="tx1"/>
                </a:solidFill>
                <a:latin typeface="Tahoma"/>
                <a:ea typeface="Tahoma"/>
                <a:cs typeface="Tahoma"/>
                <a:sym typeface="Tahoma"/>
              </a:rPr>
              <a:t>thực</a:t>
            </a:r>
            <a:r>
              <a:rPr lang="en-US" sz="1400" dirty="0" smtClean="0">
                <a:solidFill>
                  <a:schemeClr val="tx1"/>
                </a:solidFill>
                <a:latin typeface="Tahoma"/>
                <a:ea typeface="Tahoma"/>
                <a:cs typeface="Tahoma"/>
                <a:sym typeface="Tahoma"/>
              </a:rPr>
              <a:t> </a:t>
            </a:r>
            <a:r>
              <a:rPr lang="en-US" sz="1400" dirty="0" err="1" smtClean="0">
                <a:solidFill>
                  <a:schemeClr val="tx1"/>
                </a:solidFill>
                <a:latin typeface="Tahoma"/>
                <a:ea typeface="Tahoma"/>
                <a:cs typeface="Tahoma"/>
                <a:sym typeface="Tahoma"/>
              </a:rPr>
              <a:t>hiện</a:t>
            </a:r>
            <a:r>
              <a:rPr lang="en-US" sz="1400" dirty="0" smtClean="0">
                <a:solidFill>
                  <a:schemeClr val="tx1"/>
                </a:solidFill>
                <a:latin typeface="Tahoma"/>
                <a:ea typeface="Tahoma"/>
                <a:cs typeface="Tahoma"/>
                <a:sym typeface="Tahoma"/>
              </a:rPr>
              <a:t> </a:t>
            </a:r>
            <a:r>
              <a:rPr lang="en-US" sz="1400" dirty="0" err="1" smtClean="0">
                <a:solidFill>
                  <a:schemeClr val="tx1"/>
                </a:solidFill>
                <a:latin typeface="Tahoma"/>
                <a:ea typeface="Tahoma"/>
                <a:cs typeface="Tahoma"/>
                <a:sym typeface="Tahoma"/>
              </a:rPr>
              <a:t>đề</a:t>
            </a:r>
            <a:r>
              <a:rPr lang="en-US" sz="1400" dirty="0" smtClean="0">
                <a:solidFill>
                  <a:schemeClr val="tx1"/>
                </a:solidFill>
                <a:latin typeface="Tahoma"/>
                <a:ea typeface="Tahoma"/>
                <a:cs typeface="Tahoma"/>
                <a:sym typeface="Tahoma"/>
              </a:rPr>
              <a:t> </a:t>
            </a:r>
            <a:r>
              <a:rPr lang="en-US" sz="1400" dirty="0" err="1" smtClean="0">
                <a:solidFill>
                  <a:schemeClr val="tx1"/>
                </a:solidFill>
                <a:latin typeface="Tahoma"/>
                <a:ea typeface="Tahoma"/>
                <a:cs typeface="Tahoma"/>
                <a:sym typeface="Tahoma"/>
              </a:rPr>
              <a:t>tài</a:t>
            </a:r>
            <a:r>
              <a:rPr lang="en-US" sz="1400" dirty="0" smtClean="0">
                <a:solidFill>
                  <a:schemeClr val="tx1"/>
                </a:solidFill>
                <a:latin typeface="Tahoma"/>
                <a:ea typeface="Tahoma"/>
                <a:cs typeface="Tahoma"/>
                <a:sym typeface="Tahoma"/>
              </a:rPr>
              <a:t>:</a:t>
            </a:r>
            <a:endParaRPr dirty="0">
              <a:solidFill>
                <a:schemeClr val="tx1"/>
              </a:solidFill>
            </a:endParaRPr>
          </a:p>
        </p:txBody>
      </p:sp>
      <p:sp>
        <p:nvSpPr>
          <p:cNvPr id="14" name="Google Shape;100;p2">
            <a:extLst>
              <a:ext uri="{FF2B5EF4-FFF2-40B4-BE49-F238E27FC236}">
                <a16:creationId xmlns:a16="http://schemas.microsoft.com/office/drawing/2014/main" xmlns="" id="{169D7D05-2923-D884-0F83-89EA84393006}"/>
              </a:ext>
            </a:extLst>
          </p:cNvPr>
          <p:cNvSpPr txBox="1"/>
          <p:nvPr/>
        </p:nvSpPr>
        <p:spPr>
          <a:xfrm>
            <a:off x="1117747" y="4165507"/>
            <a:ext cx="2190757" cy="30773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just"/>
            <a:r>
              <a:rPr lang="en-US" b="1" dirty="0" err="1"/>
              <a:t>.........................</a:t>
            </a:r>
            <a:r>
              <a:rPr lang="en-US" b="1" dirty="0"/>
              <a:t/>
            </a:r>
            <a:r>
              <a:rPr lang="en-US" b="1" dirty="0" err="1"/>
              <a:t/>
            </a:r>
            <a:r>
              <a:rPr lang="en-US" b="1" dirty="0"/>
              <a:t/>
            </a:r>
            <a:r>
              <a:rPr lang="en-US" b="1" dirty="0" err="1"/>
              <a:t/>
            </a:r>
            <a:endParaRPr sz="1400" b="1" dirty="0">
              <a:solidFill>
                <a:schemeClr val="tx1"/>
              </a:solidFill>
              <a:latin typeface="Tahoma"/>
              <a:ea typeface="Tahoma"/>
              <a:cs typeface="Tahoma"/>
              <a:sym typeface="Tahoma"/>
            </a:endParaRPr>
          </a:p>
        </p:txBody>
      </p:sp>
      <p:sp>
        <p:nvSpPr>
          <p:cNvPr id="15" name="Google Shape;95;p2">
            <a:extLst>
              <a:ext uri="{FF2B5EF4-FFF2-40B4-BE49-F238E27FC236}">
                <a16:creationId xmlns:a16="http://schemas.microsoft.com/office/drawing/2014/main" xmlns="" id="{524A12D1-9881-F83D-D841-5A8FB20E63AF}"/>
              </a:ext>
            </a:extLst>
          </p:cNvPr>
          <p:cNvSpPr txBox="1"/>
          <p:nvPr/>
        </p:nvSpPr>
        <p:spPr>
          <a:xfrm>
            <a:off x="889930" y="122340"/>
            <a:ext cx="7668936" cy="769401"/>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r>
              <a:rPr lang="en-US" sz="2400" b="1" i="0" u="none" strike="noStrike" cap="none" dirty="0">
                <a:solidFill>
                  <a:schemeClr val="tx2">
                    <a:lumMod val="25000"/>
                  </a:schemeClr>
                </a:solidFill>
                <a:latin typeface="Tahoma"/>
                <a:ea typeface="Tahoma"/>
                <a:cs typeface="Tahoma"/>
                <a:sym typeface="Tahoma"/>
              </a:rPr>
              <a:t>HỌC VIỆN NÔNG NGHIỆP VIỆT NAM</a:t>
            </a:r>
            <a:endParaRPr sz="1200" dirty="0">
              <a:solidFill>
                <a:schemeClr val="tx2">
                  <a:lumMod val="25000"/>
                </a:schemeClr>
              </a:solidFill>
            </a:endParaRPr>
          </a:p>
          <a:p>
            <a:pPr marL="0" marR="0" lvl="0" indent="0" algn="ctr" rtl="0">
              <a:spcBef>
                <a:spcPts val="0"/>
              </a:spcBef>
              <a:spcAft>
                <a:spcPts val="0"/>
              </a:spcAft>
              <a:buNone/>
            </a:pPr>
            <a:r>
              <a:rPr lang="en-US" sz="2000" b="1" i="0" u="none" strike="noStrike" cap="none" dirty="0">
                <a:solidFill>
                  <a:schemeClr val="tx2">
                    <a:lumMod val="25000"/>
                  </a:schemeClr>
                </a:solidFill>
                <a:latin typeface="Tahoma"/>
                <a:ea typeface="Tahoma"/>
                <a:cs typeface="Tahoma"/>
                <a:sym typeface="Tahoma"/>
              </a:rPr>
              <a:t>KHOA CÔNG NGHỆ THÔNG TIN</a:t>
            </a:r>
            <a:endParaRPr sz="1200" dirty="0">
              <a:solidFill>
                <a:schemeClr val="tx2">
                  <a:lumMod val="25000"/>
                </a:schemeClr>
              </a:solidFill>
            </a:endParaRPr>
          </a:p>
        </p:txBody>
      </p:sp>
      <p:sp>
        <p:nvSpPr>
          <p:cNvPr id="5" name="Google Shape;1884;p35">
            <a:extLst>
              <a:ext uri="{FF2B5EF4-FFF2-40B4-BE49-F238E27FC236}">
                <a16:creationId xmlns:a16="http://schemas.microsoft.com/office/drawing/2014/main" xmlns="" id="{38D4E312-B9EA-A213-0262-147A50E346FC}"/>
              </a:ext>
            </a:extLst>
          </p:cNvPr>
          <p:cNvSpPr txBox="1">
            <a:spLocks/>
          </p:cNvSpPr>
          <p:nvPr/>
        </p:nvSpPr>
        <p:spPr>
          <a:xfrm>
            <a:off x="1963163" y="1300369"/>
            <a:ext cx="5522470" cy="109972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SVN-Fjalla One" panose="02000506040000020004" pitchFamily="50" charset="0"/>
                <a:ea typeface="Fjalla One"/>
                <a:cs typeface="Fjalla One"/>
                <a:sym typeface="Fjalla One"/>
              </a:defRPr>
            </a:lvl1pPr>
            <a:lvl2pPr marR="0" lvl="1"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2pPr>
            <a:lvl3pPr marR="0" lvl="2"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3pPr>
            <a:lvl4pPr marR="0" lvl="3"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4pPr>
            <a:lvl5pPr marR="0" lvl="4"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5pPr>
            <a:lvl6pPr marR="0" lvl="5"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6pPr>
            <a:lvl7pPr marR="0" lvl="6"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7pPr>
            <a:lvl8pPr marR="0" lvl="7"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8pPr>
            <a:lvl9pPr marR="0" lvl="8"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9pPr>
          </a:lstStyle>
          <a:p>
            <a:r>
              <a:rPr lang="vi-VN" sz="4000" dirty="0">
                <a:solidFill>
                  <a:srgbClr val="FF0000"/>
                </a:solidFill>
              </a:rPr>
              <a:t>BÁO CÁO</a:t>
            </a:r>
          </a:p>
          <a:p>
            <a:r>
              <a:rPr lang="en-US" sz="4000" dirty="0" smtClean="0">
                <a:solidFill>
                  <a:srgbClr val="FF0000"/>
                </a:solidFill>
              </a:rPr>
              <a:t>BÀI TẬP LỚN</a:t>
            </a:r>
            <a:endParaRPr lang="vi-VN" sz="4000" dirty="0">
              <a:solidFill>
                <a:srgbClr val="FF0000"/>
              </a:solidFill>
            </a:endParaRPr>
          </a:p>
        </p:txBody>
      </p:sp>
      <p:sp>
        <p:nvSpPr>
          <p:cNvPr id="16" name="Google Shape;1885;p35">
            <a:extLst>
              <a:ext uri="{FF2B5EF4-FFF2-40B4-BE49-F238E27FC236}">
                <a16:creationId xmlns:a16="http://schemas.microsoft.com/office/drawing/2014/main" xmlns="" id="{CE08778C-E56F-BEE6-6071-1AFFEBA9F092}"/>
              </a:ext>
            </a:extLst>
          </p:cNvPr>
          <p:cNvSpPr txBox="1">
            <a:spLocks/>
          </p:cNvSpPr>
          <p:nvPr/>
        </p:nvSpPr>
        <p:spPr>
          <a:xfrm>
            <a:off x="3308504" y="4677208"/>
            <a:ext cx="6075663" cy="3942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r>
              <a:rPr lang="en-US" sz="2000" dirty="0" err="1"/>
              <a:t>Hà Nội, ngày 06 tháng 10 năm 2026</a:t>
            </a:r>
            <a:r>
              <a:rPr lang="en-US" sz="2000" dirty="0"/>
              <a:t/>
            </a:r>
            <a:r>
              <a:rPr lang="en-US" sz="2000" dirty="0" err="1"/>
              <a:t/>
            </a:r>
            <a:r>
              <a:rPr lang="en-US" sz="2000" dirty="0"/>
              <a:t/>
            </a:r>
            <a:r>
              <a:rPr lang="en-US" sz="2000" dirty="0" err="1"/>
              <a:t/>
            </a:r>
            <a:r>
              <a:rPr lang="en-US" sz="2000" dirty="0"/>
              <a:t/>
            </a:r>
            <a:r>
              <a:rPr lang="en-US" sz="2000" dirty="0" smtClean="0"/>
              <a:t/>
            </a:r>
            <a:r>
              <a:rPr lang="en-US" sz="2000" dirty="0" err="1"/>
              <a:t/>
            </a:r>
            <a:r>
              <a:rPr lang="en-US" sz="2000" dirty="0"/>
              <a:t/>
            </a:r>
            <a:r>
              <a:rPr lang="en-US" sz="2000" dirty="0" smtClean="0"/>
              <a:t/>
            </a:r>
            <a:r>
              <a:rPr lang="en-US" sz="2000" dirty="0" err="1"/>
              <a:t/>
            </a:r>
            <a:r>
              <a:rPr lang="en-US" sz="2000" dirty="0"/>
              <a:t/>
            </a:r>
            <a:r>
              <a:rPr lang="en-US" sz="2000" dirty="0" smtClean="0"/>
              <a:t/>
            </a:r>
            <a:endParaRPr lang="en-US" sz="2000" dirty="0"/>
          </a:p>
        </p:txBody>
      </p:sp>
      <p:pic>
        <p:nvPicPr>
          <p:cNvPr id="2050" name="Picture 2" descr="ST-LabCalendar">
            <a:extLst>
              <a:ext uri="{FF2B5EF4-FFF2-40B4-BE49-F238E27FC236}">
                <a16:creationId xmlns:a16="http://schemas.microsoft.com/office/drawing/2014/main" xmlns="" id="{09C2DD87-65AE-90D0-EE75-AC2DEEFF7B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9050" y="0"/>
            <a:ext cx="1504950" cy="15049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p:cNvGraphicFramePr>
            <a:graphicFrameLocks noGrp="1"/>
          </p:cNvGraphicFramePr>
          <p:nvPr>
            <p:extLst>
              <p:ext uri="{D42A27DB-BD31-4B8C-83A1-F6EECF244321}">
                <p14:modId xmlns:p14="http://schemas.microsoft.com/office/powerpoint/2010/main" val="771008220"/>
              </p:ext>
            </p:extLst>
          </p:nvPr>
        </p:nvGraphicFramePr>
        <p:xfrm>
          <a:off x="3453696" y="3427974"/>
          <a:ext cx="4502196" cy="1127000"/>
        </p:xfrm>
        <a:graphic>
          <a:graphicData uri="http://schemas.openxmlformats.org/drawingml/2006/table">
            <a:tbl>
              <a:tblPr firstRow="1" bandRow="1">
                <a:tableStyleId>{FB157340-2B1D-4F32-9538-BEF3981067E5}</a:tableStyleId>
              </a:tblPr>
              <a:tblGrid>
                <a:gridCol w="1716940">
                  <a:extLst>
                    <a:ext uri="{9D8B030D-6E8A-4147-A177-3AD203B41FA5}">
                      <a16:colId xmlns:a16="http://schemas.microsoft.com/office/drawing/2014/main" xmlns="" val="969715908"/>
                    </a:ext>
                  </a:extLst>
                </a:gridCol>
                <a:gridCol w="1559085">
                  <a:extLst>
                    <a:ext uri="{9D8B030D-6E8A-4147-A177-3AD203B41FA5}">
                      <a16:colId xmlns:a16="http://schemas.microsoft.com/office/drawing/2014/main" xmlns="" val="3300339932"/>
                    </a:ext>
                  </a:extLst>
                </a:gridCol>
                <a:gridCol w="1226171">
                  <a:extLst>
                    <a:ext uri="{9D8B030D-6E8A-4147-A177-3AD203B41FA5}">
                      <a16:colId xmlns:a16="http://schemas.microsoft.com/office/drawing/2014/main" xmlns="" val="3062614040"/>
                    </a:ext>
                  </a:extLst>
                </a:gridCol>
              </a:tblGrid>
              <a:tr h="197276">
                <a:tc>
                  <a:txBody>
                    <a:bodyPr/>
                    <a:lstStyle/>
                    <a:p>
                      <a:pPr marL="0" marR="0" algn="just">
                        <a:lnSpc>
                          <a:spcPct val="150000"/>
                        </a:lnSpc>
                        <a:spcBef>
                          <a:spcPts val="0"/>
                        </a:spcBef>
                        <a:spcAft>
                          <a:spcPts val="0"/>
                        </a:spcAft>
                      </a:pPr>
                      <a:r>
                        <a:rPr lang="en-US" sz="1400" b="1" dirty="0" err="1">
                          <a:effectLst/>
                          <a:latin typeface="Times New Roman" panose="02020603050405020304" pitchFamily="18" charset="0"/>
                          <a:ea typeface="Times New Roman" panose="02020603050405020304" pitchFamily="18" charset="0"/>
                          <a:cs typeface="Times New Roman" panose="02020603050405020304" pitchFamily="18" charset="0"/>
                        </a:rPr>
                        <a:t>Họ</a:t>
                      </a: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dirty="0" err="1">
                          <a:effectLst/>
                          <a:latin typeface="Times New Roman" panose="02020603050405020304" pitchFamily="18" charset="0"/>
                          <a:ea typeface="Times New Roman" panose="02020603050405020304" pitchFamily="18" charset="0"/>
                          <a:cs typeface="Times New Roman" panose="02020603050405020304" pitchFamily="18" charset="0"/>
                        </a:rPr>
                        <a:t>tên</a:t>
                      </a:r>
                      <a:endParaRPr lang="en-US" sz="14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marL="0" marR="0" algn="just">
                        <a:lnSpc>
                          <a:spcPct val="150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Mã sinh viên</a:t>
                      </a:r>
                      <a:endParaRPr lang="en-US" sz="14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marL="0" marR="0" algn="just">
                        <a:lnSpc>
                          <a:spcPct val="150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Lớp</a:t>
                      </a:r>
                      <a:endParaRPr lang="en-US" sz="14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xmlns="" val="1727444487"/>
                  </a:ext>
                </a:extLst>
              </a:tr>
              <a:tr h="197276">
                <a:tc>
                  <a:txBody>
                    <a:bodyPr/>
                    <a:lstStyle/>
                    <a:p>
                      <a:pPr marL="0" marR="0" algn="just">
                        <a:lnSpc>
                          <a:spcPct val="150000"/>
                        </a:lnSpc>
                        <a:spcBef>
                          <a:spcPts val="0"/>
                        </a:spcBef>
                        <a:spcAft>
                          <a:spcPts val="0"/>
                        </a:spcAft>
                      </a:pPr>
                      <a:r>
                        <a:rPr lang="en-US" sz="1400" b="1" dirty="0" err="1">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
                      </a:r>
                      <a:r>
                        <a:rPr lang="en-US" sz="1400" b="1" dirty="0" err="1">
                          <a:effectLst/>
                          <a:latin typeface="Times New Roman" panose="02020603050405020304" pitchFamily="18" charset="0"/>
                          <a:ea typeface="Times New Roman" panose="02020603050405020304" pitchFamily="18" charset="0"/>
                          <a:cs typeface="Times New Roman" panose="02020603050405020304" pitchFamily="18" charset="0"/>
                        </a:rPr>
                        <a:t/>
                      </a: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
                      </a:r>
                      <a:endParaRPr lang="en-US" sz="14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marL="0" marR="0" algn="just">
                        <a:lnSpc>
                          <a:spcPct val="150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marL="0" marR="0" algn="just">
                        <a:lnSpc>
                          <a:spcPct val="150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xmlns="" val="11153943"/>
                  </a:ext>
                </a:extLst>
              </a:tr>
              <a:tr h="197276">
                <a:tc>
                  <a:txBody>
                    <a:bodyPr/>
                    <a:lstStyle/>
                    <a:p>
                      <a:pPr marL="0" marR="0" algn="just">
                        <a:lnSpc>
                          <a:spcPct val="150000"/>
                        </a:lnSpc>
                        <a:spcBef>
                          <a:spcPts val="0"/>
                        </a:spcBef>
                        <a:spcAft>
                          <a:spcPts val="0"/>
                        </a:spcAft>
                      </a:pPr>
                      <a:r>
                        <a:rPr lang="en-US" sz="1400" b="1" dirty="0" err="1">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
                      </a:r>
                      <a:r>
                        <a:rPr lang="en-US" sz="1400" b="1" dirty="0" err="1">
                          <a:effectLst/>
                          <a:latin typeface="Times New Roman" panose="02020603050405020304" pitchFamily="18" charset="0"/>
                          <a:ea typeface="Times New Roman" panose="02020603050405020304" pitchFamily="18" charset="0"/>
                          <a:cs typeface="Times New Roman" panose="02020603050405020304" pitchFamily="18" charset="0"/>
                        </a:rPr>
                        <a:t/>
                      </a: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
                      </a:r>
                      <a:r>
                        <a:rPr lang="en-US" sz="1400" b="1" dirty="0" err="1">
                          <a:effectLst/>
                          <a:latin typeface="Times New Roman" panose="02020603050405020304" pitchFamily="18" charset="0"/>
                          <a:ea typeface="Times New Roman" panose="02020603050405020304" pitchFamily="18" charset="0"/>
                          <a:cs typeface="Times New Roman" panose="02020603050405020304" pitchFamily="18" charset="0"/>
                        </a:rPr>
                        <a:t/>
                      </a:r>
                      <a:endParaRPr lang="en-US" sz="14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marL="0" marR="0" algn="just">
                        <a:lnSpc>
                          <a:spcPct val="150000"/>
                        </a:lnSpc>
                        <a:spcBef>
                          <a:spcPts val="0"/>
                        </a:spcBef>
                        <a:spcAft>
                          <a:spcPts val="0"/>
                        </a:spcAft>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marL="0" marR="0" algn="just">
                        <a:lnSpc>
                          <a:spcPct val="150000"/>
                        </a:lnSpc>
                        <a:spcBef>
                          <a:spcPts val="0"/>
                        </a:spcBef>
                        <a:spcAft>
                          <a:spcPts val="0"/>
                        </a:spcAft>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xmlns="" val="4147070027"/>
                  </a:ext>
                </a:extLst>
              </a:tr>
              <a:tr h="197276">
                <a:tc>
                  <a:txBody>
                    <a:bodyPr/>
                    <a:lstStyle/>
                    <a:p>
                      <a:pPr marL="0" marR="0" algn="just">
                        <a:lnSpc>
                          <a:spcPct val="150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marL="0" marR="0" algn="just">
                        <a:lnSpc>
                          <a:spcPct val="150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marL="0" marR="0" algn="just">
                        <a:lnSpc>
                          <a:spcPct val="150000"/>
                        </a:lnSpc>
                        <a:spcBef>
                          <a:spcPts val="0"/>
                        </a:spcBef>
                        <a:spcAft>
                          <a:spcPts val="0"/>
                        </a:spcAft>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xmlns="" val="3076828840"/>
                  </a:ext>
                </a:extLst>
              </a:tr>
            </a:tbl>
          </a:graphicData>
        </a:graphic>
      </p:graphicFrame>
      <p:sp>
        <p:nvSpPr>
          <p:cNvPr id="11" name="Google Shape;99;p2">
            <a:extLst>
              <a:ext uri="{FF2B5EF4-FFF2-40B4-BE49-F238E27FC236}">
                <a16:creationId xmlns:a16="http://schemas.microsoft.com/office/drawing/2014/main" xmlns="" id="{8F2C0412-6AA6-2FA3-2FBF-976B337EAD94}"/>
              </a:ext>
            </a:extLst>
          </p:cNvPr>
          <p:cNvSpPr txBox="1"/>
          <p:nvPr/>
        </p:nvSpPr>
        <p:spPr>
          <a:xfrm>
            <a:off x="1117747" y="3857225"/>
            <a:ext cx="1999265" cy="30773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en-US" sz="1400" dirty="0" err="1">
                <a:solidFill>
                  <a:schemeClr val="tx1"/>
                </a:solidFill>
                <a:latin typeface="Tahoma"/>
                <a:ea typeface="Tahoma"/>
                <a:cs typeface="Tahoma"/>
                <a:sym typeface="Tahoma"/>
              </a:rPr>
              <a:t>Giảng</a:t>
            </a:r>
            <a:r>
              <a:rPr lang="en-US" sz="1400" dirty="0">
                <a:solidFill>
                  <a:schemeClr val="tx1"/>
                </a:solidFill>
                <a:latin typeface="Tahoma"/>
                <a:ea typeface="Tahoma"/>
                <a:cs typeface="Tahoma"/>
                <a:sym typeface="Tahoma"/>
              </a:rPr>
              <a:t> </a:t>
            </a:r>
            <a:r>
              <a:rPr lang="en-US" sz="1400" dirty="0" err="1">
                <a:solidFill>
                  <a:schemeClr val="tx1"/>
                </a:solidFill>
                <a:latin typeface="Tahoma"/>
                <a:ea typeface="Tahoma"/>
                <a:cs typeface="Tahoma"/>
                <a:sym typeface="Tahoma"/>
              </a:rPr>
              <a:t>viên</a:t>
            </a:r>
            <a:r>
              <a:rPr lang="en-US" sz="1400" dirty="0">
                <a:solidFill>
                  <a:schemeClr val="tx1"/>
                </a:solidFill>
                <a:latin typeface="Tahoma"/>
                <a:ea typeface="Tahoma"/>
                <a:cs typeface="Tahoma"/>
                <a:sym typeface="Tahoma"/>
              </a:rPr>
              <a:t> </a:t>
            </a:r>
            <a:r>
              <a:rPr lang="en-US" sz="1400" dirty="0" err="1">
                <a:solidFill>
                  <a:schemeClr val="tx1"/>
                </a:solidFill>
                <a:latin typeface="Tahoma"/>
                <a:ea typeface="Tahoma"/>
                <a:cs typeface="Tahoma"/>
                <a:sym typeface="Tahoma"/>
              </a:rPr>
              <a:t>hướng</a:t>
            </a:r>
            <a:r>
              <a:rPr lang="en-US" sz="1400" dirty="0">
                <a:solidFill>
                  <a:schemeClr val="tx1"/>
                </a:solidFill>
                <a:latin typeface="Tahoma"/>
                <a:ea typeface="Tahoma"/>
                <a:cs typeface="Tahoma"/>
                <a:sym typeface="Tahoma"/>
              </a:rPr>
              <a:t> </a:t>
            </a:r>
            <a:r>
              <a:rPr lang="en-US" sz="1400" dirty="0" err="1">
                <a:solidFill>
                  <a:schemeClr val="tx1"/>
                </a:solidFill>
                <a:latin typeface="Tahoma"/>
                <a:ea typeface="Tahoma"/>
                <a:cs typeface="Tahoma"/>
                <a:sym typeface="Tahoma"/>
              </a:rPr>
              <a:t>dẫn</a:t>
            </a:r>
            <a:r>
              <a:rPr lang="en-US" sz="1400" dirty="0" smtClean="0">
                <a:solidFill>
                  <a:schemeClr val="tx1"/>
                </a:solidFill>
                <a:latin typeface="Tahoma"/>
                <a:ea typeface="Tahoma"/>
                <a:cs typeface="Tahoma"/>
                <a:sym typeface="Tahoma"/>
              </a:rPr>
              <a:t>:</a:t>
            </a:r>
            <a:endParaRPr dirty="0">
              <a:solidFill>
                <a:schemeClr val="tx1"/>
              </a:solidFill>
            </a:endParaRPr>
          </a:p>
        </p:txBody>
      </p:sp>
    </p:spTree>
    <p:extLst>
      <p:ext uri="{BB962C8B-B14F-4D97-AF65-F5344CB8AC3E}">
        <p14:creationId xmlns:p14="http://schemas.microsoft.com/office/powerpoint/2010/main" val="33284966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grpSp>
        <p:nvGrpSpPr>
          <p:cNvPr id="2" name="Google Shape;2130;p37">
            <a:extLst>
              <a:ext uri="{FF2B5EF4-FFF2-40B4-BE49-F238E27FC236}">
                <a16:creationId xmlns:a16="http://schemas.microsoft.com/office/drawing/2014/main" xmlns="" id="{68CAD0CD-BF5B-0C2B-99BD-D91D752CD416}"/>
              </a:ext>
            </a:extLst>
          </p:cNvPr>
          <p:cNvGrpSpPr/>
          <p:nvPr/>
        </p:nvGrpSpPr>
        <p:grpSpPr>
          <a:xfrm>
            <a:off x="739688" y="4246897"/>
            <a:ext cx="635100" cy="734704"/>
            <a:chOff x="731647" y="3806675"/>
            <a:chExt cx="635100" cy="734704"/>
          </a:xfrm>
        </p:grpSpPr>
        <p:grpSp>
          <p:nvGrpSpPr>
            <p:cNvPr id="3" name="Google Shape;2131;p37">
              <a:extLst>
                <a:ext uri="{FF2B5EF4-FFF2-40B4-BE49-F238E27FC236}">
                  <a16:creationId xmlns:a16="http://schemas.microsoft.com/office/drawing/2014/main" xmlns="" id="{8C5C3C5C-A572-8628-5DC0-BE2324EC92DE}"/>
                </a:ext>
              </a:extLst>
            </p:cNvPr>
            <p:cNvGrpSpPr/>
            <p:nvPr/>
          </p:nvGrpSpPr>
          <p:grpSpPr>
            <a:xfrm>
              <a:off x="731647" y="3806675"/>
              <a:ext cx="635100" cy="635100"/>
              <a:chOff x="917231" y="3983097"/>
              <a:chExt cx="635100" cy="635100"/>
            </a:xfrm>
          </p:grpSpPr>
          <p:sp>
            <p:nvSpPr>
              <p:cNvPr id="8" name="Google Shape;2132;p37">
                <a:extLst>
                  <a:ext uri="{FF2B5EF4-FFF2-40B4-BE49-F238E27FC236}">
                    <a16:creationId xmlns:a16="http://schemas.microsoft.com/office/drawing/2014/main" xmlns="" id="{34DF3826-6923-9D04-40DF-7BC637F76673}"/>
                  </a:ext>
                </a:extLst>
              </p:cNvPr>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133;p37">
                <a:extLst>
                  <a:ext uri="{FF2B5EF4-FFF2-40B4-BE49-F238E27FC236}">
                    <a16:creationId xmlns:a16="http://schemas.microsoft.com/office/drawing/2014/main" xmlns="" id="{FD65CDCE-BBEF-A29D-4B0A-A35C423FF9A9}"/>
                  </a:ext>
                </a:extLst>
              </p:cNvPr>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2134;p37">
              <a:extLst>
                <a:ext uri="{FF2B5EF4-FFF2-40B4-BE49-F238E27FC236}">
                  <a16:creationId xmlns:a16="http://schemas.microsoft.com/office/drawing/2014/main" xmlns="" id="{F78A4892-2211-B524-FA19-2FAD8755EEE1}"/>
                </a:ext>
              </a:extLst>
            </p:cNvPr>
            <p:cNvGrpSpPr/>
            <p:nvPr/>
          </p:nvGrpSpPr>
          <p:grpSpPr>
            <a:xfrm>
              <a:off x="961679" y="4514379"/>
              <a:ext cx="175013" cy="27000"/>
              <a:chOff x="5662375" y="212375"/>
              <a:chExt cx="175013" cy="27000"/>
            </a:xfrm>
          </p:grpSpPr>
          <p:sp>
            <p:nvSpPr>
              <p:cNvPr id="5" name="Google Shape;2135;p37">
                <a:extLst>
                  <a:ext uri="{FF2B5EF4-FFF2-40B4-BE49-F238E27FC236}">
                    <a16:creationId xmlns:a16="http://schemas.microsoft.com/office/drawing/2014/main" xmlns="" id="{8B07993D-A056-0F7A-EDC1-43E074E95368}"/>
                  </a:ext>
                </a:extLst>
              </p:cNvPr>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6" name="Google Shape;2136;p37">
                <a:extLst>
                  <a:ext uri="{FF2B5EF4-FFF2-40B4-BE49-F238E27FC236}">
                    <a16:creationId xmlns:a16="http://schemas.microsoft.com/office/drawing/2014/main" xmlns="" id="{9E479CB6-0A87-767C-C596-6046EB33E965}"/>
                  </a:ext>
                </a:extLst>
              </p:cNvPr>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7" name="Google Shape;2137;p37">
                <a:extLst>
                  <a:ext uri="{FF2B5EF4-FFF2-40B4-BE49-F238E27FC236}">
                    <a16:creationId xmlns:a16="http://schemas.microsoft.com/office/drawing/2014/main" xmlns="" id="{412A7BEE-1C7A-9702-6A3E-D11E3162F8F5}"/>
                  </a:ext>
                </a:extLst>
              </p:cNvPr>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10" name="Google Shape;2150;p37">
            <a:extLst>
              <a:ext uri="{FF2B5EF4-FFF2-40B4-BE49-F238E27FC236}">
                <a16:creationId xmlns:a16="http://schemas.microsoft.com/office/drawing/2014/main" xmlns="" id="{5A45EF75-924C-68A5-7B4A-08C4D1F19169}"/>
              </a:ext>
            </a:extLst>
          </p:cNvPr>
          <p:cNvSpPr txBox="1">
            <a:spLocks/>
          </p:cNvSpPr>
          <p:nvPr/>
        </p:nvSpPr>
        <p:spPr>
          <a:xfrm>
            <a:off x="821857" y="4399574"/>
            <a:ext cx="457200" cy="347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1pPr>
            <a:lvl2pPr marR="0" lvl="1"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2pPr>
            <a:lvl3pPr marR="0" lvl="2"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3pPr>
            <a:lvl4pPr marR="0" lvl="3"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4pPr>
            <a:lvl5pPr marR="0" lvl="4"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5pPr>
            <a:lvl6pPr marR="0" lvl="5"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6pPr>
            <a:lvl7pPr marR="0" lvl="6"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7pPr>
            <a:lvl8pPr marR="0" lvl="7"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8pPr>
            <a:lvl9pPr marR="0" lvl="8"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9pPr>
          </a:lstStyle>
          <a:p>
            <a:r>
              <a:rPr lang="en"/>
              <a:t>0</a:t>
            </a:r>
            <a:r>
              <a:rPr lang="vi-VN"/>
              <a:t>5</a:t>
            </a:r>
            <a:endParaRPr lang="en"/>
          </a:p>
        </p:txBody>
      </p:sp>
      <p:sp>
        <p:nvSpPr>
          <p:cNvPr id="11" name="Google Shape;2145;p37">
            <a:extLst>
              <a:ext uri="{FF2B5EF4-FFF2-40B4-BE49-F238E27FC236}">
                <a16:creationId xmlns:a16="http://schemas.microsoft.com/office/drawing/2014/main" xmlns="" id="{3BE17076-2437-08AD-1303-BC6BB4C166CD}"/>
              </a:ext>
            </a:extLst>
          </p:cNvPr>
          <p:cNvSpPr txBox="1">
            <a:spLocks/>
          </p:cNvSpPr>
          <p:nvPr/>
        </p:nvSpPr>
        <p:spPr>
          <a:xfrm>
            <a:off x="1692238" y="4173192"/>
            <a:ext cx="2062441" cy="384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nSpc>
                <a:spcPct val="115000"/>
              </a:lnSpc>
            </a:pPr>
            <a:r>
              <a:rPr lang="vi-VN" dirty="0"/>
              <a:t>Demo sản phẩm</a:t>
            </a:r>
          </a:p>
        </p:txBody>
      </p:sp>
      <p:sp>
        <p:nvSpPr>
          <p:cNvPr id="12" name="Google Shape;2146;p37">
            <a:extLst>
              <a:ext uri="{FF2B5EF4-FFF2-40B4-BE49-F238E27FC236}">
                <a16:creationId xmlns:a16="http://schemas.microsoft.com/office/drawing/2014/main" xmlns="" id="{7E28F57F-ABF7-A6F8-6270-168B451CAC89}"/>
              </a:ext>
            </a:extLst>
          </p:cNvPr>
          <p:cNvSpPr txBox="1">
            <a:spLocks/>
          </p:cNvSpPr>
          <p:nvPr/>
        </p:nvSpPr>
        <p:spPr>
          <a:xfrm>
            <a:off x="1677750" y="4482364"/>
            <a:ext cx="2615100" cy="576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pPr>
              <a:buClr>
                <a:schemeClr val="dk1"/>
              </a:buClr>
              <a:buSzPts val="1100"/>
            </a:pPr>
            <a:r>
              <a:rPr lang="en-US" dirty="0" err="1"/>
              <a:t>Thực nghiệm &amp; demo trên dữ liệu thật</a:t>
            </a:r>
            <a:r>
              <a:rPr lang="en-US" dirty="0"/>
              <a:t/>
            </a:r>
            <a:r>
              <a:rPr lang="en-US" dirty="0" err="1"/>
              <a:t/>
            </a:r>
            <a:r>
              <a:rPr lang="en-US" dirty="0"/>
              <a:t/>
            </a:r>
            <a:r>
              <a:rPr lang="en-US" dirty="0" err="1"/>
              <a:t/>
            </a:r>
            <a:r>
              <a:rPr lang="en-US" dirty="0"/>
              <a:t/>
            </a:r>
            <a:r>
              <a:rPr lang="en-US" dirty="0" err="1"/>
              <a:t/>
            </a:r>
            <a:endParaRPr lang="en-US" dirty="0"/>
          </a:p>
        </p:txBody>
      </p:sp>
      <p:grpSp>
        <p:nvGrpSpPr>
          <p:cNvPr id="2130" name="Google Shape;2130;p37"/>
          <p:cNvGrpSpPr/>
          <p:nvPr/>
        </p:nvGrpSpPr>
        <p:grpSpPr>
          <a:xfrm>
            <a:off x="749438" y="3282925"/>
            <a:ext cx="635100" cy="734704"/>
            <a:chOff x="731647" y="3806675"/>
            <a:chExt cx="635100" cy="734704"/>
          </a:xfrm>
        </p:grpSpPr>
        <p:grpSp>
          <p:nvGrpSpPr>
            <p:cNvPr id="2131" name="Google Shape;2131;p37"/>
            <p:cNvGrpSpPr/>
            <p:nvPr/>
          </p:nvGrpSpPr>
          <p:grpSpPr>
            <a:xfrm>
              <a:off x="731647" y="3806675"/>
              <a:ext cx="635100" cy="635100"/>
              <a:chOff x="917231" y="3983097"/>
              <a:chExt cx="635100" cy="635100"/>
            </a:xfrm>
          </p:grpSpPr>
          <p:sp>
            <p:nvSpPr>
              <p:cNvPr id="2132" name="Google Shape;2132;p37"/>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7"/>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4" name="Google Shape;2134;p37"/>
            <p:cNvGrpSpPr/>
            <p:nvPr/>
          </p:nvGrpSpPr>
          <p:grpSpPr>
            <a:xfrm>
              <a:off x="961679" y="4514379"/>
              <a:ext cx="175013" cy="27000"/>
              <a:chOff x="5662375" y="212375"/>
              <a:chExt cx="175013" cy="27000"/>
            </a:xfrm>
          </p:grpSpPr>
          <p:sp>
            <p:nvSpPr>
              <p:cNvPr id="2135" name="Google Shape;2135;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6" name="Google Shape;2136;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7" name="Google Shape;2137;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45" name="Google Shape;2145;p37"/>
          <p:cNvSpPr txBox="1">
            <a:spLocks noGrp="1"/>
          </p:cNvSpPr>
          <p:nvPr>
            <p:ph type="subTitle" idx="7"/>
          </p:nvPr>
        </p:nvSpPr>
        <p:spPr>
          <a:xfrm>
            <a:off x="1670974" y="3289572"/>
            <a:ext cx="2741825"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solidFill>
                  <a:schemeClr val="accent1"/>
                </a:solidFill>
              </a:rPr>
              <a:t>Kết luận và hướng phát triển</a:t>
            </a:r>
            <a:endParaRPr/>
          </a:p>
        </p:txBody>
      </p:sp>
      <p:sp>
        <p:nvSpPr>
          <p:cNvPr id="2146" name="Google Shape;2146;p37"/>
          <p:cNvSpPr txBox="1">
            <a:spLocks noGrp="1"/>
          </p:cNvSpPr>
          <p:nvPr>
            <p:ph type="subTitle" idx="8"/>
          </p:nvPr>
        </p:nvSpPr>
        <p:spPr>
          <a:xfrm>
            <a:off x="1670974" y="3573036"/>
            <a:ext cx="26151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t>Kết luận và đề nghị</a:t>
            </a:r>
            <a:endParaRPr/>
          </a:p>
        </p:txBody>
      </p:sp>
      <p:sp>
        <p:nvSpPr>
          <p:cNvPr id="2150" name="Google Shape;2150;p37"/>
          <p:cNvSpPr txBox="1">
            <a:spLocks noGrp="1"/>
          </p:cNvSpPr>
          <p:nvPr>
            <p:ph type="title" idx="15"/>
          </p:nvPr>
        </p:nvSpPr>
        <p:spPr>
          <a:xfrm>
            <a:off x="845461" y="3435602"/>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grpSp>
        <p:nvGrpSpPr>
          <p:cNvPr id="2122" name="Google Shape;2122;p37"/>
          <p:cNvGrpSpPr/>
          <p:nvPr/>
        </p:nvGrpSpPr>
        <p:grpSpPr>
          <a:xfrm>
            <a:off x="745013" y="2252186"/>
            <a:ext cx="635100" cy="734984"/>
            <a:chOff x="731647" y="2728277"/>
            <a:chExt cx="635100" cy="734984"/>
          </a:xfrm>
        </p:grpSpPr>
        <p:grpSp>
          <p:nvGrpSpPr>
            <p:cNvPr id="2123" name="Google Shape;2123;p37"/>
            <p:cNvGrpSpPr/>
            <p:nvPr/>
          </p:nvGrpSpPr>
          <p:grpSpPr>
            <a:xfrm>
              <a:off x="731647" y="2728277"/>
              <a:ext cx="635100" cy="635100"/>
              <a:chOff x="917231" y="2905502"/>
              <a:chExt cx="635100" cy="635100"/>
            </a:xfrm>
          </p:grpSpPr>
          <p:sp>
            <p:nvSpPr>
              <p:cNvPr id="2124" name="Google Shape;2124;p37"/>
              <p:cNvSpPr/>
              <p:nvPr/>
            </p:nvSpPr>
            <p:spPr>
              <a:xfrm>
                <a:off x="917231" y="2905502"/>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37"/>
              <p:cNvSpPr/>
              <p:nvPr/>
            </p:nvSpPr>
            <p:spPr>
              <a:xfrm>
                <a:off x="1001931" y="2990252"/>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6" name="Google Shape;2126;p37"/>
            <p:cNvGrpSpPr/>
            <p:nvPr/>
          </p:nvGrpSpPr>
          <p:grpSpPr>
            <a:xfrm>
              <a:off x="961679" y="3436260"/>
              <a:ext cx="175013" cy="27000"/>
              <a:chOff x="5662375" y="212375"/>
              <a:chExt cx="175013" cy="27000"/>
            </a:xfrm>
          </p:grpSpPr>
          <p:sp>
            <p:nvSpPr>
              <p:cNvPr id="2127" name="Google Shape;2127;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8" name="Google Shape;2128;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9" name="Google Shape;2129;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43" name="Google Shape;2143;p37"/>
          <p:cNvSpPr txBox="1">
            <a:spLocks noGrp="1"/>
          </p:cNvSpPr>
          <p:nvPr>
            <p:ph type="subTitle" idx="5"/>
          </p:nvPr>
        </p:nvSpPr>
        <p:spPr>
          <a:xfrm>
            <a:off x="1649665" y="2251548"/>
            <a:ext cx="2242625"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solidFill>
                  <a:schemeClr val="accent1"/>
                </a:solidFill>
              </a:rPr>
              <a:t>Phân tích thiết kế hệ thống</a:t>
            </a:r>
            <a:endParaRPr/>
          </a:p>
        </p:txBody>
      </p:sp>
      <p:sp>
        <p:nvSpPr>
          <p:cNvPr id="2144" name="Google Shape;2144;p37"/>
          <p:cNvSpPr txBox="1">
            <a:spLocks noGrp="1"/>
          </p:cNvSpPr>
          <p:nvPr>
            <p:ph type="subTitle" idx="6"/>
          </p:nvPr>
        </p:nvSpPr>
        <p:spPr>
          <a:xfrm>
            <a:off x="1642738" y="2535012"/>
            <a:ext cx="26151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err="1"/>
              <a:t>Kiến trúc pipeline, kỹ thuật Prompt Engineering, quy trình chấm bài</a:t>
            </a:r>
            <a:r>
              <a:rPr lang="en-US" dirty="0"/>
              <a:t/>
            </a:r>
            <a:r>
              <a:rPr lang="en-US" dirty="0" err="1"/>
              <a:t/>
            </a:r>
            <a:r>
              <a:rPr lang="en-US" dirty="0"/>
              <a:t/>
            </a:r>
            <a:r>
              <a:rPr lang="en-US" dirty="0" err="1" smtClean="0"/>
              <a:t/>
            </a:r>
            <a:r>
              <a:rPr lang="en-US" dirty="0"/>
              <a:t/>
            </a:r>
            <a:r>
              <a:rPr lang="en-US" dirty="0" err="1" smtClean="0"/>
              <a:t/>
            </a:r>
            <a:r>
              <a:rPr lang="en-US" dirty="0" smtClean="0"/>
              <a:t/>
            </a:r>
            <a:r>
              <a:rPr lang="en-US" dirty="0" err="1" smtClean="0"/>
              <a:t/>
            </a:r>
            <a:r>
              <a:rPr lang="en-US" dirty="0" smtClean="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endParaRPr dirty="0"/>
          </a:p>
        </p:txBody>
      </p:sp>
      <p:sp>
        <p:nvSpPr>
          <p:cNvPr id="2149" name="Google Shape;2149;p37"/>
          <p:cNvSpPr txBox="1">
            <a:spLocks noGrp="1"/>
          </p:cNvSpPr>
          <p:nvPr>
            <p:ph type="title" idx="14"/>
          </p:nvPr>
        </p:nvSpPr>
        <p:spPr>
          <a:xfrm>
            <a:off x="827182" y="2404269"/>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grpSp>
        <p:nvGrpSpPr>
          <p:cNvPr id="2114" name="Google Shape;2114;p37"/>
          <p:cNvGrpSpPr/>
          <p:nvPr/>
        </p:nvGrpSpPr>
        <p:grpSpPr>
          <a:xfrm>
            <a:off x="739749" y="1196564"/>
            <a:ext cx="635100" cy="733490"/>
            <a:chOff x="731647" y="1650460"/>
            <a:chExt cx="635100" cy="733490"/>
          </a:xfrm>
        </p:grpSpPr>
        <p:grpSp>
          <p:nvGrpSpPr>
            <p:cNvPr id="2115" name="Google Shape;2115;p37"/>
            <p:cNvGrpSpPr/>
            <p:nvPr/>
          </p:nvGrpSpPr>
          <p:grpSpPr>
            <a:xfrm>
              <a:off x="731647" y="1650460"/>
              <a:ext cx="635100" cy="635100"/>
              <a:chOff x="917231" y="1827973"/>
              <a:chExt cx="635100" cy="635100"/>
            </a:xfrm>
          </p:grpSpPr>
          <p:sp>
            <p:nvSpPr>
              <p:cNvPr id="2116" name="Google Shape;2116;p37"/>
              <p:cNvSpPr/>
              <p:nvPr/>
            </p:nvSpPr>
            <p:spPr>
              <a:xfrm>
                <a:off x="917231" y="182797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7"/>
              <p:cNvSpPr/>
              <p:nvPr/>
            </p:nvSpPr>
            <p:spPr>
              <a:xfrm>
                <a:off x="1001931" y="1912710"/>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8" name="Google Shape;2118;p37"/>
            <p:cNvGrpSpPr/>
            <p:nvPr/>
          </p:nvGrpSpPr>
          <p:grpSpPr>
            <a:xfrm>
              <a:off x="961679" y="2356951"/>
              <a:ext cx="175013" cy="27000"/>
              <a:chOff x="5662375" y="212375"/>
              <a:chExt cx="175013" cy="27000"/>
            </a:xfrm>
          </p:grpSpPr>
          <p:sp>
            <p:nvSpPr>
              <p:cNvPr id="2119" name="Google Shape;2119;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0" name="Google Shape;2120;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1" name="Google Shape;2121;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41" name="Google Shape;2141;p37"/>
          <p:cNvSpPr txBox="1">
            <a:spLocks noGrp="1"/>
          </p:cNvSpPr>
          <p:nvPr>
            <p:ph type="subTitle" idx="3"/>
          </p:nvPr>
        </p:nvSpPr>
        <p:spPr>
          <a:xfrm>
            <a:off x="1638243" y="1116703"/>
            <a:ext cx="2578891"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solidFill>
                  <a:schemeClr val="accent1"/>
                </a:solidFill>
              </a:rPr>
              <a:t>Đặc tả yêu cầu hệ thống</a:t>
            </a:r>
            <a:endParaRPr/>
          </a:p>
        </p:txBody>
      </p:sp>
      <p:sp>
        <p:nvSpPr>
          <p:cNvPr id="2142" name="Google Shape;2142;p37"/>
          <p:cNvSpPr txBox="1">
            <a:spLocks noGrp="1"/>
          </p:cNvSpPr>
          <p:nvPr>
            <p:ph type="subTitle" idx="4"/>
          </p:nvPr>
        </p:nvSpPr>
        <p:spPr>
          <a:xfrm>
            <a:off x="1638244" y="1400167"/>
            <a:ext cx="2842014"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t>Tác nhân, yêu cầu chức năng và phi chức năng, mô tả 6 skill</a:t>
            </a:r>
            <a:endParaRPr/>
          </a:p>
        </p:txBody>
      </p:sp>
      <p:sp>
        <p:nvSpPr>
          <p:cNvPr id="2148" name="Google Shape;2148;p37"/>
          <p:cNvSpPr txBox="1">
            <a:spLocks noGrp="1"/>
          </p:cNvSpPr>
          <p:nvPr>
            <p:ph type="title" idx="13"/>
          </p:nvPr>
        </p:nvSpPr>
        <p:spPr>
          <a:xfrm>
            <a:off x="821918" y="1347472"/>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grpSp>
        <p:nvGrpSpPr>
          <p:cNvPr id="2106" name="Google Shape;2106;p37"/>
          <p:cNvGrpSpPr/>
          <p:nvPr/>
        </p:nvGrpSpPr>
        <p:grpSpPr>
          <a:xfrm>
            <a:off x="738955" y="292598"/>
            <a:ext cx="635100" cy="734640"/>
            <a:chOff x="731647" y="573573"/>
            <a:chExt cx="635100" cy="734640"/>
          </a:xfrm>
        </p:grpSpPr>
        <p:grpSp>
          <p:nvGrpSpPr>
            <p:cNvPr id="2107" name="Google Shape;2107;p37"/>
            <p:cNvGrpSpPr/>
            <p:nvPr/>
          </p:nvGrpSpPr>
          <p:grpSpPr>
            <a:xfrm>
              <a:off x="731647" y="573573"/>
              <a:ext cx="635100" cy="635100"/>
              <a:chOff x="917231" y="750460"/>
              <a:chExt cx="635100" cy="635100"/>
            </a:xfrm>
          </p:grpSpPr>
          <p:sp>
            <p:nvSpPr>
              <p:cNvPr id="2108" name="Google Shape;2108;p37"/>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7"/>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0" name="Google Shape;2110;p37"/>
            <p:cNvGrpSpPr/>
            <p:nvPr/>
          </p:nvGrpSpPr>
          <p:grpSpPr>
            <a:xfrm>
              <a:off x="961679" y="1281213"/>
              <a:ext cx="175013" cy="27000"/>
              <a:chOff x="5662375" y="212375"/>
              <a:chExt cx="175013" cy="27000"/>
            </a:xfrm>
          </p:grpSpPr>
          <p:sp>
            <p:nvSpPr>
              <p:cNvPr id="2111" name="Google Shape;2111;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2" name="Google Shape;2112;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3" name="Google Shape;2113;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39" name="Google Shape;2139;p37"/>
          <p:cNvSpPr txBox="1">
            <a:spLocks noGrp="1"/>
          </p:cNvSpPr>
          <p:nvPr>
            <p:ph type="subTitle" idx="2"/>
          </p:nvPr>
        </p:nvSpPr>
        <p:spPr>
          <a:xfrm>
            <a:off x="1649665" y="529016"/>
            <a:ext cx="26151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latin typeface="Barlow Semi Condensed"/>
                <a:ea typeface="Barlow Semi Condensed"/>
                <a:cs typeface="Barlow Semi Condensed"/>
                <a:sym typeface="Barlow Semi Condensed"/>
              </a:rPr>
              <a:t>Giới thiệu, lý do chọn đề tài</a:t>
            </a:r>
            <a:endParaRPr>
              <a:latin typeface="Barlow Semi Condensed"/>
              <a:ea typeface="Barlow Semi Condensed"/>
              <a:cs typeface="Barlow Semi Condensed"/>
              <a:sym typeface="Barlow Semi Condensed"/>
            </a:endParaRPr>
          </a:p>
        </p:txBody>
      </p:sp>
      <p:sp>
        <p:nvSpPr>
          <p:cNvPr id="2140" name="Google Shape;2140;p37"/>
          <p:cNvSpPr txBox="1">
            <a:spLocks noGrp="1"/>
          </p:cNvSpPr>
          <p:nvPr>
            <p:ph type="subTitle" idx="1"/>
          </p:nvPr>
        </p:nvSpPr>
        <p:spPr>
          <a:xfrm>
            <a:off x="1649665" y="245552"/>
            <a:ext cx="1523026"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dirty="0">
                <a:solidFill>
                  <a:schemeClr val="accent1"/>
                </a:solidFill>
              </a:rPr>
              <a:t>Mở đầu</a:t>
            </a:r>
            <a:endParaRPr dirty="0"/>
          </a:p>
        </p:txBody>
      </p:sp>
      <p:sp>
        <p:nvSpPr>
          <p:cNvPr id="2147" name="Google Shape;2147;p37"/>
          <p:cNvSpPr txBox="1">
            <a:spLocks noGrp="1"/>
          </p:cNvSpPr>
          <p:nvPr>
            <p:ph type="title" idx="9"/>
          </p:nvPr>
        </p:nvSpPr>
        <p:spPr>
          <a:xfrm>
            <a:off x="821124" y="441401"/>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1896" name="Google Shape;1896;p37"/>
          <p:cNvGrpSpPr/>
          <p:nvPr/>
        </p:nvGrpSpPr>
        <p:grpSpPr>
          <a:xfrm>
            <a:off x="4380492" y="1407975"/>
            <a:ext cx="4430405" cy="3106404"/>
            <a:chOff x="862950" y="825025"/>
            <a:chExt cx="5862650" cy="4111175"/>
          </a:xfrm>
        </p:grpSpPr>
        <p:sp>
          <p:nvSpPr>
            <p:cNvPr id="1897" name="Google Shape;1897;p37"/>
            <p:cNvSpPr/>
            <p:nvPr/>
          </p:nvSpPr>
          <p:spPr>
            <a:xfrm>
              <a:off x="918425" y="825150"/>
              <a:ext cx="5767425" cy="4096250"/>
            </a:xfrm>
            <a:custGeom>
              <a:avLst/>
              <a:gdLst/>
              <a:ahLst/>
              <a:cxnLst/>
              <a:rect l="l" t="t" r="r" b="b"/>
              <a:pathLst>
                <a:path w="230697" h="163850" extrusionOk="0">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7"/>
            <p:cNvSpPr/>
            <p:nvPr/>
          </p:nvSpPr>
          <p:spPr>
            <a:xfrm>
              <a:off x="934125" y="825025"/>
              <a:ext cx="5751725" cy="4096375"/>
            </a:xfrm>
            <a:custGeom>
              <a:avLst/>
              <a:gdLst/>
              <a:ahLst/>
              <a:cxnLst/>
              <a:rect l="l" t="t" r="r" b="b"/>
              <a:pathLst>
                <a:path w="230069" h="163855" extrusionOk="0">
                  <a:moveTo>
                    <a:pt x="157126" y="0"/>
                  </a:moveTo>
                  <a:cubicBezTo>
                    <a:pt x="155832" y="0"/>
                    <a:pt x="154538" y="111"/>
                    <a:pt x="153244" y="296"/>
                  </a:cubicBezTo>
                  <a:cubicBezTo>
                    <a:pt x="131061" y="3587"/>
                    <a:pt x="135793" y="27654"/>
                    <a:pt x="124961" y="31426"/>
                  </a:cubicBezTo>
                  <a:cubicBezTo>
                    <a:pt x="123667" y="31869"/>
                    <a:pt x="122336" y="32054"/>
                    <a:pt x="121005" y="32054"/>
                  </a:cubicBezTo>
                  <a:cubicBezTo>
                    <a:pt x="117345" y="32054"/>
                    <a:pt x="113426" y="30686"/>
                    <a:pt x="108990" y="29318"/>
                  </a:cubicBezTo>
                  <a:cubicBezTo>
                    <a:pt x="108287" y="29096"/>
                    <a:pt x="107585" y="28875"/>
                    <a:pt x="106882" y="28690"/>
                  </a:cubicBezTo>
                  <a:lnTo>
                    <a:pt x="106882" y="34161"/>
                  </a:lnTo>
                  <a:lnTo>
                    <a:pt x="139380" y="34161"/>
                  </a:lnTo>
                  <a:cubicBezTo>
                    <a:pt x="139454" y="34161"/>
                    <a:pt x="139528" y="34198"/>
                    <a:pt x="139601" y="34272"/>
                  </a:cubicBezTo>
                  <a:cubicBezTo>
                    <a:pt x="139638" y="34346"/>
                    <a:pt x="139675" y="34420"/>
                    <a:pt x="139675" y="34494"/>
                  </a:cubicBezTo>
                  <a:lnTo>
                    <a:pt x="139675" y="75236"/>
                  </a:lnTo>
                  <a:cubicBezTo>
                    <a:pt x="140230" y="75236"/>
                    <a:pt x="140785" y="75199"/>
                    <a:pt x="141376" y="75199"/>
                  </a:cubicBezTo>
                  <a:cubicBezTo>
                    <a:pt x="144186" y="75162"/>
                    <a:pt x="147735" y="75088"/>
                    <a:pt x="151247" y="75014"/>
                  </a:cubicBezTo>
                  <a:lnTo>
                    <a:pt x="151321" y="75014"/>
                  </a:lnTo>
                  <a:cubicBezTo>
                    <a:pt x="153133" y="71539"/>
                    <a:pt x="154316" y="68544"/>
                    <a:pt x="155425" y="65993"/>
                  </a:cubicBezTo>
                  <a:cubicBezTo>
                    <a:pt x="156645" y="63072"/>
                    <a:pt x="157015" y="60374"/>
                    <a:pt x="157015" y="58192"/>
                  </a:cubicBezTo>
                  <a:cubicBezTo>
                    <a:pt x="157015" y="55715"/>
                    <a:pt x="156571" y="53978"/>
                    <a:pt x="156423" y="53534"/>
                  </a:cubicBezTo>
                  <a:cubicBezTo>
                    <a:pt x="155314" y="52905"/>
                    <a:pt x="153281" y="51353"/>
                    <a:pt x="151469" y="49134"/>
                  </a:cubicBezTo>
                  <a:cubicBezTo>
                    <a:pt x="149584" y="46805"/>
                    <a:pt x="147957" y="43811"/>
                    <a:pt x="147957" y="40446"/>
                  </a:cubicBezTo>
                  <a:cubicBezTo>
                    <a:pt x="147957" y="39485"/>
                    <a:pt x="148105" y="38524"/>
                    <a:pt x="148400" y="37526"/>
                  </a:cubicBezTo>
                  <a:cubicBezTo>
                    <a:pt x="148807" y="36047"/>
                    <a:pt x="149694" y="34864"/>
                    <a:pt x="150877" y="33976"/>
                  </a:cubicBezTo>
                  <a:cubicBezTo>
                    <a:pt x="152061" y="33052"/>
                    <a:pt x="153502" y="32424"/>
                    <a:pt x="155018" y="31980"/>
                  </a:cubicBezTo>
                  <a:cubicBezTo>
                    <a:pt x="158124" y="31056"/>
                    <a:pt x="161562" y="30834"/>
                    <a:pt x="164002" y="30834"/>
                  </a:cubicBezTo>
                  <a:cubicBezTo>
                    <a:pt x="165555" y="30834"/>
                    <a:pt x="166738" y="30945"/>
                    <a:pt x="167108" y="30945"/>
                  </a:cubicBezTo>
                  <a:cubicBezTo>
                    <a:pt x="167773" y="30353"/>
                    <a:pt x="171692" y="27285"/>
                    <a:pt x="179419" y="27285"/>
                  </a:cubicBezTo>
                  <a:cubicBezTo>
                    <a:pt x="180454" y="27285"/>
                    <a:pt x="181526" y="27322"/>
                    <a:pt x="182709" y="27470"/>
                  </a:cubicBezTo>
                  <a:cubicBezTo>
                    <a:pt x="185223" y="27728"/>
                    <a:pt x="187478" y="28468"/>
                    <a:pt x="189475" y="29577"/>
                  </a:cubicBezTo>
                  <a:cubicBezTo>
                    <a:pt x="184927" y="16231"/>
                    <a:pt x="173688" y="0"/>
                    <a:pt x="157126" y="0"/>
                  </a:cubicBezTo>
                  <a:close/>
                  <a:moveTo>
                    <a:pt x="213543" y="69210"/>
                  </a:moveTo>
                  <a:cubicBezTo>
                    <a:pt x="211398" y="69210"/>
                    <a:pt x="209143" y="69986"/>
                    <a:pt x="206962" y="71465"/>
                  </a:cubicBezTo>
                  <a:cubicBezTo>
                    <a:pt x="206038" y="72093"/>
                    <a:pt x="205187" y="72389"/>
                    <a:pt x="204337" y="72389"/>
                  </a:cubicBezTo>
                  <a:cubicBezTo>
                    <a:pt x="202932" y="72389"/>
                    <a:pt x="201675" y="71539"/>
                    <a:pt x="200492" y="70060"/>
                  </a:cubicBezTo>
                  <a:cubicBezTo>
                    <a:pt x="200344" y="72352"/>
                    <a:pt x="200085" y="74829"/>
                    <a:pt x="199716" y="77528"/>
                  </a:cubicBezTo>
                  <a:cubicBezTo>
                    <a:pt x="200825" y="77713"/>
                    <a:pt x="201934" y="77898"/>
                    <a:pt x="203043" y="78120"/>
                  </a:cubicBezTo>
                  <a:cubicBezTo>
                    <a:pt x="207442" y="78896"/>
                    <a:pt x="211583" y="79783"/>
                    <a:pt x="213764" y="80744"/>
                  </a:cubicBezTo>
                  <a:cubicBezTo>
                    <a:pt x="214393" y="81003"/>
                    <a:pt x="214874" y="81262"/>
                    <a:pt x="215132" y="81595"/>
                  </a:cubicBezTo>
                  <a:cubicBezTo>
                    <a:pt x="215317" y="81780"/>
                    <a:pt x="215428" y="82001"/>
                    <a:pt x="215428" y="82223"/>
                  </a:cubicBezTo>
                  <a:lnTo>
                    <a:pt x="215428" y="82260"/>
                  </a:lnTo>
                  <a:cubicBezTo>
                    <a:pt x="215391" y="82445"/>
                    <a:pt x="215354" y="82704"/>
                    <a:pt x="215280" y="83074"/>
                  </a:cubicBezTo>
                  <a:cubicBezTo>
                    <a:pt x="215206" y="83443"/>
                    <a:pt x="215095" y="83887"/>
                    <a:pt x="214948" y="84442"/>
                  </a:cubicBezTo>
                  <a:cubicBezTo>
                    <a:pt x="214652" y="85551"/>
                    <a:pt x="214282" y="86992"/>
                    <a:pt x="213801" y="88693"/>
                  </a:cubicBezTo>
                  <a:cubicBezTo>
                    <a:pt x="212840" y="92094"/>
                    <a:pt x="211583" y="96494"/>
                    <a:pt x="210289" y="101078"/>
                  </a:cubicBezTo>
                  <a:cubicBezTo>
                    <a:pt x="209883" y="102520"/>
                    <a:pt x="209476" y="103962"/>
                    <a:pt x="209069" y="105441"/>
                  </a:cubicBezTo>
                  <a:lnTo>
                    <a:pt x="224264" y="105885"/>
                  </a:lnTo>
                  <a:cubicBezTo>
                    <a:pt x="224819" y="101300"/>
                    <a:pt x="225262" y="96642"/>
                    <a:pt x="225336" y="92205"/>
                  </a:cubicBezTo>
                  <a:cubicBezTo>
                    <a:pt x="225373" y="91762"/>
                    <a:pt x="225373" y="91281"/>
                    <a:pt x="225373" y="90800"/>
                  </a:cubicBezTo>
                  <a:cubicBezTo>
                    <a:pt x="225373" y="76123"/>
                    <a:pt x="219939" y="69210"/>
                    <a:pt x="213543" y="69210"/>
                  </a:cubicBezTo>
                  <a:close/>
                  <a:moveTo>
                    <a:pt x="19040" y="105256"/>
                  </a:moveTo>
                  <a:cubicBezTo>
                    <a:pt x="16231" y="105256"/>
                    <a:pt x="13495" y="106180"/>
                    <a:pt x="10870" y="108731"/>
                  </a:cubicBezTo>
                  <a:cubicBezTo>
                    <a:pt x="925" y="118307"/>
                    <a:pt x="1" y="149029"/>
                    <a:pt x="1" y="160231"/>
                  </a:cubicBezTo>
                  <a:cubicBezTo>
                    <a:pt x="1" y="161969"/>
                    <a:pt x="1" y="163226"/>
                    <a:pt x="37" y="163855"/>
                  </a:cubicBezTo>
                  <a:lnTo>
                    <a:pt x="118972" y="163855"/>
                  </a:lnTo>
                  <a:cubicBezTo>
                    <a:pt x="119489" y="162635"/>
                    <a:pt x="120525" y="160195"/>
                    <a:pt x="121819" y="156904"/>
                  </a:cubicBezTo>
                  <a:lnTo>
                    <a:pt x="121819" y="156904"/>
                  </a:lnTo>
                  <a:cubicBezTo>
                    <a:pt x="118343" y="157717"/>
                    <a:pt x="115866" y="158087"/>
                    <a:pt x="114129" y="158087"/>
                  </a:cubicBezTo>
                  <a:cubicBezTo>
                    <a:pt x="113278" y="158087"/>
                    <a:pt x="112613" y="158013"/>
                    <a:pt x="112058" y="157828"/>
                  </a:cubicBezTo>
                  <a:cubicBezTo>
                    <a:pt x="111541" y="157644"/>
                    <a:pt x="111171" y="157348"/>
                    <a:pt x="110949" y="156978"/>
                  </a:cubicBezTo>
                  <a:cubicBezTo>
                    <a:pt x="110801" y="156719"/>
                    <a:pt x="110727" y="156423"/>
                    <a:pt x="110727" y="156128"/>
                  </a:cubicBezTo>
                  <a:cubicBezTo>
                    <a:pt x="110727" y="156017"/>
                    <a:pt x="110764" y="155906"/>
                    <a:pt x="110801" y="155758"/>
                  </a:cubicBezTo>
                  <a:cubicBezTo>
                    <a:pt x="110801" y="155573"/>
                    <a:pt x="110875" y="155351"/>
                    <a:pt x="110912" y="155056"/>
                  </a:cubicBezTo>
                  <a:cubicBezTo>
                    <a:pt x="111023" y="154501"/>
                    <a:pt x="111208" y="153725"/>
                    <a:pt x="111430" y="152800"/>
                  </a:cubicBezTo>
                  <a:cubicBezTo>
                    <a:pt x="111541" y="152394"/>
                    <a:pt x="111652" y="151950"/>
                    <a:pt x="111763" y="151469"/>
                  </a:cubicBezTo>
                  <a:cubicBezTo>
                    <a:pt x="109175" y="150065"/>
                    <a:pt x="107289" y="148142"/>
                    <a:pt x="106069" y="145739"/>
                  </a:cubicBezTo>
                  <a:cubicBezTo>
                    <a:pt x="105034" y="143595"/>
                    <a:pt x="104516" y="141007"/>
                    <a:pt x="104516" y="138049"/>
                  </a:cubicBezTo>
                  <a:cubicBezTo>
                    <a:pt x="104516" y="136385"/>
                    <a:pt x="104664" y="134574"/>
                    <a:pt x="104960" y="132614"/>
                  </a:cubicBezTo>
                  <a:cubicBezTo>
                    <a:pt x="106254" y="124703"/>
                    <a:pt x="109544" y="119268"/>
                    <a:pt x="114461" y="114055"/>
                  </a:cubicBezTo>
                  <a:cubicBezTo>
                    <a:pt x="114868" y="113648"/>
                    <a:pt x="115238" y="113242"/>
                    <a:pt x="115645" y="112835"/>
                  </a:cubicBezTo>
                  <a:lnTo>
                    <a:pt x="23810" y="112835"/>
                  </a:lnTo>
                  <a:cubicBezTo>
                    <a:pt x="23699" y="112835"/>
                    <a:pt x="23625" y="112798"/>
                    <a:pt x="23588" y="112761"/>
                  </a:cubicBezTo>
                  <a:cubicBezTo>
                    <a:pt x="23514" y="112687"/>
                    <a:pt x="23477" y="112613"/>
                    <a:pt x="23477" y="112539"/>
                  </a:cubicBezTo>
                  <a:lnTo>
                    <a:pt x="23477" y="105958"/>
                  </a:lnTo>
                  <a:cubicBezTo>
                    <a:pt x="21998" y="105515"/>
                    <a:pt x="20519" y="105256"/>
                    <a:pt x="19040" y="105256"/>
                  </a:cubicBezTo>
                  <a:close/>
                  <a:moveTo>
                    <a:pt x="220382" y="134056"/>
                  </a:moveTo>
                  <a:lnTo>
                    <a:pt x="220382" y="134056"/>
                  </a:lnTo>
                  <a:cubicBezTo>
                    <a:pt x="219902" y="134204"/>
                    <a:pt x="219458" y="134241"/>
                    <a:pt x="219199" y="134278"/>
                  </a:cubicBezTo>
                  <a:cubicBezTo>
                    <a:pt x="219162" y="134278"/>
                    <a:pt x="219125" y="134278"/>
                    <a:pt x="219088" y="134241"/>
                  </a:cubicBezTo>
                  <a:lnTo>
                    <a:pt x="212581" y="147624"/>
                  </a:lnTo>
                  <a:cubicBezTo>
                    <a:pt x="212286" y="148290"/>
                    <a:pt x="211620" y="148697"/>
                    <a:pt x="210881" y="148697"/>
                  </a:cubicBezTo>
                  <a:lnTo>
                    <a:pt x="206481" y="148660"/>
                  </a:lnTo>
                  <a:cubicBezTo>
                    <a:pt x="205446" y="149880"/>
                    <a:pt x="204411" y="151026"/>
                    <a:pt x="203450" y="152061"/>
                  </a:cubicBezTo>
                  <a:cubicBezTo>
                    <a:pt x="201453" y="154279"/>
                    <a:pt x="199716" y="156017"/>
                    <a:pt x="198570" y="156793"/>
                  </a:cubicBezTo>
                  <a:cubicBezTo>
                    <a:pt x="197608" y="157459"/>
                    <a:pt x="196869" y="157939"/>
                    <a:pt x="196277" y="158272"/>
                  </a:cubicBezTo>
                  <a:cubicBezTo>
                    <a:pt x="195649" y="158605"/>
                    <a:pt x="195205" y="158753"/>
                    <a:pt x="194762" y="158790"/>
                  </a:cubicBezTo>
                  <a:cubicBezTo>
                    <a:pt x="194503" y="158790"/>
                    <a:pt x="194244" y="158679"/>
                    <a:pt x="194022" y="158531"/>
                  </a:cubicBezTo>
                  <a:cubicBezTo>
                    <a:pt x="193837" y="158346"/>
                    <a:pt x="193689" y="158124"/>
                    <a:pt x="193542" y="157865"/>
                  </a:cubicBezTo>
                  <a:cubicBezTo>
                    <a:pt x="193283" y="157348"/>
                    <a:pt x="193098" y="156608"/>
                    <a:pt x="192765" y="155684"/>
                  </a:cubicBezTo>
                  <a:cubicBezTo>
                    <a:pt x="192469" y="154760"/>
                    <a:pt x="192248" y="153392"/>
                    <a:pt x="192100" y="151839"/>
                  </a:cubicBezTo>
                  <a:cubicBezTo>
                    <a:pt x="191989" y="150804"/>
                    <a:pt x="191915" y="149658"/>
                    <a:pt x="191841" y="148549"/>
                  </a:cubicBezTo>
                  <a:lnTo>
                    <a:pt x="189734" y="148512"/>
                  </a:lnTo>
                  <a:cubicBezTo>
                    <a:pt x="188403" y="153762"/>
                    <a:pt x="187996" y="157681"/>
                    <a:pt x="187996" y="160453"/>
                  </a:cubicBezTo>
                  <a:cubicBezTo>
                    <a:pt x="187996" y="161895"/>
                    <a:pt x="188107" y="163004"/>
                    <a:pt x="188255" y="163855"/>
                  </a:cubicBezTo>
                  <a:lnTo>
                    <a:pt x="230068" y="163855"/>
                  </a:lnTo>
                  <a:lnTo>
                    <a:pt x="230068" y="157274"/>
                  </a:lnTo>
                  <a:cubicBezTo>
                    <a:pt x="230068" y="152098"/>
                    <a:pt x="225817" y="147366"/>
                    <a:pt x="221565" y="142670"/>
                  </a:cubicBezTo>
                  <a:cubicBezTo>
                    <a:pt x="220641" y="141635"/>
                    <a:pt x="220271" y="139639"/>
                    <a:pt x="220271" y="136940"/>
                  </a:cubicBezTo>
                  <a:cubicBezTo>
                    <a:pt x="220271" y="136053"/>
                    <a:pt x="220308" y="135091"/>
                    <a:pt x="220382" y="1340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7"/>
            <p:cNvSpPr/>
            <p:nvPr/>
          </p:nvSpPr>
          <p:spPr>
            <a:xfrm>
              <a:off x="3502650" y="1514850"/>
              <a:ext cx="2496475" cy="3178275"/>
            </a:xfrm>
            <a:custGeom>
              <a:avLst/>
              <a:gdLst/>
              <a:ahLst/>
              <a:cxnLst/>
              <a:rect l="l" t="t" r="r" b="b"/>
              <a:pathLst>
                <a:path w="99859" h="127131" extrusionOk="0">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7"/>
            <p:cNvSpPr/>
            <p:nvPr/>
          </p:nvSpPr>
          <p:spPr>
            <a:xfrm>
              <a:off x="3547025" y="1507125"/>
              <a:ext cx="2405875" cy="3193375"/>
            </a:xfrm>
            <a:custGeom>
              <a:avLst/>
              <a:gdLst/>
              <a:ahLst/>
              <a:cxnLst/>
              <a:rect l="l" t="t" r="r" b="b"/>
              <a:pathLst>
                <a:path w="96235" h="127735" extrusionOk="0">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7"/>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7"/>
            <p:cNvSpPr/>
            <p:nvPr/>
          </p:nvSpPr>
          <p:spPr>
            <a:xfrm>
              <a:off x="5240275" y="1582925"/>
              <a:ext cx="685825" cy="691375"/>
            </a:xfrm>
            <a:custGeom>
              <a:avLst/>
              <a:gdLst/>
              <a:ahLst/>
              <a:cxnLst/>
              <a:rect l="l" t="t" r="r" b="b"/>
              <a:pathLst>
                <a:path w="27433" h="27655" extrusionOk="0">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7"/>
            <p:cNvSpPr/>
            <p:nvPr/>
          </p:nvSpPr>
          <p:spPr>
            <a:xfrm>
              <a:off x="5406650" y="1584775"/>
              <a:ext cx="438125" cy="367875"/>
            </a:xfrm>
            <a:custGeom>
              <a:avLst/>
              <a:gdLst/>
              <a:ahLst/>
              <a:cxnLst/>
              <a:rect l="l" t="t" r="r" b="b"/>
              <a:pathLst>
                <a:path w="17525" h="14715" extrusionOk="0">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7"/>
            <p:cNvSpPr/>
            <p:nvPr/>
          </p:nvSpPr>
          <p:spPr>
            <a:xfrm>
              <a:off x="4434325" y="2717300"/>
              <a:ext cx="1258875" cy="2210575"/>
            </a:xfrm>
            <a:custGeom>
              <a:avLst/>
              <a:gdLst/>
              <a:ahLst/>
              <a:cxnLst/>
              <a:rect l="l" t="t" r="r" b="b"/>
              <a:pathLst>
                <a:path w="50355" h="88423" extrusionOk="0">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7"/>
            <p:cNvSpPr/>
            <p:nvPr/>
          </p:nvSpPr>
          <p:spPr>
            <a:xfrm>
              <a:off x="4426000" y="2709600"/>
              <a:ext cx="1275500" cy="2226600"/>
            </a:xfrm>
            <a:custGeom>
              <a:avLst/>
              <a:gdLst/>
              <a:ahLst/>
              <a:cxnLst/>
              <a:rect l="l" t="t" r="r" b="b"/>
              <a:pathLst>
                <a:path w="51020" h="89064" extrusionOk="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7"/>
            <p:cNvSpPr/>
            <p:nvPr/>
          </p:nvSpPr>
          <p:spPr>
            <a:xfrm>
              <a:off x="5009200" y="2762300"/>
              <a:ext cx="495450" cy="732950"/>
            </a:xfrm>
            <a:custGeom>
              <a:avLst/>
              <a:gdLst/>
              <a:ahLst/>
              <a:cxnLst/>
              <a:rect l="l" t="t" r="r" b="b"/>
              <a:pathLst>
                <a:path w="19818" h="29318" extrusionOk="0">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7"/>
            <p:cNvSpPr/>
            <p:nvPr/>
          </p:nvSpPr>
          <p:spPr>
            <a:xfrm>
              <a:off x="5024925" y="2762300"/>
              <a:ext cx="478800" cy="363925"/>
            </a:xfrm>
            <a:custGeom>
              <a:avLst/>
              <a:gdLst/>
              <a:ahLst/>
              <a:cxnLst/>
              <a:rect l="l" t="t" r="r" b="b"/>
              <a:pathLst>
                <a:path w="19152" h="14557" extrusionOk="0">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7"/>
            <p:cNvSpPr/>
            <p:nvPr/>
          </p:nvSpPr>
          <p:spPr>
            <a:xfrm>
              <a:off x="5031400" y="2805725"/>
              <a:ext cx="452900" cy="320750"/>
            </a:xfrm>
            <a:custGeom>
              <a:avLst/>
              <a:gdLst/>
              <a:ahLst/>
              <a:cxnLst/>
              <a:rect l="l" t="t" r="r" b="b"/>
              <a:pathLst>
                <a:path w="18116" h="12830" extrusionOk="0">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7"/>
            <p:cNvSpPr/>
            <p:nvPr/>
          </p:nvSpPr>
          <p:spPr>
            <a:xfrm>
              <a:off x="5001825" y="2754200"/>
              <a:ext cx="510200" cy="748450"/>
            </a:xfrm>
            <a:custGeom>
              <a:avLst/>
              <a:gdLst/>
              <a:ahLst/>
              <a:cxnLst/>
              <a:rect l="l" t="t" r="r" b="b"/>
              <a:pathLst>
                <a:path w="20408" h="29938" extrusionOk="0">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7"/>
            <p:cNvSpPr/>
            <p:nvPr/>
          </p:nvSpPr>
          <p:spPr>
            <a:xfrm>
              <a:off x="5354875" y="2859575"/>
              <a:ext cx="133125" cy="419400"/>
            </a:xfrm>
            <a:custGeom>
              <a:avLst/>
              <a:gdLst/>
              <a:ahLst/>
              <a:cxnLst/>
              <a:rect l="l" t="t" r="r" b="b"/>
              <a:pathLst>
                <a:path w="5325" h="16776" extrusionOk="0">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7"/>
            <p:cNvSpPr/>
            <p:nvPr/>
          </p:nvSpPr>
          <p:spPr>
            <a:xfrm>
              <a:off x="3913950" y="2701900"/>
              <a:ext cx="2461350" cy="2225975"/>
            </a:xfrm>
            <a:custGeom>
              <a:avLst/>
              <a:gdLst/>
              <a:ahLst/>
              <a:cxnLst/>
              <a:rect l="l" t="t" r="r" b="b"/>
              <a:pathLst>
                <a:path w="98454" h="89039" extrusionOk="0">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7"/>
            <p:cNvSpPr/>
            <p:nvPr/>
          </p:nvSpPr>
          <p:spPr>
            <a:xfrm>
              <a:off x="5139525" y="3731850"/>
              <a:ext cx="1235775" cy="1196025"/>
            </a:xfrm>
            <a:custGeom>
              <a:avLst/>
              <a:gdLst/>
              <a:ahLst/>
              <a:cxnLst/>
              <a:rect l="l" t="t" r="r" b="b"/>
              <a:pathLst>
                <a:path w="49431" h="47841" extrusionOk="0">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7"/>
            <p:cNvSpPr/>
            <p:nvPr/>
          </p:nvSpPr>
          <p:spPr>
            <a:xfrm>
              <a:off x="3913950" y="3766050"/>
              <a:ext cx="429825" cy="1161825"/>
            </a:xfrm>
            <a:custGeom>
              <a:avLst/>
              <a:gdLst/>
              <a:ahLst/>
              <a:cxnLst/>
              <a:rect l="l" t="t" r="r" b="b"/>
              <a:pathLst>
                <a:path w="17193" h="46473" extrusionOk="0">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7"/>
            <p:cNvSpPr/>
            <p:nvPr/>
          </p:nvSpPr>
          <p:spPr>
            <a:xfrm>
              <a:off x="5142300" y="4519325"/>
              <a:ext cx="933525" cy="401150"/>
            </a:xfrm>
            <a:custGeom>
              <a:avLst/>
              <a:gdLst/>
              <a:ahLst/>
              <a:cxnLst/>
              <a:rect l="l" t="t" r="r" b="b"/>
              <a:pathLst>
                <a:path w="37341" h="16046" extrusionOk="0">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7"/>
            <p:cNvSpPr/>
            <p:nvPr/>
          </p:nvSpPr>
          <p:spPr>
            <a:xfrm>
              <a:off x="3925975" y="4024850"/>
              <a:ext cx="355850" cy="895625"/>
            </a:xfrm>
            <a:custGeom>
              <a:avLst/>
              <a:gdLst/>
              <a:ahLst/>
              <a:cxnLst/>
              <a:rect l="l" t="t" r="r" b="b"/>
              <a:pathLst>
                <a:path w="14234" h="35825" extrusionOk="0">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7"/>
            <p:cNvSpPr/>
            <p:nvPr/>
          </p:nvSpPr>
          <p:spPr>
            <a:xfrm>
              <a:off x="3906550" y="2694575"/>
              <a:ext cx="2476150" cy="2241625"/>
            </a:xfrm>
            <a:custGeom>
              <a:avLst/>
              <a:gdLst/>
              <a:ahLst/>
              <a:cxnLst/>
              <a:rect l="l" t="t" r="r" b="b"/>
              <a:pathLst>
                <a:path w="99046" h="89665" extrusionOk="0">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7"/>
            <p:cNvSpPr/>
            <p:nvPr/>
          </p:nvSpPr>
          <p:spPr>
            <a:xfrm>
              <a:off x="4643200" y="2691125"/>
              <a:ext cx="389150" cy="1764450"/>
            </a:xfrm>
            <a:custGeom>
              <a:avLst/>
              <a:gdLst/>
              <a:ahLst/>
              <a:cxnLst/>
              <a:rect l="l" t="t" r="r" b="b"/>
              <a:pathLst>
                <a:path w="15566" h="70578" extrusionOk="0">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7"/>
            <p:cNvSpPr/>
            <p:nvPr/>
          </p:nvSpPr>
          <p:spPr>
            <a:xfrm>
              <a:off x="5353025" y="2758425"/>
              <a:ext cx="360500" cy="1559225"/>
            </a:xfrm>
            <a:custGeom>
              <a:avLst/>
              <a:gdLst/>
              <a:ahLst/>
              <a:cxnLst/>
              <a:rect l="l" t="t" r="r" b="b"/>
              <a:pathLst>
                <a:path w="14420" h="62369" extrusionOk="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7"/>
            <p:cNvSpPr/>
            <p:nvPr/>
          </p:nvSpPr>
          <p:spPr>
            <a:xfrm>
              <a:off x="4686650" y="3654175"/>
              <a:ext cx="1109125" cy="736700"/>
            </a:xfrm>
            <a:custGeom>
              <a:avLst/>
              <a:gdLst/>
              <a:ahLst/>
              <a:cxnLst/>
              <a:rect l="l" t="t" r="r" b="b"/>
              <a:pathLst>
                <a:path w="44365" h="29468" extrusionOk="0">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7"/>
            <p:cNvSpPr/>
            <p:nvPr/>
          </p:nvSpPr>
          <p:spPr>
            <a:xfrm>
              <a:off x="5364125" y="3758650"/>
              <a:ext cx="397450" cy="161775"/>
            </a:xfrm>
            <a:custGeom>
              <a:avLst/>
              <a:gdLst/>
              <a:ahLst/>
              <a:cxnLst/>
              <a:rect l="l" t="t" r="r" b="b"/>
              <a:pathLst>
                <a:path w="15898" h="6471" extrusionOk="0">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7"/>
            <p:cNvSpPr/>
            <p:nvPr/>
          </p:nvSpPr>
          <p:spPr>
            <a:xfrm>
              <a:off x="4686650" y="3815025"/>
              <a:ext cx="824450" cy="575850"/>
            </a:xfrm>
            <a:custGeom>
              <a:avLst/>
              <a:gdLst/>
              <a:ahLst/>
              <a:cxnLst/>
              <a:rect l="l" t="t" r="r" b="b"/>
              <a:pathLst>
                <a:path w="32978" h="23034" extrusionOk="0">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7"/>
            <p:cNvSpPr/>
            <p:nvPr/>
          </p:nvSpPr>
          <p:spPr>
            <a:xfrm>
              <a:off x="5364125" y="3758650"/>
              <a:ext cx="329075" cy="154375"/>
            </a:xfrm>
            <a:custGeom>
              <a:avLst/>
              <a:gdLst/>
              <a:ahLst/>
              <a:cxnLst/>
              <a:rect l="l" t="t" r="r" b="b"/>
              <a:pathLst>
                <a:path w="13163" h="6175" extrusionOk="0">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37"/>
            <p:cNvSpPr/>
            <p:nvPr/>
          </p:nvSpPr>
          <p:spPr>
            <a:xfrm>
              <a:off x="4747650" y="3832600"/>
              <a:ext cx="740350" cy="496350"/>
            </a:xfrm>
            <a:custGeom>
              <a:avLst/>
              <a:gdLst/>
              <a:ahLst/>
              <a:cxnLst/>
              <a:rect l="l" t="t" r="r" b="b"/>
              <a:pathLst>
                <a:path w="29614" h="19854" extrusionOk="0">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7"/>
            <p:cNvSpPr/>
            <p:nvPr/>
          </p:nvSpPr>
          <p:spPr>
            <a:xfrm>
              <a:off x="5105325" y="4022100"/>
              <a:ext cx="42550" cy="68175"/>
            </a:xfrm>
            <a:custGeom>
              <a:avLst/>
              <a:gdLst/>
              <a:ahLst/>
              <a:cxnLst/>
              <a:rect l="l" t="t" r="r" b="b"/>
              <a:pathLst>
                <a:path w="1702" h="2727" extrusionOk="0">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7"/>
            <p:cNvSpPr/>
            <p:nvPr/>
          </p:nvSpPr>
          <p:spPr>
            <a:xfrm>
              <a:off x="5196825" y="3955100"/>
              <a:ext cx="80450" cy="159375"/>
            </a:xfrm>
            <a:custGeom>
              <a:avLst/>
              <a:gdLst/>
              <a:ahLst/>
              <a:cxnLst/>
              <a:rect l="l" t="t" r="r" b="b"/>
              <a:pathLst>
                <a:path w="3218" h="6375" extrusionOk="0">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7"/>
            <p:cNvSpPr/>
            <p:nvPr/>
          </p:nvSpPr>
          <p:spPr>
            <a:xfrm>
              <a:off x="5292025" y="3860550"/>
              <a:ext cx="109100" cy="194575"/>
            </a:xfrm>
            <a:custGeom>
              <a:avLst/>
              <a:gdLst/>
              <a:ahLst/>
              <a:cxnLst/>
              <a:rect l="l" t="t" r="r" b="b"/>
              <a:pathLst>
                <a:path w="4364" h="7783" extrusionOk="0">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7"/>
            <p:cNvSpPr/>
            <p:nvPr/>
          </p:nvSpPr>
          <p:spPr>
            <a:xfrm>
              <a:off x="4678325" y="3645900"/>
              <a:ext cx="1122075" cy="752975"/>
            </a:xfrm>
            <a:custGeom>
              <a:avLst/>
              <a:gdLst/>
              <a:ahLst/>
              <a:cxnLst/>
              <a:rect l="l" t="t" r="r" b="b"/>
              <a:pathLst>
                <a:path w="44883" h="30119" extrusionOk="0">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37"/>
            <p:cNvSpPr/>
            <p:nvPr/>
          </p:nvSpPr>
          <p:spPr>
            <a:xfrm>
              <a:off x="3709700" y="2698525"/>
              <a:ext cx="1055525" cy="2070975"/>
            </a:xfrm>
            <a:custGeom>
              <a:avLst/>
              <a:gdLst/>
              <a:ahLst/>
              <a:cxnLst/>
              <a:rect l="l" t="t" r="r" b="b"/>
              <a:pathLst>
                <a:path w="42221" h="82839" extrusionOk="0">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7"/>
            <p:cNvSpPr/>
            <p:nvPr/>
          </p:nvSpPr>
          <p:spPr>
            <a:xfrm>
              <a:off x="3709700" y="3396325"/>
              <a:ext cx="1024100" cy="1373175"/>
            </a:xfrm>
            <a:custGeom>
              <a:avLst/>
              <a:gdLst/>
              <a:ahLst/>
              <a:cxnLst/>
              <a:rect l="l" t="t" r="r" b="b"/>
              <a:pathLst>
                <a:path w="40964" h="54927" extrusionOk="0">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37"/>
            <p:cNvSpPr/>
            <p:nvPr/>
          </p:nvSpPr>
          <p:spPr>
            <a:xfrm>
              <a:off x="3718000" y="3645900"/>
              <a:ext cx="1007475" cy="1115600"/>
            </a:xfrm>
            <a:custGeom>
              <a:avLst/>
              <a:gdLst/>
              <a:ahLst/>
              <a:cxnLst/>
              <a:rect l="l" t="t" r="r" b="b"/>
              <a:pathLst>
                <a:path w="40299" h="44624" extrusionOk="0">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37"/>
            <p:cNvSpPr/>
            <p:nvPr/>
          </p:nvSpPr>
          <p:spPr>
            <a:xfrm>
              <a:off x="3702300" y="2691125"/>
              <a:ext cx="1071250" cy="2086100"/>
            </a:xfrm>
            <a:custGeom>
              <a:avLst/>
              <a:gdLst/>
              <a:ahLst/>
              <a:cxnLst/>
              <a:rect l="l" t="t" r="r" b="b"/>
              <a:pathLst>
                <a:path w="42850" h="83444" extrusionOk="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37"/>
            <p:cNvSpPr/>
            <p:nvPr/>
          </p:nvSpPr>
          <p:spPr>
            <a:xfrm>
              <a:off x="4389950" y="3681000"/>
              <a:ext cx="277300" cy="403025"/>
            </a:xfrm>
            <a:custGeom>
              <a:avLst/>
              <a:gdLst/>
              <a:ahLst/>
              <a:cxnLst/>
              <a:rect l="l" t="t" r="r" b="b"/>
              <a:pathLst>
                <a:path w="11092" h="16121" extrusionOk="0">
                  <a:moveTo>
                    <a:pt x="1258" y="1"/>
                  </a:moveTo>
                  <a:lnTo>
                    <a:pt x="1" y="15713"/>
                  </a:lnTo>
                  <a:lnTo>
                    <a:pt x="10130" y="16120"/>
                  </a:lnTo>
                  <a:lnTo>
                    <a:pt x="11092" y="851"/>
                  </a:lnTo>
                  <a:lnTo>
                    <a:pt x="12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37"/>
            <p:cNvSpPr/>
            <p:nvPr/>
          </p:nvSpPr>
          <p:spPr>
            <a:xfrm>
              <a:off x="4381625" y="3673250"/>
              <a:ext cx="293950" cy="419075"/>
            </a:xfrm>
            <a:custGeom>
              <a:avLst/>
              <a:gdLst/>
              <a:ahLst/>
              <a:cxnLst/>
              <a:rect l="l" t="t" r="r" b="b"/>
              <a:pathLst>
                <a:path w="11758" h="16763" extrusionOk="0">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37"/>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7"/>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37"/>
            <p:cNvSpPr/>
            <p:nvPr/>
          </p:nvSpPr>
          <p:spPr>
            <a:xfrm>
              <a:off x="5426975" y="3461900"/>
              <a:ext cx="1298625" cy="1073150"/>
            </a:xfrm>
            <a:custGeom>
              <a:avLst/>
              <a:gdLst/>
              <a:ahLst/>
              <a:cxnLst/>
              <a:rect l="l" t="t" r="r" b="b"/>
              <a:pathLst>
                <a:path w="51945" h="42926" extrusionOk="0">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7"/>
            <p:cNvSpPr/>
            <p:nvPr/>
          </p:nvSpPr>
          <p:spPr>
            <a:xfrm>
              <a:off x="5426975" y="3453650"/>
              <a:ext cx="1297700" cy="1088800"/>
            </a:xfrm>
            <a:custGeom>
              <a:avLst/>
              <a:gdLst/>
              <a:ahLst/>
              <a:cxnLst/>
              <a:rect l="l" t="t" r="r" b="b"/>
              <a:pathLst>
                <a:path w="51908" h="43552" extrusionOk="0">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7"/>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37"/>
            <p:cNvSpPr/>
            <p:nvPr/>
          </p:nvSpPr>
          <p:spPr>
            <a:xfrm>
              <a:off x="5610900" y="3469350"/>
              <a:ext cx="451075" cy="661600"/>
            </a:xfrm>
            <a:custGeom>
              <a:avLst/>
              <a:gdLst/>
              <a:ahLst/>
              <a:cxnLst/>
              <a:rect l="l" t="t" r="r" b="b"/>
              <a:pathLst>
                <a:path w="18043" h="26464" extrusionOk="0">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37"/>
            <p:cNvSpPr/>
            <p:nvPr/>
          </p:nvSpPr>
          <p:spPr>
            <a:xfrm>
              <a:off x="6081350" y="3473050"/>
              <a:ext cx="74900" cy="17575"/>
            </a:xfrm>
            <a:custGeom>
              <a:avLst/>
              <a:gdLst/>
              <a:ahLst/>
              <a:cxnLst/>
              <a:rect l="l" t="t" r="r" b="b"/>
              <a:pathLst>
                <a:path w="2996" h="703" extrusionOk="0">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37"/>
            <p:cNvSpPr/>
            <p:nvPr/>
          </p:nvSpPr>
          <p:spPr>
            <a:xfrm>
              <a:off x="6350325" y="4060025"/>
              <a:ext cx="263225" cy="113650"/>
            </a:xfrm>
            <a:custGeom>
              <a:avLst/>
              <a:gdLst/>
              <a:ahLst/>
              <a:cxnLst/>
              <a:rect l="l" t="t" r="r" b="b"/>
              <a:pathLst>
                <a:path w="10529" h="4546" extrusionOk="0">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37"/>
            <p:cNvSpPr/>
            <p:nvPr/>
          </p:nvSpPr>
          <p:spPr>
            <a:xfrm>
              <a:off x="6386375" y="4075675"/>
              <a:ext cx="210750" cy="90600"/>
            </a:xfrm>
            <a:custGeom>
              <a:avLst/>
              <a:gdLst/>
              <a:ahLst/>
              <a:cxnLst/>
              <a:rect l="l" t="t" r="r" b="b"/>
              <a:pathLst>
                <a:path w="8430" h="3624" extrusionOk="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37"/>
            <p:cNvSpPr/>
            <p:nvPr/>
          </p:nvSpPr>
          <p:spPr>
            <a:xfrm>
              <a:off x="6371575" y="4051650"/>
              <a:ext cx="240325" cy="130350"/>
            </a:xfrm>
            <a:custGeom>
              <a:avLst/>
              <a:gdLst/>
              <a:ahLst/>
              <a:cxnLst/>
              <a:rect l="l" t="t" r="r" b="b"/>
              <a:pathLst>
                <a:path w="9613" h="5214" extrusionOk="0">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37"/>
            <p:cNvSpPr/>
            <p:nvPr/>
          </p:nvSpPr>
          <p:spPr>
            <a:xfrm>
              <a:off x="6319825" y="3967450"/>
              <a:ext cx="358550" cy="155375"/>
            </a:xfrm>
            <a:custGeom>
              <a:avLst/>
              <a:gdLst/>
              <a:ahLst/>
              <a:cxnLst/>
              <a:rect l="l" t="t" r="r" b="b"/>
              <a:pathLst>
                <a:path w="14342" h="6215" extrusionOk="0">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37"/>
            <p:cNvSpPr/>
            <p:nvPr/>
          </p:nvSpPr>
          <p:spPr>
            <a:xfrm>
              <a:off x="6366950" y="3975850"/>
              <a:ext cx="291175" cy="139600"/>
            </a:xfrm>
            <a:custGeom>
              <a:avLst/>
              <a:gdLst/>
              <a:ahLst/>
              <a:cxnLst/>
              <a:rect l="l" t="t" r="r" b="b"/>
              <a:pathLst>
                <a:path w="11647" h="5584" extrusionOk="0">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7"/>
            <p:cNvSpPr/>
            <p:nvPr/>
          </p:nvSpPr>
          <p:spPr>
            <a:xfrm>
              <a:off x="6351250" y="3960150"/>
              <a:ext cx="321650" cy="170075"/>
            </a:xfrm>
            <a:custGeom>
              <a:avLst/>
              <a:gdLst/>
              <a:ahLst/>
              <a:cxnLst/>
              <a:rect l="l" t="t" r="r" b="b"/>
              <a:pathLst>
                <a:path w="12866" h="6803" extrusionOk="0">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7"/>
            <p:cNvSpPr/>
            <p:nvPr/>
          </p:nvSpPr>
          <p:spPr>
            <a:xfrm>
              <a:off x="6287475" y="3882150"/>
              <a:ext cx="392175" cy="169525"/>
            </a:xfrm>
            <a:custGeom>
              <a:avLst/>
              <a:gdLst/>
              <a:ahLst/>
              <a:cxnLst/>
              <a:rect l="l" t="t" r="r" b="b"/>
              <a:pathLst>
                <a:path w="15687" h="6781" extrusionOk="0">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7"/>
            <p:cNvSpPr/>
            <p:nvPr/>
          </p:nvSpPr>
          <p:spPr>
            <a:xfrm>
              <a:off x="6338300" y="3891750"/>
              <a:ext cx="320750" cy="152525"/>
            </a:xfrm>
            <a:custGeom>
              <a:avLst/>
              <a:gdLst/>
              <a:ahLst/>
              <a:cxnLst/>
              <a:rect l="l" t="t" r="r" b="b"/>
              <a:pathLst>
                <a:path w="12830" h="6101" extrusionOk="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7"/>
            <p:cNvSpPr/>
            <p:nvPr/>
          </p:nvSpPr>
          <p:spPr>
            <a:xfrm>
              <a:off x="6323525" y="3874175"/>
              <a:ext cx="350300" cy="184875"/>
            </a:xfrm>
            <a:custGeom>
              <a:avLst/>
              <a:gdLst/>
              <a:ahLst/>
              <a:cxnLst/>
              <a:rect l="l" t="t" r="r" b="b"/>
              <a:pathLst>
                <a:path w="14012" h="7395" extrusionOk="0">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7"/>
            <p:cNvSpPr/>
            <p:nvPr/>
          </p:nvSpPr>
          <p:spPr>
            <a:xfrm>
              <a:off x="6297625" y="3803775"/>
              <a:ext cx="392475" cy="169325"/>
            </a:xfrm>
            <a:custGeom>
              <a:avLst/>
              <a:gdLst/>
              <a:ahLst/>
              <a:cxnLst/>
              <a:rect l="l" t="t" r="r" b="b"/>
              <a:pathLst>
                <a:path w="15699" h="6773" extrusionOk="0">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7"/>
            <p:cNvSpPr/>
            <p:nvPr/>
          </p:nvSpPr>
          <p:spPr>
            <a:xfrm>
              <a:off x="6341075" y="3803950"/>
              <a:ext cx="335525" cy="169150"/>
            </a:xfrm>
            <a:custGeom>
              <a:avLst/>
              <a:gdLst/>
              <a:ahLst/>
              <a:cxnLst/>
              <a:rect l="l" t="t" r="r" b="b"/>
              <a:pathLst>
                <a:path w="13421" h="6766" extrusionOk="0">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7"/>
            <p:cNvSpPr/>
            <p:nvPr/>
          </p:nvSpPr>
          <p:spPr>
            <a:xfrm>
              <a:off x="6333675" y="3795625"/>
              <a:ext cx="350325" cy="185800"/>
            </a:xfrm>
            <a:custGeom>
              <a:avLst/>
              <a:gdLst/>
              <a:ahLst/>
              <a:cxnLst/>
              <a:rect l="l" t="t" r="r" b="b"/>
              <a:pathLst>
                <a:path w="14013" h="7432" extrusionOk="0">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7"/>
            <p:cNvSpPr/>
            <p:nvPr/>
          </p:nvSpPr>
          <p:spPr>
            <a:xfrm>
              <a:off x="4942650" y="1866675"/>
              <a:ext cx="849425" cy="1047800"/>
            </a:xfrm>
            <a:custGeom>
              <a:avLst/>
              <a:gdLst/>
              <a:ahLst/>
              <a:cxnLst/>
              <a:rect l="l" t="t" r="r" b="b"/>
              <a:pathLst>
                <a:path w="33977" h="41912" extrusionOk="0">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7"/>
            <p:cNvSpPr/>
            <p:nvPr/>
          </p:nvSpPr>
          <p:spPr>
            <a:xfrm>
              <a:off x="4970400" y="1866675"/>
              <a:ext cx="695050" cy="401125"/>
            </a:xfrm>
            <a:custGeom>
              <a:avLst/>
              <a:gdLst/>
              <a:ahLst/>
              <a:cxnLst/>
              <a:rect l="l" t="t" r="r" b="b"/>
              <a:pathLst>
                <a:path w="27802" h="16045" extrusionOk="0">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7"/>
            <p:cNvSpPr/>
            <p:nvPr/>
          </p:nvSpPr>
          <p:spPr>
            <a:xfrm>
              <a:off x="4968550" y="2285850"/>
              <a:ext cx="823525" cy="628625"/>
            </a:xfrm>
            <a:custGeom>
              <a:avLst/>
              <a:gdLst/>
              <a:ahLst/>
              <a:cxnLst/>
              <a:rect l="l" t="t" r="r" b="b"/>
              <a:pathLst>
                <a:path w="32941" h="25145" extrusionOk="0">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7"/>
            <p:cNvSpPr/>
            <p:nvPr/>
          </p:nvSpPr>
          <p:spPr>
            <a:xfrm>
              <a:off x="4968550" y="2286300"/>
              <a:ext cx="823525" cy="628525"/>
            </a:xfrm>
            <a:custGeom>
              <a:avLst/>
              <a:gdLst/>
              <a:ahLst/>
              <a:cxnLst/>
              <a:rect l="l" t="t" r="r" b="b"/>
              <a:pathLst>
                <a:path w="32941" h="25141" extrusionOk="0">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7"/>
            <p:cNvSpPr/>
            <p:nvPr/>
          </p:nvSpPr>
          <p:spPr>
            <a:xfrm>
              <a:off x="4970400" y="1866675"/>
              <a:ext cx="695050" cy="401150"/>
            </a:xfrm>
            <a:custGeom>
              <a:avLst/>
              <a:gdLst/>
              <a:ahLst/>
              <a:cxnLst/>
              <a:rect l="l" t="t" r="r" b="b"/>
              <a:pathLst>
                <a:path w="27802" h="16046" extrusionOk="0">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7"/>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7"/>
            <p:cNvSpPr/>
            <p:nvPr/>
          </p:nvSpPr>
          <p:spPr>
            <a:xfrm>
              <a:off x="4953750" y="1859125"/>
              <a:ext cx="846650" cy="1063075"/>
            </a:xfrm>
            <a:custGeom>
              <a:avLst/>
              <a:gdLst/>
              <a:ahLst/>
              <a:cxnLst/>
              <a:rect l="l" t="t" r="r" b="b"/>
              <a:pathLst>
                <a:path w="33866" h="42523" extrusionOk="0">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37"/>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7"/>
            <p:cNvSpPr/>
            <p:nvPr/>
          </p:nvSpPr>
          <p:spPr>
            <a:xfrm>
              <a:off x="4936200" y="2265950"/>
              <a:ext cx="262500" cy="187650"/>
            </a:xfrm>
            <a:custGeom>
              <a:avLst/>
              <a:gdLst/>
              <a:ahLst/>
              <a:cxnLst/>
              <a:rect l="l" t="t" r="r" b="b"/>
              <a:pathLst>
                <a:path w="10500" h="7506" extrusionOk="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7"/>
            <p:cNvSpPr/>
            <p:nvPr/>
          </p:nvSpPr>
          <p:spPr>
            <a:xfrm>
              <a:off x="4902925" y="2157825"/>
              <a:ext cx="303175" cy="303175"/>
            </a:xfrm>
            <a:custGeom>
              <a:avLst/>
              <a:gdLst/>
              <a:ahLst/>
              <a:cxnLst/>
              <a:rect l="l" t="t" r="r" b="b"/>
              <a:pathLst>
                <a:path w="12127" h="12127" extrusionOk="0">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7"/>
            <p:cNvSpPr/>
            <p:nvPr/>
          </p:nvSpPr>
          <p:spPr>
            <a:xfrm>
              <a:off x="5304050" y="2165200"/>
              <a:ext cx="288400" cy="288400"/>
            </a:xfrm>
            <a:custGeom>
              <a:avLst/>
              <a:gdLst/>
              <a:ahLst/>
              <a:cxnLst/>
              <a:rect l="l" t="t" r="r" b="b"/>
              <a:pathLst>
                <a:path w="11536" h="11536" extrusionOk="0">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7"/>
            <p:cNvSpPr/>
            <p:nvPr/>
          </p:nvSpPr>
          <p:spPr>
            <a:xfrm>
              <a:off x="5318825" y="2264100"/>
              <a:ext cx="273625" cy="189500"/>
            </a:xfrm>
            <a:custGeom>
              <a:avLst/>
              <a:gdLst/>
              <a:ahLst/>
              <a:cxnLst/>
              <a:rect l="l" t="t" r="r" b="b"/>
              <a:pathLst>
                <a:path w="10945" h="7580" extrusionOk="0">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7"/>
            <p:cNvSpPr/>
            <p:nvPr/>
          </p:nvSpPr>
          <p:spPr>
            <a:xfrm>
              <a:off x="5296650" y="2157825"/>
              <a:ext cx="303200" cy="303175"/>
            </a:xfrm>
            <a:custGeom>
              <a:avLst/>
              <a:gdLst/>
              <a:ahLst/>
              <a:cxnLst/>
              <a:rect l="l" t="t" r="r" b="b"/>
              <a:pathLst>
                <a:path w="12128" h="12127" extrusionOk="0">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7"/>
            <p:cNvSpPr/>
            <p:nvPr/>
          </p:nvSpPr>
          <p:spPr>
            <a:xfrm>
              <a:off x="5190375" y="2221600"/>
              <a:ext cx="129400" cy="39075"/>
            </a:xfrm>
            <a:custGeom>
              <a:avLst/>
              <a:gdLst/>
              <a:ahLst/>
              <a:cxnLst/>
              <a:rect l="l" t="t" r="r" b="b"/>
              <a:pathLst>
                <a:path w="5176" h="1563" extrusionOk="0">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7"/>
            <p:cNvSpPr/>
            <p:nvPr/>
          </p:nvSpPr>
          <p:spPr>
            <a:xfrm>
              <a:off x="4993500" y="2059850"/>
              <a:ext cx="154375" cy="74650"/>
            </a:xfrm>
            <a:custGeom>
              <a:avLst/>
              <a:gdLst/>
              <a:ahLst/>
              <a:cxnLst/>
              <a:rect l="l" t="t" r="r" b="b"/>
              <a:pathLst>
                <a:path w="6175" h="2986" extrusionOk="0">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7"/>
            <p:cNvSpPr/>
            <p:nvPr/>
          </p:nvSpPr>
          <p:spPr>
            <a:xfrm>
              <a:off x="5316075" y="2049675"/>
              <a:ext cx="183025" cy="81200"/>
            </a:xfrm>
            <a:custGeom>
              <a:avLst/>
              <a:gdLst/>
              <a:ahLst/>
              <a:cxnLst/>
              <a:rect l="l" t="t" r="r" b="b"/>
              <a:pathLst>
                <a:path w="7321" h="3248" extrusionOk="0">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7"/>
            <p:cNvSpPr/>
            <p:nvPr/>
          </p:nvSpPr>
          <p:spPr>
            <a:xfrm>
              <a:off x="5148775" y="2298125"/>
              <a:ext cx="97075" cy="268425"/>
            </a:xfrm>
            <a:custGeom>
              <a:avLst/>
              <a:gdLst/>
              <a:ahLst/>
              <a:cxnLst/>
              <a:rect l="l" t="t" r="r" b="b"/>
              <a:pathLst>
                <a:path w="3883" h="10737" extrusionOk="0">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7"/>
            <p:cNvSpPr/>
            <p:nvPr/>
          </p:nvSpPr>
          <p:spPr>
            <a:xfrm>
              <a:off x="5215325" y="2589325"/>
              <a:ext cx="163625" cy="61150"/>
            </a:xfrm>
            <a:custGeom>
              <a:avLst/>
              <a:gdLst/>
              <a:ahLst/>
              <a:cxnLst/>
              <a:rect l="l" t="t" r="r" b="b"/>
              <a:pathLst>
                <a:path w="6545" h="2446" extrusionOk="0">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7"/>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7"/>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7"/>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7"/>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7"/>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7"/>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7"/>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7"/>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7"/>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7"/>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7"/>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7"/>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7"/>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37"/>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7"/>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7"/>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7"/>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7"/>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7"/>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7"/>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7"/>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7"/>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7"/>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7"/>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7"/>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7"/>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7"/>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7"/>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7"/>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7"/>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7"/>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7"/>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7"/>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37"/>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37"/>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7"/>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37"/>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37"/>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37"/>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7"/>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37"/>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37"/>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37"/>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37"/>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7"/>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37"/>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37"/>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37"/>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7"/>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7"/>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7"/>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7"/>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7"/>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7"/>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7"/>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7"/>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7"/>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7"/>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7"/>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7"/>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7"/>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7"/>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7"/>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7"/>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7"/>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7"/>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7"/>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7"/>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7"/>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7"/>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37"/>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7"/>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7"/>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7"/>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7"/>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7"/>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7"/>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7"/>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7"/>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7"/>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7"/>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7"/>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7"/>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7"/>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7"/>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7"/>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7"/>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7"/>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7"/>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7"/>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7"/>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7"/>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7"/>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7"/>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7"/>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7"/>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7"/>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7"/>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7"/>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7"/>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7"/>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7"/>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7"/>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7"/>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37"/>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37"/>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37"/>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37"/>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7"/>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7"/>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7"/>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7"/>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7"/>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7"/>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7"/>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7"/>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7"/>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7"/>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7"/>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7"/>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37"/>
            <p:cNvSpPr/>
            <p:nvPr/>
          </p:nvSpPr>
          <p:spPr>
            <a:xfrm>
              <a:off x="1150400" y="4228175"/>
              <a:ext cx="1488100" cy="25"/>
            </a:xfrm>
            <a:custGeom>
              <a:avLst/>
              <a:gdLst/>
              <a:ahLst/>
              <a:cxnLst/>
              <a:rect l="l" t="t" r="r" b="b"/>
              <a:pathLst>
                <a:path w="59524" h="1" extrusionOk="0">
                  <a:moveTo>
                    <a:pt x="59523" y="1"/>
                  </a:moveTo>
                  <a:lnTo>
                    <a:pt x="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7"/>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7"/>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37"/>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7"/>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7"/>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7"/>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7"/>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37"/>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37"/>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7"/>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7"/>
            <p:cNvSpPr/>
            <p:nvPr/>
          </p:nvSpPr>
          <p:spPr>
            <a:xfrm>
              <a:off x="3046075" y="1257575"/>
              <a:ext cx="228325" cy="263450"/>
            </a:xfrm>
            <a:custGeom>
              <a:avLst/>
              <a:gdLst/>
              <a:ahLst/>
              <a:cxnLst/>
              <a:rect l="l" t="t" r="r" b="b"/>
              <a:pathLst>
                <a:path w="9133" h="10538" extrusionOk="0">
                  <a:moveTo>
                    <a:pt x="0" y="1"/>
                  </a:moveTo>
                  <a:lnTo>
                    <a:pt x="0" y="10537"/>
                  </a:lnTo>
                  <a:lnTo>
                    <a:pt x="9132" y="528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7"/>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38" name="Google Shape;2138;p37"/>
          <p:cNvSpPr txBox="1">
            <a:spLocks noGrp="1"/>
          </p:cNvSpPr>
          <p:nvPr>
            <p:ph type="title"/>
          </p:nvPr>
        </p:nvSpPr>
        <p:spPr>
          <a:xfrm>
            <a:off x="4945131" y="541870"/>
            <a:ext cx="2615100" cy="576000"/>
          </a:xfrm>
          <a:prstGeom prst="rect">
            <a:avLst/>
          </a:prstGeom>
        </p:spPr>
        <p:txBody>
          <a:bodyPr spcFirstLastPara="1" wrap="square" lIns="91425" tIns="91425" rIns="91425" bIns="91425" anchor="ctr" anchorCtr="0">
            <a:noAutofit/>
          </a:bodyPr>
          <a:lstStyle/>
          <a:p>
            <a:pPr lvl="0"/>
            <a:r>
              <a:rPr lang="vi-VN" sz="1800" dirty="0">
                <a:latin typeface="+mj-lt"/>
              </a:rPr>
              <a:t>Nội dung nghiên cứu &amp; triển khai hệ thống</a:t>
            </a:r>
            <a:r>
              <a:rPr lang="en-US" sz="1200" dirty="0" smtClean="0">
                <a:latin typeface="Times New Roman" panose="02020603050405020304" pitchFamily="18" charset="0"/>
                <a:cs typeface="Times New Roman" panose="02020603050405020304" pitchFamily="18" charset="0"/>
              </a:rPr>
              <a:t/>
            </a:r>
            <a:r>
              <a:rPr lang="en-US" sz="1800" dirty="0" smtClean="0">
                <a:latin typeface="+mj-lt"/>
              </a:rPr>
              <a:t/>
            </a:r>
            <a:r>
              <a:rPr lang="vi-VN" sz="1800" dirty="0" smtClean="0">
                <a:latin typeface="+mj-lt"/>
              </a:rPr>
              <a:t/>
            </a:r>
            <a:r>
              <a:rPr lang="vi-VN" sz="1800" dirty="0">
                <a:latin typeface="+mj-lt"/>
              </a:rPr>
              <a:t/>
            </a:r>
            <a:endParaRPr sz="1800" dirty="0">
              <a:latin typeface="+mj-lt"/>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06"/>
                                        </p:tgtEl>
                                        <p:attrNameLst>
                                          <p:attrName>style.visibility</p:attrName>
                                        </p:attrNameLst>
                                      </p:cBhvr>
                                      <p:to>
                                        <p:strVal val="visible"/>
                                      </p:to>
                                    </p:set>
                                    <p:anim calcmode="lin" valueType="num">
                                      <p:cBhvr additive="base">
                                        <p:cTn id="7" dur="500" fill="hold"/>
                                        <p:tgtEl>
                                          <p:spTgt spid="2106"/>
                                        </p:tgtEl>
                                        <p:attrNameLst>
                                          <p:attrName>ppt_x</p:attrName>
                                        </p:attrNameLst>
                                      </p:cBhvr>
                                      <p:tavLst>
                                        <p:tav tm="0">
                                          <p:val>
                                            <p:strVal val="#ppt_x"/>
                                          </p:val>
                                        </p:tav>
                                        <p:tav tm="100000">
                                          <p:val>
                                            <p:strVal val="#ppt_x"/>
                                          </p:val>
                                        </p:tav>
                                      </p:tavLst>
                                    </p:anim>
                                    <p:anim calcmode="lin" valueType="num">
                                      <p:cBhvr additive="base">
                                        <p:cTn id="8" dur="500" fill="hold"/>
                                        <p:tgtEl>
                                          <p:spTgt spid="210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139">
                                            <p:txEl>
                                              <p:pRg st="0" end="0"/>
                                            </p:txEl>
                                          </p:spTgt>
                                        </p:tgtEl>
                                        <p:attrNameLst>
                                          <p:attrName>style.visibility</p:attrName>
                                        </p:attrNameLst>
                                      </p:cBhvr>
                                      <p:to>
                                        <p:strVal val="visible"/>
                                      </p:to>
                                    </p:set>
                                    <p:anim calcmode="lin" valueType="num">
                                      <p:cBhvr additive="base">
                                        <p:cTn id="11" dur="500" fill="hold"/>
                                        <p:tgtEl>
                                          <p:spTgt spid="2139">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139">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140">
                                            <p:txEl>
                                              <p:pRg st="0" end="0"/>
                                            </p:txEl>
                                          </p:spTgt>
                                        </p:tgtEl>
                                        <p:attrNameLst>
                                          <p:attrName>style.visibility</p:attrName>
                                        </p:attrNameLst>
                                      </p:cBhvr>
                                      <p:to>
                                        <p:strVal val="visible"/>
                                      </p:to>
                                    </p:set>
                                    <p:anim calcmode="lin" valueType="num">
                                      <p:cBhvr additive="base">
                                        <p:cTn id="15" dur="500" fill="hold"/>
                                        <p:tgtEl>
                                          <p:spTgt spid="2140">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140">
                                            <p:txEl>
                                              <p:pRg st="0" end="0"/>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147"/>
                                        </p:tgtEl>
                                        <p:attrNameLst>
                                          <p:attrName>style.visibility</p:attrName>
                                        </p:attrNameLst>
                                      </p:cBhvr>
                                      <p:to>
                                        <p:strVal val="visible"/>
                                      </p:to>
                                    </p:set>
                                    <p:anim calcmode="lin" valueType="num">
                                      <p:cBhvr additive="base">
                                        <p:cTn id="19" dur="500" fill="hold"/>
                                        <p:tgtEl>
                                          <p:spTgt spid="2147"/>
                                        </p:tgtEl>
                                        <p:attrNameLst>
                                          <p:attrName>ppt_x</p:attrName>
                                        </p:attrNameLst>
                                      </p:cBhvr>
                                      <p:tavLst>
                                        <p:tav tm="0">
                                          <p:val>
                                            <p:strVal val="#ppt_x"/>
                                          </p:val>
                                        </p:tav>
                                        <p:tav tm="100000">
                                          <p:val>
                                            <p:strVal val="#ppt_x"/>
                                          </p:val>
                                        </p:tav>
                                      </p:tavLst>
                                    </p:anim>
                                    <p:anim calcmode="lin" valueType="num">
                                      <p:cBhvr additive="base">
                                        <p:cTn id="20" dur="500" fill="hold"/>
                                        <p:tgtEl>
                                          <p:spTgt spid="214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114"/>
                                        </p:tgtEl>
                                        <p:attrNameLst>
                                          <p:attrName>style.visibility</p:attrName>
                                        </p:attrNameLst>
                                      </p:cBhvr>
                                      <p:to>
                                        <p:strVal val="visible"/>
                                      </p:to>
                                    </p:set>
                                    <p:anim calcmode="lin" valueType="num">
                                      <p:cBhvr additive="base">
                                        <p:cTn id="25" dur="500" fill="hold"/>
                                        <p:tgtEl>
                                          <p:spTgt spid="2114"/>
                                        </p:tgtEl>
                                        <p:attrNameLst>
                                          <p:attrName>ppt_x</p:attrName>
                                        </p:attrNameLst>
                                      </p:cBhvr>
                                      <p:tavLst>
                                        <p:tav tm="0">
                                          <p:val>
                                            <p:strVal val="#ppt_x"/>
                                          </p:val>
                                        </p:tav>
                                        <p:tav tm="100000">
                                          <p:val>
                                            <p:strVal val="#ppt_x"/>
                                          </p:val>
                                        </p:tav>
                                      </p:tavLst>
                                    </p:anim>
                                    <p:anim calcmode="lin" valueType="num">
                                      <p:cBhvr additive="base">
                                        <p:cTn id="26" dur="500" fill="hold"/>
                                        <p:tgtEl>
                                          <p:spTgt spid="2114"/>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142">
                                            <p:txEl>
                                              <p:pRg st="0" end="0"/>
                                            </p:txEl>
                                          </p:spTgt>
                                        </p:tgtEl>
                                        <p:attrNameLst>
                                          <p:attrName>style.visibility</p:attrName>
                                        </p:attrNameLst>
                                      </p:cBhvr>
                                      <p:to>
                                        <p:strVal val="visible"/>
                                      </p:to>
                                    </p:set>
                                    <p:anim calcmode="lin" valueType="num">
                                      <p:cBhvr additive="base">
                                        <p:cTn id="29" dur="500" fill="hold"/>
                                        <p:tgtEl>
                                          <p:spTgt spid="2142">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142">
                                            <p:txEl>
                                              <p:pRg st="0" end="0"/>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148"/>
                                        </p:tgtEl>
                                        <p:attrNameLst>
                                          <p:attrName>style.visibility</p:attrName>
                                        </p:attrNameLst>
                                      </p:cBhvr>
                                      <p:to>
                                        <p:strVal val="visible"/>
                                      </p:to>
                                    </p:set>
                                    <p:anim calcmode="lin" valueType="num">
                                      <p:cBhvr additive="base">
                                        <p:cTn id="33" dur="500" fill="hold"/>
                                        <p:tgtEl>
                                          <p:spTgt spid="2148"/>
                                        </p:tgtEl>
                                        <p:attrNameLst>
                                          <p:attrName>ppt_x</p:attrName>
                                        </p:attrNameLst>
                                      </p:cBhvr>
                                      <p:tavLst>
                                        <p:tav tm="0">
                                          <p:val>
                                            <p:strVal val="#ppt_x"/>
                                          </p:val>
                                        </p:tav>
                                        <p:tav tm="100000">
                                          <p:val>
                                            <p:strVal val="#ppt_x"/>
                                          </p:val>
                                        </p:tav>
                                      </p:tavLst>
                                    </p:anim>
                                    <p:anim calcmode="lin" valueType="num">
                                      <p:cBhvr additive="base">
                                        <p:cTn id="34" dur="500" fill="hold"/>
                                        <p:tgtEl>
                                          <p:spTgt spid="214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141">
                                            <p:txEl>
                                              <p:pRg st="0" end="0"/>
                                            </p:txEl>
                                          </p:spTgt>
                                        </p:tgtEl>
                                        <p:attrNameLst>
                                          <p:attrName>style.visibility</p:attrName>
                                        </p:attrNameLst>
                                      </p:cBhvr>
                                      <p:to>
                                        <p:strVal val="visible"/>
                                      </p:to>
                                    </p:set>
                                    <p:anim calcmode="lin" valueType="num">
                                      <p:cBhvr additive="base">
                                        <p:cTn id="37" dur="500" fill="hold"/>
                                        <p:tgtEl>
                                          <p:spTgt spid="2141">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14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122"/>
                                        </p:tgtEl>
                                        <p:attrNameLst>
                                          <p:attrName>style.visibility</p:attrName>
                                        </p:attrNameLst>
                                      </p:cBhvr>
                                      <p:to>
                                        <p:strVal val="visible"/>
                                      </p:to>
                                    </p:set>
                                    <p:anim calcmode="lin" valueType="num">
                                      <p:cBhvr additive="base">
                                        <p:cTn id="43" dur="500" fill="hold"/>
                                        <p:tgtEl>
                                          <p:spTgt spid="2122"/>
                                        </p:tgtEl>
                                        <p:attrNameLst>
                                          <p:attrName>ppt_x</p:attrName>
                                        </p:attrNameLst>
                                      </p:cBhvr>
                                      <p:tavLst>
                                        <p:tav tm="0">
                                          <p:val>
                                            <p:strVal val="#ppt_x"/>
                                          </p:val>
                                        </p:tav>
                                        <p:tav tm="100000">
                                          <p:val>
                                            <p:strVal val="#ppt_x"/>
                                          </p:val>
                                        </p:tav>
                                      </p:tavLst>
                                    </p:anim>
                                    <p:anim calcmode="lin" valueType="num">
                                      <p:cBhvr additive="base">
                                        <p:cTn id="44" dur="500" fill="hold"/>
                                        <p:tgtEl>
                                          <p:spTgt spid="212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143">
                                            <p:txEl>
                                              <p:pRg st="0" end="0"/>
                                            </p:txEl>
                                          </p:spTgt>
                                        </p:tgtEl>
                                        <p:attrNameLst>
                                          <p:attrName>style.visibility</p:attrName>
                                        </p:attrNameLst>
                                      </p:cBhvr>
                                      <p:to>
                                        <p:strVal val="visible"/>
                                      </p:to>
                                    </p:set>
                                    <p:anim calcmode="lin" valueType="num">
                                      <p:cBhvr additive="base">
                                        <p:cTn id="47" dur="500" fill="hold"/>
                                        <p:tgtEl>
                                          <p:spTgt spid="2143">
                                            <p:txEl>
                                              <p:pRg st="0" end="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143">
                                            <p:txEl>
                                              <p:pRg st="0" end="0"/>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144">
                                            <p:txEl>
                                              <p:pRg st="0" end="0"/>
                                            </p:txEl>
                                          </p:spTgt>
                                        </p:tgtEl>
                                        <p:attrNameLst>
                                          <p:attrName>style.visibility</p:attrName>
                                        </p:attrNameLst>
                                      </p:cBhvr>
                                      <p:to>
                                        <p:strVal val="visible"/>
                                      </p:to>
                                    </p:set>
                                    <p:anim calcmode="lin" valueType="num">
                                      <p:cBhvr additive="base">
                                        <p:cTn id="51" dur="500" fill="hold"/>
                                        <p:tgtEl>
                                          <p:spTgt spid="2144">
                                            <p:txEl>
                                              <p:pRg st="0" end="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144">
                                            <p:txEl>
                                              <p:pRg st="0" end="0"/>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149"/>
                                        </p:tgtEl>
                                        <p:attrNameLst>
                                          <p:attrName>style.visibility</p:attrName>
                                        </p:attrNameLst>
                                      </p:cBhvr>
                                      <p:to>
                                        <p:strVal val="visible"/>
                                      </p:to>
                                    </p:set>
                                    <p:anim calcmode="lin" valueType="num">
                                      <p:cBhvr additive="base">
                                        <p:cTn id="55" dur="500" fill="hold"/>
                                        <p:tgtEl>
                                          <p:spTgt spid="2149"/>
                                        </p:tgtEl>
                                        <p:attrNameLst>
                                          <p:attrName>ppt_x</p:attrName>
                                        </p:attrNameLst>
                                      </p:cBhvr>
                                      <p:tavLst>
                                        <p:tav tm="0">
                                          <p:val>
                                            <p:strVal val="#ppt_x"/>
                                          </p:val>
                                        </p:tav>
                                        <p:tav tm="100000">
                                          <p:val>
                                            <p:strVal val="#ppt_x"/>
                                          </p:val>
                                        </p:tav>
                                      </p:tavLst>
                                    </p:anim>
                                    <p:anim calcmode="lin" valueType="num">
                                      <p:cBhvr additive="base">
                                        <p:cTn id="56" dur="500" fill="hold"/>
                                        <p:tgtEl>
                                          <p:spTgt spid="214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130"/>
                                        </p:tgtEl>
                                        <p:attrNameLst>
                                          <p:attrName>style.visibility</p:attrName>
                                        </p:attrNameLst>
                                      </p:cBhvr>
                                      <p:to>
                                        <p:strVal val="visible"/>
                                      </p:to>
                                    </p:set>
                                    <p:anim calcmode="lin" valueType="num">
                                      <p:cBhvr additive="base">
                                        <p:cTn id="61" dur="500" fill="hold"/>
                                        <p:tgtEl>
                                          <p:spTgt spid="2130"/>
                                        </p:tgtEl>
                                        <p:attrNameLst>
                                          <p:attrName>ppt_x</p:attrName>
                                        </p:attrNameLst>
                                      </p:cBhvr>
                                      <p:tavLst>
                                        <p:tav tm="0">
                                          <p:val>
                                            <p:strVal val="#ppt_x"/>
                                          </p:val>
                                        </p:tav>
                                        <p:tav tm="100000">
                                          <p:val>
                                            <p:strVal val="#ppt_x"/>
                                          </p:val>
                                        </p:tav>
                                      </p:tavLst>
                                    </p:anim>
                                    <p:anim calcmode="lin" valueType="num">
                                      <p:cBhvr additive="base">
                                        <p:cTn id="62" dur="500" fill="hold"/>
                                        <p:tgtEl>
                                          <p:spTgt spid="2130"/>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2145">
                                            <p:txEl>
                                              <p:pRg st="0" end="0"/>
                                            </p:txEl>
                                          </p:spTgt>
                                        </p:tgtEl>
                                        <p:attrNameLst>
                                          <p:attrName>style.visibility</p:attrName>
                                        </p:attrNameLst>
                                      </p:cBhvr>
                                      <p:to>
                                        <p:strVal val="visible"/>
                                      </p:to>
                                    </p:set>
                                    <p:anim calcmode="lin" valueType="num">
                                      <p:cBhvr additive="base">
                                        <p:cTn id="65" dur="500" fill="hold"/>
                                        <p:tgtEl>
                                          <p:spTgt spid="2145">
                                            <p:txEl>
                                              <p:pRg st="0" end="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2145">
                                            <p:txEl>
                                              <p:pRg st="0" end="0"/>
                                            </p:txEl>
                                          </p:spTgt>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2146">
                                            <p:txEl>
                                              <p:pRg st="0" end="0"/>
                                            </p:txEl>
                                          </p:spTgt>
                                        </p:tgtEl>
                                        <p:attrNameLst>
                                          <p:attrName>style.visibility</p:attrName>
                                        </p:attrNameLst>
                                      </p:cBhvr>
                                      <p:to>
                                        <p:strVal val="visible"/>
                                      </p:to>
                                    </p:set>
                                    <p:anim calcmode="lin" valueType="num">
                                      <p:cBhvr additive="base">
                                        <p:cTn id="69" dur="500" fill="hold"/>
                                        <p:tgtEl>
                                          <p:spTgt spid="2146">
                                            <p:txEl>
                                              <p:pRg st="0" end="0"/>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2146">
                                            <p:txEl>
                                              <p:pRg st="0" end="0"/>
                                            </p:txEl>
                                          </p:spTgt>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2150"/>
                                        </p:tgtEl>
                                        <p:attrNameLst>
                                          <p:attrName>style.visibility</p:attrName>
                                        </p:attrNameLst>
                                      </p:cBhvr>
                                      <p:to>
                                        <p:strVal val="visible"/>
                                      </p:to>
                                    </p:set>
                                    <p:anim calcmode="lin" valueType="num">
                                      <p:cBhvr additive="base">
                                        <p:cTn id="73" dur="500" fill="hold"/>
                                        <p:tgtEl>
                                          <p:spTgt spid="2150"/>
                                        </p:tgtEl>
                                        <p:attrNameLst>
                                          <p:attrName>ppt_x</p:attrName>
                                        </p:attrNameLst>
                                      </p:cBhvr>
                                      <p:tavLst>
                                        <p:tav tm="0">
                                          <p:val>
                                            <p:strVal val="#ppt_x"/>
                                          </p:val>
                                        </p:tav>
                                        <p:tav tm="100000">
                                          <p:val>
                                            <p:strVal val="#ppt_x"/>
                                          </p:val>
                                        </p:tav>
                                      </p:tavLst>
                                    </p:anim>
                                    <p:anim calcmode="lin" valueType="num">
                                      <p:cBhvr additive="base">
                                        <p:cTn id="74" dur="500" fill="hold"/>
                                        <p:tgtEl>
                                          <p:spTgt spid="2150"/>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2"/>
                                        </p:tgtEl>
                                        <p:attrNameLst>
                                          <p:attrName>style.visibility</p:attrName>
                                        </p:attrNameLst>
                                      </p:cBhvr>
                                      <p:to>
                                        <p:strVal val="visible"/>
                                      </p:to>
                                    </p:set>
                                    <p:anim calcmode="lin" valueType="num">
                                      <p:cBhvr additive="base">
                                        <p:cTn id="79" dur="500" fill="hold"/>
                                        <p:tgtEl>
                                          <p:spTgt spid="2"/>
                                        </p:tgtEl>
                                        <p:attrNameLst>
                                          <p:attrName>ppt_x</p:attrName>
                                        </p:attrNameLst>
                                      </p:cBhvr>
                                      <p:tavLst>
                                        <p:tav tm="0">
                                          <p:val>
                                            <p:strVal val="#ppt_x"/>
                                          </p:val>
                                        </p:tav>
                                        <p:tav tm="100000">
                                          <p:val>
                                            <p:strVal val="#ppt_x"/>
                                          </p:val>
                                        </p:tav>
                                      </p:tavLst>
                                    </p:anim>
                                    <p:anim calcmode="lin" valueType="num">
                                      <p:cBhvr additive="base">
                                        <p:cTn id="80" dur="500" fill="hold"/>
                                        <p:tgtEl>
                                          <p:spTgt spid="2"/>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10"/>
                                        </p:tgtEl>
                                        <p:attrNameLst>
                                          <p:attrName>style.visibility</p:attrName>
                                        </p:attrNameLst>
                                      </p:cBhvr>
                                      <p:to>
                                        <p:strVal val="visible"/>
                                      </p:to>
                                    </p:set>
                                    <p:anim calcmode="lin" valueType="num">
                                      <p:cBhvr additive="base">
                                        <p:cTn id="83" dur="500" fill="hold"/>
                                        <p:tgtEl>
                                          <p:spTgt spid="10"/>
                                        </p:tgtEl>
                                        <p:attrNameLst>
                                          <p:attrName>ppt_x</p:attrName>
                                        </p:attrNameLst>
                                      </p:cBhvr>
                                      <p:tavLst>
                                        <p:tav tm="0">
                                          <p:val>
                                            <p:strVal val="#ppt_x"/>
                                          </p:val>
                                        </p:tav>
                                        <p:tav tm="100000">
                                          <p:val>
                                            <p:strVal val="#ppt_x"/>
                                          </p:val>
                                        </p:tav>
                                      </p:tavLst>
                                    </p:anim>
                                    <p:anim calcmode="lin" valueType="num">
                                      <p:cBhvr additive="base">
                                        <p:cTn id="84" dur="500" fill="hold"/>
                                        <p:tgtEl>
                                          <p:spTgt spid="10"/>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11"/>
                                        </p:tgtEl>
                                        <p:attrNameLst>
                                          <p:attrName>style.visibility</p:attrName>
                                        </p:attrNameLst>
                                      </p:cBhvr>
                                      <p:to>
                                        <p:strVal val="visible"/>
                                      </p:to>
                                    </p:set>
                                    <p:anim calcmode="lin" valueType="num">
                                      <p:cBhvr additive="base">
                                        <p:cTn id="87" dur="500" fill="hold"/>
                                        <p:tgtEl>
                                          <p:spTgt spid="11"/>
                                        </p:tgtEl>
                                        <p:attrNameLst>
                                          <p:attrName>ppt_x</p:attrName>
                                        </p:attrNameLst>
                                      </p:cBhvr>
                                      <p:tavLst>
                                        <p:tav tm="0">
                                          <p:val>
                                            <p:strVal val="#ppt_x"/>
                                          </p:val>
                                        </p:tav>
                                        <p:tav tm="100000">
                                          <p:val>
                                            <p:strVal val="#ppt_x"/>
                                          </p:val>
                                        </p:tav>
                                      </p:tavLst>
                                    </p:anim>
                                    <p:anim calcmode="lin" valueType="num">
                                      <p:cBhvr additive="base">
                                        <p:cTn id="88" dur="500" fill="hold"/>
                                        <p:tgtEl>
                                          <p:spTgt spid="11"/>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12"/>
                                        </p:tgtEl>
                                        <p:attrNameLst>
                                          <p:attrName>style.visibility</p:attrName>
                                        </p:attrNameLst>
                                      </p:cBhvr>
                                      <p:to>
                                        <p:strVal val="visible"/>
                                      </p:to>
                                    </p:set>
                                    <p:anim calcmode="lin" valueType="num">
                                      <p:cBhvr additive="base">
                                        <p:cTn id="91" dur="500" fill="hold"/>
                                        <p:tgtEl>
                                          <p:spTgt spid="12"/>
                                        </p:tgtEl>
                                        <p:attrNameLst>
                                          <p:attrName>ppt_x</p:attrName>
                                        </p:attrNameLst>
                                      </p:cBhvr>
                                      <p:tavLst>
                                        <p:tav tm="0">
                                          <p:val>
                                            <p:strVal val="#ppt_x"/>
                                          </p:val>
                                        </p:tav>
                                        <p:tav tm="100000">
                                          <p:val>
                                            <p:strVal val="#ppt_x"/>
                                          </p:val>
                                        </p:tav>
                                      </p:tavLst>
                                    </p:anim>
                                    <p:anim calcmode="lin" valueType="num">
                                      <p:cBhvr additive="base">
                                        <p:cTn id="9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2145" grpId="0" build="p"/>
      <p:bldP spid="2146" grpId="0" build="p"/>
      <p:bldP spid="2150" grpId="0"/>
      <p:bldP spid="2143" grpId="0" build="p"/>
      <p:bldP spid="2144" grpId="0" build="p"/>
      <p:bldP spid="2149" grpId="0"/>
      <p:bldP spid="2141" grpId="0" build="p"/>
      <p:bldP spid="2142" grpId="0" build="p"/>
      <p:bldP spid="2148" grpId="0"/>
      <p:bldP spid="2139" grpId="0" build="p"/>
      <p:bldP spid="2140" grpId="0" build="p"/>
      <p:bldP spid="214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700"/>
              <a:t>Mở đầu</a:t>
            </a:r>
            <a:endParaRPr sz="4700"/>
          </a:p>
        </p:txBody>
      </p:sp>
      <p:sp>
        <p:nvSpPr>
          <p:cNvPr id="2156" name="Google Shape;2156;p38"/>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157" name="Google Shape;2157;p38"/>
          <p:cNvSpPr txBox="1">
            <a:spLocks noGrp="1"/>
          </p:cNvSpPr>
          <p:nvPr>
            <p:ph type="subTitle" idx="1"/>
          </p:nvPr>
        </p:nvSpPr>
        <p:spPr>
          <a:xfrm>
            <a:off x="3369413" y="2999232"/>
            <a:ext cx="2405175" cy="685800"/>
          </a:xfrm>
          <a:prstGeom prst="rect">
            <a:avLst/>
          </a:prstGeom>
        </p:spPr>
        <p:txBody>
          <a:bodyPr spcFirstLastPara="1" wrap="square" lIns="91425" tIns="91425" rIns="91425" bIns="91425" anchor="t" anchorCtr="0">
            <a:noAutofit/>
          </a:bodyPr>
          <a:lstStyle/>
          <a:p>
            <a:pPr marL="0" lvl="0" indent="0" rtl="0">
              <a:spcBef>
                <a:spcPts val="0"/>
              </a:spcBef>
              <a:spcAft>
                <a:spcPts val="0"/>
              </a:spcAft>
              <a:buClr>
                <a:schemeClr val="dk1"/>
              </a:buClr>
              <a:buSzPts val="1100"/>
              <a:buFont typeface="Arial"/>
              <a:buNone/>
            </a:pPr>
            <a:r>
              <a:rPr lang="en-US">
                <a:latin typeface="Barlow Semi Condensed"/>
                <a:ea typeface="Barlow Semi Condensed"/>
                <a:cs typeface="Barlow Semi Condensed"/>
                <a:sym typeface="Barlow Semi Condensed"/>
              </a:rPr>
              <a:t>Giới thiệu, lý do chọn đề tài</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25"/>
        <p:cNvGrpSpPr/>
        <p:nvPr/>
      </p:nvGrpSpPr>
      <p:grpSpPr>
        <a:xfrm>
          <a:off x="0" y="0"/>
          <a:ext cx="0" cy="0"/>
          <a:chOff x="0" y="0"/>
          <a:chExt cx="0" cy="0"/>
        </a:xfrm>
      </p:grpSpPr>
      <p:sp>
        <p:nvSpPr>
          <p:cNvPr id="2330" name="Google Shape;2330;p44"/>
          <p:cNvSpPr txBox="1">
            <a:spLocks noGrp="1"/>
          </p:cNvSpPr>
          <p:nvPr>
            <p:ph type="subTitle" idx="1"/>
          </p:nvPr>
        </p:nvSpPr>
        <p:spPr>
          <a:xfrm>
            <a:off x="679090" y="1606717"/>
            <a:ext cx="5113820" cy="2231471"/>
          </a:xfrm>
          <a:prstGeom prst="rect">
            <a:avLst/>
          </a:prstGeom>
        </p:spPr>
        <p:txBody>
          <a:bodyPr spcFirstLastPara="1" wrap="square" lIns="91425" tIns="91425" rIns="91425" bIns="91425" anchor="t" anchorCtr="0">
            <a:normAutofit/>
          </a:bodyPr>
          <a:lstStyle/>
          <a:p>
            <a:pPr lvl="0" algn="just">
              <a:lnSpc>
                <a:spcPct val="114000"/>
              </a:lnSpc>
            </a:pPr>
            <a:r>
              <a:rPr lang="vi-VN" sz="1250" dirty="0">
                <a:latin typeface="+mj-lt"/>
              </a:rPr>
              <a:t>Việc rà soát mã nguồn (code review) thủ công tốn nhiều thời gian, dễ bỏ sót lỗi logic hoặc lỗ hổng bảo mật khi khối lượng mã nguồn lớn. Trong môi trường giáo dục, vấn đề còn nghiêm trọng hơn: một giảng viên phải chấm hàng chục bài tập lập trình mỗi đợt, khó đưa ra nhận xét chi tiết, kịp thời cho từng sinh viên. Claude AI mở ra khả năng tự động hoá một phần công việc này, nhưng để đạt độ chính xác cần một phương pháp thiết kế prompt (Prompt Engineering) bài bản riêng cho từng khía cạnh phân tích, không thể chỉ dùng một prompt chung chung</a:t>
            </a:r>
            <a:endParaRPr lang="vi-VN" sz="1250" dirty="0">
              <a:latin typeface="+mj-lt"/>
              <a:sym typeface="Barlow Semi Condensed"/>
            </a:endParaRPr>
          </a:p>
        </p:txBody>
      </p:sp>
      <p:sp>
        <p:nvSpPr>
          <p:cNvPr id="4" name="Google Shape;2138;p37">
            <a:extLst>
              <a:ext uri="{FF2B5EF4-FFF2-40B4-BE49-F238E27FC236}">
                <a16:creationId xmlns:a16="http://schemas.microsoft.com/office/drawing/2014/main" xmlns="" id="{7840F44A-0682-F1BD-C062-6362128B110B}"/>
              </a:ext>
            </a:extLst>
          </p:cNvPr>
          <p:cNvSpPr txBox="1">
            <a:spLocks/>
          </p:cNvSpPr>
          <p:nvPr/>
        </p:nvSpPr>
        <p:spPr>
          <a:xfrm>
            <a:off x="1439662" y="891332"/>
            <a:ext cx="4106473" cy="576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SVN-Fjalla One" panose="02000506040000020004" pitchFamily="50" charset="0"/>
                <a:ea typeface="Fjalla One"/>
                <a:cs typeface="Fjalla One"/>
                <a:sym typeface="Fjalla One"/>
              </a:defRPr>
            </a:lvl1pPr>
            <a:lvl2pPr marR="0" lvl="1" algn="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2pPr>
            <a:lvl3pPr marR="0" lvl="2" algn="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3pPr>
            <a:lvl4pPr marR="0" lvl="3" algn="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4pPr>
            <a:lvl5pPr marR="0" lvl="4" algn="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5pPr>
            <a:lvl6pPr marR="0" lvl="5" algn="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6pPr>
            <a:lvl7pPr marR="0" lvl="6" algn="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7pPr>
            <a:lvl8pPr marR="0" lvl="7" algn="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8pPr>
            <a:lvl9pPr marR="0" lvl="8" algn="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9pPr>
          </a:lstStyle>
          <a:p>
            <a:pPr algn="ctr"/>
            <a:r>
              <a:rPr lang="en-US"/>
              <a:t>Bài toán đặt ra</a:t>
            </a:r>
          </a:p>
        </p:txBody>
      </p:sp>
      <p:grpSp>
        <p:nvGrpSpPr>
          <p:cNvPr id="8" name="Google Shape;2326;p44">
            <a:extLst>
              <a:ext uri="{FF2B5EF4-FFF2-40B4-BE49-F238E27FC236}">
                <a16:creationId xmlns:a16="http://schemas.microsoft.com/office/drawing/2014/main" xmlns="" id="{629A96EB-732B-83AD-D044-E4014FAC5F45}"/>
              </a:ext>
            </a:extLst>
          </p:cNvPr>
          <p:cNvGrpSpPr/>
          <p:nvPr/>
        </p:nvGrpSpPr>
        <p:grpSpPr>
          <a:xfrm>
            <a:off x="5862748" y="1039655"/>
            <a:ext cx="3078811" cy="3078811"/>
            <a:chOff x="4522050" y="622650"/>
            <a:chExt cx="3898200" cy="3898200"/>
          </a:xfrm>
        </p:grpSpPr>
        <p:sp>
          <p:nvSpPr>
            <p:cNvPr id="9" name="Google Shape;2327;p44">
              <a:extLst>
                <a:ext uri="{FF2B5EF4-FFF2-40B4-BE49-F238E27FC236}">
                  <a16:creationId xmlns:a16="http://schemas.microsoft.com/office/drawing/2014/main" xmlns="" id="{84A71F3E-24FB-BFAC-1381-5849D5BEB012}"/>
                </a:ext>
              </a:extLst>
            </p:cNvPr>
            <p:cNvSpPr/>
            <p:nvPr/>
          </p:nvSpPr>
          <p:spPr>
            <a:xfrm>
              <a:off x="4522050" y="622650"/>
              <a:ext cx="3898200" cy="38982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28;p44">
              <a:extLst>
                <a:ext uri="{FF2B5EF4-FFF2-40B4-BE49-F238E27FC236}">
                  <a16:creationId xmlns:a16="http://schemas.microsoft.com/office/drawing/2014/main" xmlns="" id="{E4807DAE-B9F6-D622-9411-F769DE004D7C}"/>
                </a:ext>
              </a:extLst>
            </p:cNvPr>
            <p:cNvSpPr/>
            <p:nvPr/>
          </p:nvSpPr>
          <p:spPr>
            <a:xfrm>
              <a:off x="4698900" y="799500"/>
              <a:ext cx="3544500" cy="3544500"/>
            </a:xfrm>
            <a:prstGeom prst="ellipse">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6" name="Picture 2" descr="hanger giấy móc vải, bảng treo vải, hanger móc vải">
            <a:extLst>
              <a:ext uri="{FF2B5EF4-FFF2-40B4-BE49-F238E27FC236}">
                <a16:creationId xmlns:a16="http://schemas.microsoft.com/office/drawing/2014/main" xmlns="" id="{AD32B41C-CB3A-C84C-44B6-45B134CE7D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5384" y="1693501"/>
            <a:ext cx="2093538" cy="1755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51901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grpSp>
        <p:nvGrpSpPr>
          <p:cNvPr id="2162" name="Google Shape;2162;p39"/>
          <p:cNvGrpSpPr/>
          <p:nvPr/>
        </p:nvGrpSpPr>
        <p:grpSpPr>
          <a:xfrm>
            <a:off x="3743327" y="109030"/>
            <a:ext cx="1679127" cy="1679127"/>
            <a:chOff x="3614228" y="234880"/>
            <a:chExt cx="1915500" cy="1915500"/>
          </a:xfrm>
        </p:grpSpPr>
        <p:sp>
          <p:nvSpPr>
            <p:cNvPr id="2163" name="Google Shape;2163;p39"/>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9"/>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6" name="Google Shape;2166;p39"/>
          <p:cNvGrpSpPr/>
          <p:nvPr/>
        </p:nvGrpSpPr>
        <p:grpSpPr>
          <a:xfrm>
            <a:off x="4276542" y="673572"/>
            <a:ext cx="591455" cy="590639"/>
            <a:chOff x="1190625" y="238125"/>
            <a:chExt cx="5238750" cy="5231525"/>
          </a:xfrm>
        </p:grpSpPr>
        <p:sp>
          <p:nvSpPr>
            <p:cNvPr id="2167" name="Google Shape;2167;p39"/>
            <p:cNvSpPr/>
            <p:nvPr/>
          </p:nvSpPr>
          <p:spPr>
            <a:xfrm>
              <a:off x="1190625" y="259325"/>
              <a:ext cx="5238750" cy="5210325"/>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8" name="Google Shape;2168;p39"/>
            <p:cNvSpPr/>
            <p:nvPr/>
          </p:nvSpPr>
          <p:spPr>
            <a:xfrm>
              <a:off x="4202861" y="1284806"/>
              <a:ext cx="1389300" cy="13893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9" name="Google Shape;2169;p39"/>
            <p:cNvSpPr/>
            <p:nvPr/>
          </p:nvSpPr>
          <p:spPr>
            <a:xfrm>
              <a:off x="3730400" y="4080350"/>
              <a:ext cx="173675" cy="26050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0" name="Google Shape;2170;p39"/>
            <p:cNvSpPr/>
            <p:nvPr/>
          </p:nvSpPr>
          <p:spPr>
            <a:xfrm>
              <a:off x="2430350" y="1227000"/>
              <a:ext cx="1473725" cy="267970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1" name="Google Shape;2171;p39"/>
            <p:cNvSpPr/>
            <p:nvPr/>
          </p:nvSpPr>
          <p:spPr>
            <a:xfrm>
              <a:off x="5467000" y="3472525"/>
              <a:ext cx="607825" cy="17370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2" name="Google Shape;2172;p39"/>
            <p:cNvSpPr/>
            <p:nvPr/>
          </p:nvSpPr>
          <p:spPr>
            <a:xfrm>
              <a:off x="5324700" y="3925975"/>
              <a:ext cx="631950" cy="56685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3" name="Google Shape;2173;p39"/>
            <p:cNvSpPr/>
            <p:nvPr/>
          </p:nvSpPr>
          <p:spPr>
            <a:xfrm>
              <a:off x="4946025" y="4167175"/>
              <a:ext cx="173675" cy="607825"/>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4" name="Google Shape;2174;p39"/>
            <p:cNvSpPr/>
            <p:nvPr/>
          </p:nvSpPr>
          <p:spPr>
            <a:xfrm>
              <a:off x="1279850" y="1564675"/>
              <a:ext cx="735675" cy="342525"/>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5" name="Google Shape;2175;p39"/>
            <p:cNvSpPr/>
            <p:nvPr/>
          </p:nvSpPr>
          <p:spPr>
            <a:xfrm>
              <a:off x="1424575" y="710850"/>
              <a:ext cx="706725" cy="574075"/>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6" name="Google Shape;2176;p39"/>
            <p:cNvSpPr/>
            <p:nvPr/>
          </p:nvSpPr>
          <p:spPr>
            <a:xfrm>
              <a:off x="2167450" y="238125"/>
              <a:ext cx="344925" cy="738075"/>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177" name="Google Shape;2177;p39"/>
          <p:cNvSpPr txBox="1">
            <a:spLocks noGrp="1"/>
          </p:cNvSpPr>
          <p:nvPr>
            <p:ph type="title"/>
          </p:nvPr>
        </p:nvSpPr>
        <p:spPr>
          <a:xfrm>
            <a:off x="1497496" y="2000712"/>
            <a:ext cx="6725478" cy="5760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1700" dirty="0"/>
              <a:t>Xây dựng bộ Claude Code Skill tự động hoá review &amp; chấm bài</a:t>
            </a:r>
            <a:r>
              <a:rPr lang="en" sz="1700" dirty="0" smtClean="0"/>
              <a:t/>
            </a:r>
            <a:endParaRPr sz="1700" dirty="0"/>
          </a:p>
        </p:txBody>
      </p:sp>
      <p:sp>
        <p:nvSpPr>
          <p:cNvPr id="2178" name="Google Shape;2178;p39"/>
          <p:cNvSpPr txBox="1">
            <a:spLocks noGrp="1"/>
          </p:cNvSpPr>
          <p:nvPr>
            <p:ph type="subTitle" idx="1"/>
          </p:nvPr>
        </p:nvSpPr>
        <p:spPr>
          <a:xfrm>
            <a:off x="1551708" y="2751004"/>
            <a:ext cx="6199909" cy="414600"/>
          </a:xfrm>
          <a:prstGeom prst="rect">
            <a:avLst/>
          </a:prstGeom>
        </p:spPr>
        <p:txBody>
          <a:bodyPr spcFirstLastPara="1" wrap="square" lIns="91425" tIns="91425" rIns="91425" bIns="91425" anchor="t" anchorCtr="0">
            <a:normAutofit/>
          </a:bodyPr>
          <a:lstStyle/>
          <a:p>
            <a:pPr marL="285750" lvl="0" indent="-285750" algn="just" rtl="0">
              <a:spcBef>
                <a:spcPts val="0"/>
              </a:spcBef>
              <a:spcAft>
                <a:spcPts val="0"/>
              </a:spcAft>
              <a:buFont typeface="Wingdings" panose="05000000000000000000" pitchFamily="2" charset="2"/>
              <a:buChar char="v"/>
            </a:pPr>
            <a:r>
              <a:rPr lang="en-US" sz="1300" dirty="0" err="1" smtClean="0">
                <a:solidFill>
                  <a:schemeClr val="dk2"/>
                </a:solidFill>
                <a:latin typeface="Barlow Semi Condensed"/>
                <a:ea typeface="Barlow Semi Condensed"/>
                <a:cs typeface="Barlow Semi Condensed"/>
                <a:sym typeface="Barlow Semi Condensed"/>
              </a:rPr>
              <a:t>Tự động hoá: giảm thời gian review/chấm bài so với làm thủ công.</a:t>
            </a:r>
            <a:r>
              <a:rPr lang="en-US" sz="1300" dirty="0" smtClean="0">
                <a:solidFill>
                  <a:schemeClr val="dk2"/>
                </a:solidFill>
                <a:latin typeface="Barlow Semi Condensed"/>
                <a:ea typeface="Barlow Semi Condensed"/>
                <a:cs typeface="Barlow Semi Condensed"/>
                <a:sym typeface="Barlow Semi Condensed"/>
              </a:rPr>
              <a:t/>
            </a:r>
            <a:r>
              <a:rPr lang="en-US" sz="1300" dirty="0" err="1" smtClean="0">
                <a:solidFill>
                  <a:schemeClr val="dk2"/>
                </a:solidFill>
                <a:latin typeface="Barlow Semi Condensed"/>
                <a:ea typeface="Barlow Semi Condensed"/>
                <a:cs typeface="Barlow Semi Condensed"/>
                <a:sym typeface="Barlow Semi Condensed"/>
              </a:rPr>
              <a:t/>
            </a:r>
            <a:r>
              <a:rPr lang="en-US" sz="1300" dirty="0" smtClean="0">
                <a:solidFill>
                  <a:schemeClr val="dk2"/>
                </a:solidFill>
                <a:latin typeface="Barlow Semi Condensed"/>
                <a:ea typeface="Barlow Semi Condensed"/>
                <a:cs typeface="Barlow Semi Condensed"/>
                <a:sym typeface="Barlow Semi Condensed"/>
              </a:rPr>
              <a:t/>
            </a:r>
            <a:r>
              <a:rPr lang="en-US" sz="1300" dirty="0" err="1" smtClean="0">
                <a:solidFill>
                  <a:schemeClr val="dk2"/>
                </a:solidFill>
                <a:latin typeface="Barlow Semi Condensed"/>
                <a:ea typeface="Barlow Semi Condensed"/>
                <a:cs typeface="Barlow Semi Condensed"/>
                <a:sym typeface="Barlow Semi Condensed"/>
              </a:rPr>
              <a:t/>
            </a:r>
            <a:r>
              <a:rPr lang="en-US" sz="1300" dirty="0" smtClean="0">
                <a:solidFill>
                  <a:schemeClr val="dk2"/>
                </a:solidFill>
                <a:latin typeface="Barlow Semi Condensed"/>
                <a:ea typeface="Barlow Semi Condensed"/>
                <a:cs typeface="Barlow Semi Condensed"/>
                <a:sym typeface="Barlow Semi Condensed"/>
              </a:rPr>
              <a:t/>
            </a:r>
            <a:r>
              <a:rPr lang="en-US" sz="1300" dirty="0" err="1" smtClean="0">
                <a:solidFill>
                  <a:schemeClr val="dk2"/>
                </a:solidFill>
                <a:latin typeface="Barlow Semi Condensed"/>
                <a:ea typeface="Barlow Semi Condensed"/>
                <a:cs typeface="Barlow Semi Condensed"/>
                <a:sym typeface="Barlow Semi Condensed"/>
              </a:rPr>
              <a:t/>
            </a:r>
            <a:r>
              <a:rPr lang="vi-VN" sz="1300" dirty="0" smtClean="0">
                <a:solidFill>
                  <a:schemeClr val="dk2"/>
                </a:solidFill>
                <a:latin typeface="Barlow Semi Condensed"/>
                <a:ea typeface="Barlow Semi Condensed"/>
                <a:cs typeface="Barlow Semi Condensed"/>
                <a:sym typeface="Barlow Semi Condensed"/>
              </a:rPr>
              <a:t/>
            </a:r>
            <a:r>
              <a:rPr lang="vi-VN" sz="1300" dirty="0">
                <a:solidFill>
                  <a:schemeClr val="dk2"/>
                </a:solidFill>
                <a:latin typeface="Barlow Semi Condensed"/>
                <a:ea typeface="Barlow Semi Condensed"/>
                <a:cs typeface="Barlow Semi Condensed"/>
                <a:sym typeface="Barlow Semi Condensed"/>
              </a:rPr>
              <a:t/>
            </a:r>
          </a:p>
        </p:txBody>
      </p:sp>
      <p:sp>
        <p:nvSpPr>
          <p:cNvPr id="2" name="Google Shape;2178;p39">
            <a:extLst>
              <a:ext uri="{FF2B5EF4-FFF2-40B4-BE49-F238E27FC236}">
                <a16:creationId xmlns:a16="http://schemas.microsoft.com/office/drawing/2014/main" xmlns="" id="{26AF7D4E-0C58-E5DD-6BCB-4611DB5A6027}"/>
              </a:ext>
            </a:extLst>
          </p:cNvPr>
          <p:cNvSpPr txBox="1">
            <a:spLocks/>
          </p:cNvSpPr>
          <p:nvPr/>
        </p:nvSpPr>
        <p:spPr>
          <a:xfrm>
            <a:off x="1551708" y="3019971"/>
            <a:ext cx="6199909" cy="4146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9pPr>
          </a:lstStyle>
          <a:p>
            <a:pPr marL="285750" indent="-285750" algn="just">
              <a:buFont typeface="Wingdings" panose="05000000000000000000" pitchFamily="2" charset="2"/>
              <a:buChar char="v"/>
            </a:pPr>
            <a:r>
              <a:rPr lang="vi-VN" sz="1250" dirty="0"/>
              <a:t>Nhất quán: áp dụng đúng rubric và khung chuẩn mã nguồn cho mọi bài làm.</a:t>
            </a:r>
          </a:p>
        </p:txBody>
      </p:sp>
      <p:sp>
        <p:nvSpPr>
          <p:cNvPr id="3" name="Google Shape;2178;p39">
            <a:extLst>
              <a:ext uri="{FF2B5EF4-FFF2-40B4-BE49-F238E27FC236}">
                <a16:creationId xmlns:a16="http://schemas.microsoft.com/office/drawing/2014/main" xmlns="" id="{2EE3EE72-7041-C77E-C4A6-0AAE064D8B1C}"/>
              </a:ext>
            </a:extLst>
          </p:cNvPr>
          <p:cNvSpPr txBox="1">
            <a:spLocks/>
          </p:cNvSpPr>
          <p:nvPr/>
        </p:nvSpPr>
        <p:spPr>
          <a:xfrm>
            <a:off x="1551707" y="3302491"/>
            <a:ext cx="6199909" cy="41444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9pPr>
          </a:lstStyle>
          <a:p>
            <a:pPr marL="285750" indent="-285750" algn="just">
              <a:buFont typeface="Wingdings" panose="05000000000000000000" pitchFamily="2" charset="2"/>
              <a:buChar char="v"/>
            </a:pPr>
            <a:r>
              <a:rPr lang="vi-VN" sz="1250" dirty="0"/>
              <a:t>Phát hiện lỗi tinh vi: bắt được lỗi logic/bảo mật khó thấy bằng mắt thường.</a:t>
            </a:r>
          </a:p>
        </p:txBody>
      </p:sp>
      <p:sp>
        <p:nvSpPr>
          <p:cNvPr id="5" name="Google Shape;2178;p39">
            <a:extLst>
              <a:ext uri="{FF2B5EF4-FFF2-40B4-BE49-F238E27FC236}">
                <a16:creationId xmlns:a16="http://schemas.microsoft.com/office/drawing/2014/main" xmlns="" id="{BA4B1BF3-8484-BB7B-2984-7F29A6493EE9}"/>
              </a:ext>
            </a:extLst>
          </p:cNvPr>
          <p:cNvSpPr txBox="1">
            <a:spLocks/>
          </p:cNvSpPr>
          <p:nvPr/>
        </p:nvSpPr>
        <p:spPr>
          <a:xfrm>
            <a:off x="1544764" y="3585010"/>
            <a:ext cx="6497783" cy="414441"/>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250" b="0" i="0" u="none" strike="noStrike" cap="none">
                <a:solidFill>
                  <a:schemeClr val="dk2"/>
                </a:solidFill>
                <a:latin typeface="Barlow Semi Condensed"/>
                <a:ea typeface="Barlow Semi Condensed"/>
                <a:cs typeface="Barlow Semi Condensed"/>
                <a:sym typeface="Barlow Semi Condensed"/>
              </a:defRPr>
            </a:lvl9pPr>
          </a:lstStyle>
          <a:p>
            <a:pPr marL="285750" indent="-285750" algn="just">
              <a:buFont typeface="Wingdings" panose="05000000000000000000" pitchFamily="2" charset="2"/>
              <a:buChar char="v"/>
            </a:pPr>
            <a:r>
              <a:rPr lang="vi-VN" sz="1250" dirty="0"/>
              <a:t>Hỗ trợ học tập: đưa gợi ý hướng sửa mang tính dẫn dắt cho sinh viên.</a:t>
            </a:r>
          </a:p>
        </p:txBody>
      </p:sp>
      <p:sp>
        <p:nvSpPr>
          <p:cNvPr id="6" name="Google Shape;2178;p39">
            <a:extLst>
              <a:ext uri="{FF2B5EF4-FFF2-40B4-BE49-F238E27FC236}">
                <a16:creationId xmlns:a16="http://schemas.microsoft.com/office/drawing/2014/main" xmlns="" id="{6871A02D-72F8-5C63-FEA3-54F5BDA569D7}"/>
              </a:ext>
            </a:extLst>
          </p:cNvPr>
          <p:cNvSpPr txBox="1">
            <a:spLocks/>
          </p:cNvSpPr>
          <p:nvPr/>
        </p:nvSpPr>
        <p:spPr>
          <a:xfrm>
            <a:off x="1544764" y="3854454"/>
            <a:ext cx="6199909" cy="47956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9pPr>
          </a:lstStyle>
          <a:p>
            <a:pPr marL="285750" indent="-285750" algn="just">
              <a:buFont typeface="Wingdings" panose="05000000000000000000" pitchFamily="2" charset="2"/>
              <a:buChar char="v"/>
            </a:pPr>
            <a:r>
              <a:rPr lang="vi-VN" sz="1600" dirty="0"/>
              <a:t>Mở rộng dễ dàng: mỗi bước xử lý là 1 skill độc lập, dễ thêm bước phân tích mới.</a:t>
            </a:r>
            <a:endParaRPr lang="vi-VN"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78">
                                            <p:txEl>
                                              <p:pRg st="0" end="0"/>
                                            </p:txEl>
                                          </p:spTgt>
                                        </p:tgtEl>
                                        <p:attrNameLst>
                                          <p:attrName>style.visibility</p:attrName>
                                        </p:attrNameLst>
                                      </p:cBhvr>
                                      <p:to>
                                        <p:strVal val="visible"/>
                                      </p:to>
                                    </p:set>
                                    <p:animEffect transition="in" filter="fade">
                                      <p:cBhvr>
                                        <p:cTn id="7" dur="500"/>
                                        <p:tgtEl>
                                          <p:spTgt spid="21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8" grpId="0" build="p"/>
      <p:bldP spid="2" grpId="0"/>
      <p:bldP spid="3" grpId="0"/>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73"/>
        <p:cNvGrpSpPr/>
        <p:nvPr/>
      </p:nvGrpSpPr>
      <p:grpSpPr>
        <a:xfrm>
          <a:off x="0" y="0"/>
          <a:ext cx="0" cy="0"/>
          <a:chOff x="0" y="0"/>
          <a:chExt cx="0" cy="0"/>
        </a:xfrm>
      </p:grpSpPr>
      <p:sp>
        <p:nvSpPr>
          <p:cNvPr id="3004" name="Google Shape;3004;p52"/>
          <p:cNvSpPr txBox="1">
            <a:spLocks noGrp="1"/>
          </p:cNvSpPr>
          <p:nvPr>
            <p:ph type="subTitle" idx="15"/>
          </p:nvPr>
        </p:nvSpPr>
        <p:spPr>
          <a:xfrm>
            <a:off x="1648348" y="3415523"/>
            <a:ext cx="5341270" cy="452515"/>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Wingdings" panose="05000000000000000000" pitchFamily="2" charset="2"/>
              <a:buChar char="v"/>
            </a:pPr>
            <a:r>
              <a:rPr lang="vi-VN" dirty="0"/>
              <a:t>Chức năng: Phát hiện lỗi logic &amp; bảo mật, refactor, sinh unit test, chấm bài qua merge request.</a:t>
            </a:r>
            <a:r>
              <a:rPr lang="en" dirty="0">
                <a:latin typeface="Barlow Semi Condensed"/>
                <a:ea typeface="Barlow Semi Condensed"/>
                <a:cs typeface="Barlow Semi Condensed"/>
                <a:sym typeface="Barlow Semi Condensed"/>
              </a:rPr>
              <a:t/>
            </a:r>
            <a:endParaRPr dirty="0">
              <a:latin typeface="Barlow Semi Condensed"/>
              <a:ea typeface="Barlow Semi Condensed"/>
              <a:cs typeface="Barlow Semi Condensed"/>
              <a:sym typeface="Barlow Semi Condensed"/>
            </a:endParaRPr>
          </a:p>
        </p:txBody>
      </p:sp>
      <p:sp>
        <p:nvSpPr>
          <p:cNvPr id="11" name="Google Shape;2995;p52">
            <a:extLst>
              <a:ext uri="{FF2B5EF4-FFF2-40B4-BE49-F238E27FC236}">
                <a16:creationId xmlns:a16="http://schemas.microsoft.com/office/drawing/2014/main" xmlns="" id="{307FFFC0-94A7-0354-6D75-B5EA2EDEFD27}"/>
              </a:ext>
            </a:extLst>
          </p:cNvPr>
          <p:cNvSpPr txBox="1">
            <a:spLocks/>
          </p:cNvSpPr>
          <p:nvPr/>
        </p:nvSpPr>
        <p:spPr>
          <a:xfrm>
            <a:off x="1648348" y="2973643"/>
            <a:ext cx="5183174" cy="45251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35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Font typeface="Arial"/>
              <a:buNone/>
              <a:defRPr sz="135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Font typeface="Arial"/>
              <a:buNone/>
              <a:defRPr sz="135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Font typeface="Arial"/>
              <a:buNone/>
              <a:defRPr sz="135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Font typeface="Arial"/>
              <a:buNone/>
              <a:defRPr sz="135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Font typeface="Arial"/>
              <a:buNone/>
              <a:defRPr sz="135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Font typeface="Arial"/>
              <a:buNone/>
              <a:defRPr sz="135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Font typeface="Arial"/>
              <a:buNone/>
              <a:defRPr sz="135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Font typeface="Arial"/>
              <a:buNone/>
              <a:defRPr sz="1350" b="0" i="0" u="none" strike="noStrike" cap="none">
                <a:solidFill>
                  <a:schemeClr val="dk2"/>
                </a:solidFill>
                <a:latin typeface="Barlow Semi Condensed"/>
                <a:ea typeface="Barlow Semi Condensed"/>
                <a:cs typeface="Barlow Semi Condensed"/>
                <a:sym typeface="Barlow Semi Condensed"/>
              </a:defRPr>
            </a:lvl9pPr>
          </a:lstStyle>
          <a:p>
            <a:pPr marL="285750" indent="-285750" algn="l">
              <a:buFont typeface="Wingdings" panose="05000000000000000000" pitchFamily="2" charset="2"/>
              <a:buChar char="v"/>
            </a:pPr>
            <a:r>
              <a:rPr lang="vi-VN" dirty="0"/>
              <a:t>Phân quyền: Giảng viên, Sinh viên, Claude AI (skill engine).</a:t>
            </a:r>
            <a:r>
              <a:rPr lang="en-US" dirty="0" err="1" smtClean="0"/>
              <a:t/>
            </a:r>
            <a:r>
              <a:rPr lang="en-US" dirty="0" smtClean="0"/>
              <a:t/>
            </a:r>
            <a:r>
              <a:rPr lang="en-US" dirty="0" err="1" smtClean="0"/>
              <a:t/>
            </a:r>
            <a:r>
              <a:rPr lang="vi-VN" dirty="0" smtClean="0"/>
              <a:t/>
            </a:r>
            <a:r>
              <a:rPr lang="en-US" dirty="0" err="1" smtClean="0"/>
              <a:t/>
            </a:r>
            <a:r>
              <a:rPr lang="vi-VN" dirty="0" smtClean="0"/>
              <a:t/>
            </a:r>
            <a:r>
              <a:rPr lang="vi-VN" dirty="0"/>
              <a:t/>
            </a:r>
          </a:p>
        </p:txBody>
      </p:sp>
      <p:sp>
        <p:nvSpPr>
          <p:cNvPr id="2995" name="Google Shape;2995;p52"/>
          <p:cNvSpPr txBox="1">
            <a:spLocks noGrp="1"/>
          </p:cNvSpPr>
          <p:nvPr>
            <p:ph type="subTitle" idx="8"/>
          </p:nvPr>
        </p:nvSpPr>
        <p:spPr>
          <a:xfrm>
            <a:off x="1648349" y="2513217"/>
            <a:ext cx="5183174" cy="45341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Wingdings" panose="05000000000000000000" pitchFamily="2" charset="2"/>
              <a:buChar char="v"/>
            </a:pPr>
            <a:r>
              <a:rPr lang="vi-VN" dirty="0">
                <a:latin typeface="Barlow Semi Condensed"/>
                <a:ea typeface="Barlow Semi Condensed"/>
                <a:cs typeface="Barlow Semi Condensed"/>
                <a:sym typeface="Barlow Semi Condensed"/>
              </a:rPr>
              <a:t>Bảo mật: Access Token kết nối git không hiển thị lại sau khi lưu.</a:t>
            </a:r>
            <a:r>
              <a:rPr lang="en" dirty="0">
                <a:latin typeface="Barlow Semi Condensed"/>
                <a:ea typeface="Barlow Semi Condensed"/>
                <a:cs typeface="Barlow Semi Condensed"/>
                <a:sym typeface="Barlow Semi Condensed"/>
              </a:rPr>
              <a:t/>
            </a:r>
            <a:endParaRPr dirty="0">
              <a:latin typeface="Barlow Semi Condensed"/>
              <a:ea typeface="Barlow Semi Condensed"/>
              <a:cs typeface="Barlow Semi Condensed"/>
              <a:sym typeface="Barlow Semi Condensed"/>
            </a:endParaRPr>
          </a:p>
        </p:txBody>
      </p:sp>
      <p:sp>
        <p:nvSpPr>
          <p:cNvPr id="8" name="Google Shape;2974;p52">
            <a:extLst>
              <a:ext uri="{FF2B5EF4-FFF2-40B4-BE49-F238E27FC236}">
                <a16:creationId xmlns:a16="http://schemas.microsoft.com/office/drawing/2014/main" xmlns="" id="{EA68B727-98A6-C591-A2F9-BD528D957CF0}"/>
              </a:ext>
            </a:extLst>
          </p:cNvPr>
          <p:cNvSpPr txBox="1">
            <a:spLocks/>
          </p:cNvSpPr>
          <p:nvPr/>
        </p:nvSpPr>
        <p:spPr>
          <a:xfrm>
            <a:off x="1654040" y="2071337"/>
            <a:ext cx="5183176" cy="45341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350" b="0" i="0" u="none" strike="noStrike" cap="none">
                <a:solidFill>
                  <a:schemeClr val="accent1"/>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Font typeface="Arial"/>
              <a:buNone/>
              <a:defRPr sz="1350" b="0" i="0" u="none" strike="noStrike" cap="none">
                <a:solidFill>
                  <a:schemeClr val="accent1"/>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Font typeface="Arial"/>
              <a:buNone/>
              <a:defRPr sz="1350" b="0" i="0" u="none" strike="noStrike" cap="none">
                <a:solidFill>
                  <a:schemeClr val="accent1"/>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Font typeface="Arial"/>
              <a:buNone/>
              <a:defRPr sz="1350" b="0" i="0" u="none" strike="noStrike" cap="none">
                <a:solidFill>
                  <a:schemeClr val="accent1"/>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Font typeface="Arial"/>
              <a:buNone/>
              <a:defRPr sz="1350" b="0" i="0" u="none" strike="noStrike" cap="none">
                <a:solidFill>
                  <a:schemeClr val="accent1"/>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Font typeface="Arial"/>
              <a:buNone/>
              <a:defRPr sz="1350" b="0" i="0" u="none" strike="noStrike" cap="none">
                <a:solidFill>
                  <a:schemeClr val="accent1"/>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Font typeface="Arial"/>
              <a:buNone/>
              <a:defRPr sz="1350" b="0" i="0" u="none" strike="noStrike" cap="none">
                <a:solidFill>
                  <a:schemeClr val="accent1"/>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Font typeface="Arial"/>
              <a:buNone/>
              <a:defRPr sz="1350" b="0" i="0" u="none" strike="noStrike" cap="none">
                <a:solidFill>
                  <a:schemeClr val="accent1"/>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Font typeface="Arial"/>
              <a:buNone/>
              <a:defRPr sz="1350" b="0" i="0" u="none" strike="noStrike" cap="none">
                <a:solidFill>
                  <a:schemeClr val="accent1"/>
                </a:solidFill>
                <a:latin typeface="Barlow Semi Condensed"/>
                <a:ea typeface="Barlow Semi Condensed"/>
                <a:cs typeface="Barlow Semi Condensed"/>
                <a:sym typeface="Barlow Semi Condensed"/>
              </a:defRPr>
            </a:lvl9pPr>
          </a:lstStyle>
          <a:p>
            <a:pPr marL="285750" indent="-285750" algn="l">
              <a:buFont typeface="Wingdings" panose="05000000000000000000" pitchFamily="2" charset="2"/>
              <a:buChar char="v"/>
            </a:pPr>
            <a:r>
              <a:rPr lang="vi-VN" dirty="0">
                <a:solidFill>
                  <a:schemeClr val="tx1"/>
                </a:solidFill>
              </a:rPr>
              <a:t>Độ tin cậy: Refactor phải behavior-preserving — chạy lại test trước khi hoàn tất.</a:t>
            </a:r>
          </a:p>
          <a:p>
            <a:pPr marL="285750" indent="-285750" algn="l">
              <a:buFont typeface="Wingdings" panose="05000000000000000000" pitchFamily="2" charset="2"/>
              <a:buChar char="v"/>
            </a:pPr>
            <a:endParaRPr lang="vi-VN" dirty="0">
              <a:solidFill>
                <a:schemeClr val="tx1"/>
              </a:solidFill>
            </a:endParaRPr>
          </a:p>
        </p:txBody>
      </p:sp>
      <p:sp>
        <p:nvSpPr>
          <p:cNvPr id="2974" name="Google Shape;2974;p52"/>
          <p:cNvSpPr txBox="1">
            <a:spLocks noGrp="1"/>
          </p:cNvSpPr>
          <p:nvPr>
            <p:ph type="subTitle" idx="4"/>
          </p:nvPr>
        </p:nvSpPr>
        <p:spPr>
          <a:xfrm>
            <a:off x="1648349" y="1607292"/>
            <a:ext cx="5183176" cy="452515"/>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Wingdings" panose="05000000000000000000" pitchFamily="2" charset="2"/>
              <a:buChar char="v"/>
            </a:pPr>
            <a:r>
              <a:rPr lang="vi-VN" dirty="0">
                <a:solidFill>
                  <a:schemeClr val="tx1"/>
                </a:solidFill>
              </a:rPr>
              <a:t>Khả năng mở rộng: mỗi bước xử lý là 1 skill độc lập (file SKILL.md).</a:t>
            </a:r>
            <a:r>
              <a:rPr lang="en" dirty="0">
                <a:solidFill>
                  <a:schemeClr val="tx1"/>
                </a:solidFill>
              </a:rPr>
              <a:t/>
            </a:r>
            <a:r>
              <a:rPr lang="en" dirty="0" smtClean="0">
                <a:solidFill>
                  <a:schemeClr val="tx1"/>
                </a:solidFill>
              </a:rPr>
              <a:t/>
            </a:r>
            <a:endParaRPr lang="vi-VN" dirty="0">
              <a:solidFill>
                <a:schemeClr val="tx1"/>
              </a:solidFill>
            </a:endParaRPr>
          </a:p>
          <a:p>
            <a:pPr marL="285750" lvl="0" indent="-285750" algn="l" rtl="0">
              <a:spcBef>
                <a:spcPts val="0"/>
              </a:spcBef>
              <a:spcAft>
                <a:spcPts val="0"/>
              </a:spcAft>
              <a:buFont typeface="Wingdings" panose="05000000000000000000" pitchFamily="2" charset="2"/>
              <a:buChar char="v"/>
            </a:pPr>
            <a:endParaRPr dirty="0">
              <a:solidFill>
                <a:schemeClr val="tx1"/>
              </a:solidFill>
              <a:latin typeface="Barlow Semi Condensed"/>
              <a:ea typeface="Barlow Semi Condensed"/>
              <a:cs typeface="Barlow Semi Condensed"/>
              <a:sym typeface="Barlow Semi Condensed"/>
            </a:endParaRPr>
          </a:p>
        </p:txBody>
      </p:sp>
      <p:sp>
        <p:nvSpPr>
          <p:cNvPr id="2979" name="Google Shape;2979;p52"/>
          <p:cNvSpPr txBox="1">
            <a:spLocks noGrp="1"/>
          </p:cNvSpPr>
          <p:nvPr>
            <p:ph type="subTitle" idx="2"/>
          </p:nvPr>
        </p:nvSpPr>
        <p:spPr>
          <a:xfrm>
            <a:off x="1648348" y="1197029"/>
            <a:ext cx="5183175" cy="4572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Wingdings" panose="05000000000000000000" pitchFamily="2" charset="2"/>
              <a:buChar char="v"/>
            </a:pPr>
            <a:r>
              <a:rPr lang="vi-VN" dirty="0">
                <a:latin typeface="Barlow Semi Condensed"/>
                <a:ea typeface="Barlow Semi Condensed"/>
                <a:cs typeface="Barlow Semi Condensed"/>
                <a:sym typeface="Barlow Semi Condensed"/>
              </a:rPr>
              <a:t>Giao diện: Website hỗ trợ thao tác trực quan (vai trò phụ, không phải trọng tâm).</a:t>
            </a:r>
          </a:p>
        </p:txBody>
      </p:sp>
      <p:sp>
        <p:nvSpPr>
          <p:cNvPr id="2980" name="Google Shape;2980;p52"/>
          <p:cNvSpPr txBox="1">
            <a:spLocks noGrp="1"/>
          </p:cNvSpPr>
          <p:nvPr>
            <p:ph type="title"/>
          </p:nvPr>
        </p:nvSpPr>
        <p:spPr>
          <a:xfrm>
            <a:off x="3090672" y="338328"/>
            <a:ext cx="2962800"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Yêu cầu</a:t>
            </a:r>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979">
                                            <p:txEl>
                                              <p:pRg st="0" end="0"/>
                                            </p:txEl>
                                          </p:spTgt>
                                        </p:tgtEl>
                                        <p:attrNameLst>
                                          <p:attrName>style.visibility</p:attrName>
                                        </p:attrNameLst>
                                      </p:cBhvr>
                                      <p:to>
                                        <p:strVal val="visible"/>
                                      </p:to>
                                    </p:set>
                                    <p:animEffect transition="in" filter="barn(inVertical)">
                                      <p:cBhvr>
                                        <p:cTn id="7" dur="500"/>
                                        <p:tgtEl>
                                          <p:spTgt spid="29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974">
                                            <p:txEl>
                                              <p:pRg st="0" end="0"/>
                                            </p:txEl>
                                          </p:spTgt>
                                        </p:tgtEl>
                                        <p:attrNameLst>
                                          <p:attrName>style.visibility</p:attrName>
                                        </p:attrNameLst>
                                      </p:cBhvr>
                                      <p:to>
                                        <p:strVal val="visible"/>
                                      </p:to>
                                    </p:set>
                                    <p:animEffect transition="in" filter="barn(inVertical)">
                                      <p:cBhvr>
                                        <p:cTn id="12" dur="500"/>
                                        <p:tgtEl>
                                          <p:spTgt spid="297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995">
                                            <p:txEl>
                                              <p:pRg st="0" end="0"/>
                                            </p:txEl>
                                          </p:spTgt>
                                        </p:tgtEl>
                                        <p:attrNameLst>
                                          <p:attrName>style.visibility</p:attrName>
                                        </p:attrNameLst>
                                      </p:cBhvr>
                                      <p:to>
                                        <p:strVal val="visible"/>
                                      </p:to>
                                    </p:set>
                                    <p:animEffect transition="in" filter="barn(inVertical)">
                                      <p:cBhvr>
                                        <p:cTn id="22" dur="500"/>
                                        <p:tgtEl>
                                          <p:spTgt spid="299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arn(inVertic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004">
                                            <p:txEl>
                                              <p:pRg st="0" end="0"/>
                                            </p:txEl>
                                          </p:spTgt>
                                        </p:tgtEl>
                                        <p:attrNameLst>
                                          <p:attrName>style.visibility</p:attrName>
                                        </p:attrNameLst>
                                      </p:cBhvr>
                                      <p:to>
                                        <p:strVal val="visible"/>
                                      </p:to>
                                    </p:set>
                                    <p:animEffect transition="in" filter="barn(inVertical)">
                                      <p:cBhvr>
                                        <p:cTn id="32" dur="500"/>
                                        <p:tgtEl>
                                          <p:spTgt spid="300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4" grpId="0" build="p"/>
      <p:bldP spid="11" grpId="0"/>
      <p:bldP spid="2995" grpId="0" build="p"/>
      <p:bldP spid="8" grpId="0"/>
      <p:bldP spid="2974" grpId="0" build="p"/>
      <p:bldP spid="297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619750" y="1529271"/>
            <a:ext cx="3904500" cy="19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700"/>
              <a:t>Đặc tả yêu cầu hệ thống</a:t>
            </a:r>
            <a:endParaRPr sz="4700"/>
          </a:p>
        </p:txBody>
      </p:sp>
      <p:sp>
        <p:nvSpPr>
          <p:cNvPr id="2157" name="Google Shape;2157;p38"/>
          <p:cNvSpPr txBox="1">
            <a:spLocks noGrp="1"/>
          </p:cNvSpPr>
          <p:nvPr>
            <p:ph type="subTitle" idx="4294967295"/>
          </p:nvPr>
        </p:nvSpPr>
        <p:spPr>
          <a:xfrm>
            <a:off x="2676470" y="3259916"/>
            <a:ext cx="379106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vi-VN" sz="1600">
                <a:latin typeface="Barlow Semi Condensed" panose="00000506000000000000" pitchFamily="2" charset="0"/>
              </a:rPr>
              <a:t>Tác nhân, yêu cầu chức năng và phi chức năng, mô tả 6 skill</a:t>
            </a:r>
          </a:p>
        </p:txBody>
      </p:sp>
      <p:sp>
        <p:nvSpPr>
          <p:cNvPr id="2156" name="Google Shape;2156;p38"/>
          <p:cNvSpPr txBox="1">
            <a:spLocks noGrp="1"/>
          </p:cNvSpPr>
          <p:nvPr>
            <p:ph type="title" idx="4294967295"/>
          </p:nvPr>
        </p:nvSpPr>
        <p:spPr>
          <a:xfrm>
            <a:off x="3088481" y="815197"/>
            <a:ext cx="2967038" cy="106838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02</a:t>
            </a:r>
            <a:endParaRPr sz="6000"/>
          </a:p>
        </p:txBody>
      </p:sp>
    </p:spTree>
    <p:extLst>
      <p:ext uri="{BB962C8B-B14F-4D97-AF65-F5344CB8AC3E}">
        <p14:creationId xmlns:p14="http://schemas.microsoft.com/office/powerpoint/2010/main" val="11526908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97"/>
        <p:cNvGrpSpPr/>
        <p:nvPr/>
      </p:nvGrpSpPr>
      <p:grpSpPr>
        <a:xfrm>
          <a:off x="0" y="0"/>
          <a:ext cx="0" cy="0"/>
          <a:chOff x="0" y="0"/>
          <a:chExt cx="0" cy="0"/>
        </a:xfrm>
      </p:grpSpPr>
      <p:sp>
        <p:nvSpPr>
          <p:cNvPr id="3498" name="Google Shape;3498;p61"/>
          <p:cNvSpPr txBox="1">
            <a:spLocks noGrp="1"/>
          </p:cNvSpPr>
          <p:nvPr>
            <p:ph type="title"/>
          </p:nvPr>
        </p:nvSpPr>
        <p:spPr>
          <a:xfrm>
            <a:off x="1813100" y="138636"/>
            <a:ext cx="5528700" cy="61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err="1"/>
              <a:t>Nội</a:t>
            </a:r>
            <a:r>
              <a:rPr lang="en-US" dirty="0"/>
              <a:t> </a:t>
            </a:r>
            <a:r>
              <a:rPr lang="en-US" dirty="0" smtClean="0"/>
              <a:t>dung </a:t>
            </a:r>
            <a:r>
              <a:rPr lang="en-US" sz="2000" dirty="0" smtClean="0"/>
              <a:t>&amp;</a:t>
            </a:r>
            <a:r>
              <a:rPr lang="en-US" dirty="0" smtClean="0"/>
              <a:t> </a:t>
            </a:r>
            <a:r>
              <a:rPr lang="en-US" dirty="0" err="1" smtClean="0"/>
              <a:t>phương</a:t>
            </a:r>
            <a:r>
              <a:rPr lang="en-US" dirty="0" smtClean="0"/>
              <a:t> </a:t>
            </a:r>
            <a:r>
              <a:rPr lang="en-US" dirty="0" err="1" smtClean="0"/>
              <a:t>pháp</a:t>
            </a:r>
            <a:r>
              <a:rPr lang="en-US" dirty="0" smtClean="0"/>
              <a:t> </a:t>
            </a:r>
            <a:r>
              <a:rPr lang="en-US" dirty="0" err="1"/>
              <a:t>nghiên</a:t>
            </a:r>
            <a:r>
              <a:rPr lang="en-US" dirty="0"/>
              <a:t> </a:t>
            </a:r>
            <a:r>
              <a:rPr lang="en-US" dirty="0" err="1"/>
              <a:t>cứu</a:t>
            </a:r>
            <a:endParaRPr dirty="0"/>
          </a:p>
        </p:txBody>
      </p:sp>
      <p:sp>
        <p:nvSpPr>
          <p:cNvPr id="3499" name="Google Shape;3499;p61"/>
          <p:cNvSpPr/>
          <p:nvPr/>
        </p:nvSpPr>
        <p:spPr>
          <a:xfrm>
            <a:off x="4750689" y="751236"/>
            <a:ext cx="3307516" cy="4227575"/>
          </a:xfrm>
          <a:prstGeom prst="roundRect">
            <a:avLst>
              <a:gd name="adj" fmla="val 16667"/>
            </a:avLst>
          </a:prstGeom>
          <a:solidFill>
            <a:schemeClr val="accent1"/>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61"/>
          <p:cNvSpPr/>
          <p:nvPr/>
        </p:nvSpPr>
        <p:spPr>
          <a:xfrm>
            <a:off x="4848234" y="849854"/>
            <a:ext cx="3096194" cy="4034118"/>
          </a:xfrm>
          <a:prstGeom prst="roundRect">
            <a:avLst>
              <a:gd name="adj" fmla="val 16667"/>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61"/>
          <p:cNvSpPr/>
          <p:nvPr/>
        </p:nvSpPr>
        <p:spPr>
          <a:xfrm>
            <a:off x="1085796" y="751236"/>
            <a:ext cx="3307516" cy="4227575"/>
          </a:xfrm>
          <a:prstGeom prst="roundRect">
            <a:avLst>
              <a:gd name="adj" fmla="val 16667"/>
            </a:avLst>
          </a:prstGeom>
          <a:solidFill>
            <a:schemeClr val="accent1"/>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61"/>
          <p:cNvSpPr/>
          <p:nvPr/>
        </p:nvSpPr>
        <p:spPr>
          <a:xfrm>
            <a:off x="1183341" y="849854"/>
            <a:ext cx="3096194" cy="4034118"/>
          </a:xfrm>
          <a:prstGeom prst="roundRect">
            <a:avLst>
              <a:gd name="adj" fmla="val 16667"/>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61"/>
          <p:cNvSpPr txBox="1">
            <a:spLocks noGrp="1"/>
          </p:cNvSpPr>
          <p:nvPr>
            <p:ph type="subTitle" idx="1"/>
          </p:nvPr>
        </p:nvSpPr>
        <p:spPr>
          <a:xfrm>
            <a:off x="4750689" y="1762485"/>
            <a:ext cx="3209969" cy="3002461"/>
          </a:xfrm>
          <a:prstGeom prst="rect">
            <a:avLst/>
          </a:prstGeom>
        </p:spPr>
        <p:txBody>
          <a:bodyPr spcFirstLastPara="1" wrap="square" lIns="91425" tIns="91425" rIns="91425" bIns="91425" anchor="t" anchorCtr="0">
            <a:normAutofit/>
          </a:bodyPr>
          <a:lstStyle/>
          <a:p>
            <a:pPr marL="285750" lvl="0" indent="-227013" algn="just" rtl="0">
              <a:spcBef>
                <a:spcPts val="300"/>
              </a:spcBef>
              <a:spcAft>
                <a:spcPts val="0"/>
              </a:spcAft>
              <a:buFont typeface="Wingdings" panose="05000000000000000000" pitchFamily="2" charset="2"/>
              <a:buChar char="v"/>
            </a:pPr>
            <a:r>
              <a:rPr lang="vi-VN" sz="1350" dirty="0">
                <a:solidFill>
                  <a:schemeClr val="dk2"/>
                </a:solidFill>
                <a:latin typeface="Barlow Semi Condensed"/>
                <a:ea typeface="Barlow Semi Condensed"/>
                <a:cs typeface="Barlow Semi Condensed"/>
                <a:sym typeface="Barlow Semi Condensed"/>
              </a:rPr>
              <a:t>Khảo sát các kỹ thuật Prompt Engineering: role prompting, Chain-of-Thought, few-shot, structured output.</a:t>
            </a:r>
            <a:r>
              <a:rPr lang="en-US" sz="1350" dirty="0" err="1" smtClean="0"/>
              <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endParaRPr lang="vi-VN" sz="1350" dirty="0">
              <a:solidFill>
                <a:schemeClr val="dk2"/>
              </a:solidFill>
              <a:latin typeface="Barlow Semi Condensed"/>
              <a:ea typeface="Barlow Semi Condensed"/>
              <a:cs typeface="Barlow Semi Condensed"/>
              <a:sym typeface="Barlow Semi Condensed"/>
            </a:endParaRPr>
          </a:p>
          <a:p>
            <a:pPr marL="285750" lvl="0" indent="-227013" algn="just" rtl="0">
              <a:spcBef>
                <a:spcPts val="300"/>
              </a:spcBef>
              <a:spcAft>
                <a:spcPts val="0"/>
              </a:spcAft>
              <a:buFont typeface="Wingdings" panose="05000000000000000000" pitchFamily="2" charset="2"/>
              <a:buChar char="v"/>
            </a:pPr>
            <a:r>
              <a:rPr lang="vi-VN" sz="1350" dirty="0" smtClean="0">
                <a:solidFill>
                  <a:schemeClr val="dk2"/>
                </a:solidFill>
                <a:latin typeface="Barlow Semi Condensed"/>
                <a:ea typeface="Barlow Semi Condensed"/>
                <a:cs typeface="Barlow Semi Condensed"/>
                <a:sym typeface="Barlow Semi Condensed"/>
              </a:rPr>
              <a:t>Nghiên cứu tài liệu Anthropic về thiết kế system prompt và Claude Code Skills.</a:t>
            </a:r>
            <a:r>
              <a:rPr lang="vi-VN" sz="1350" dirty="0">
                <a:solidFill>
                  <a:schemeClr val="dk2"/>
                </a:solidFill>
                <a:latin typeface="Barlow Semi Condensed"/>
                <a:ea typeface="Barlow Semi Condensed"/>
                <a:cs typeface="Barlow Semi Condensed"/>
                <a:sym typeface="Barlow Semi Condensed"/>
              </a:rPr>
              <a:t/>
            </a:r>
            <a:r>
              <a:rPr lang="en-US" sz="1350" dirty="0" err="1" smtClean="0">
                <a:solidFill>
                  <a:schemeClr val="dk2"/>
                </a:solidFill>
                <a:latin typeface="Barlow Semi Condensed"/>
                <a:ea typeface="Barlow Semi Condensed"/>
                <a:cs typeface="Barlow Semi Condensed"/>
                <a:sym typeface="Barlow Semi Condensed"/>
              </a:rPr>
              <a:t/>
            </a:r>
            <a:r>
              <a:rPr lang="en-US" sz="1350" dirty="0" smtClean="0">
                <a:solidFill>
                  <a:schemeClr val="dk2"/>
                </a:solidFill>
                <a:latin typeface="Barlow Semi Condensed"/>
                <a:ea typeface="Barlow Semi Condensed"/>
                <a:cs typeface="Barlow Semi Condensed"/>
                <a:sym typeface="Barlow Semi Condensed"/>
              </a:rPr>
              <a:t/>
            </a:r>
            <a:r>
              <a:rPr lang="en-US" sz="1350" dirty="0" err="1" smtClean="0">
                <a:solidFill>
                  <a:schemeClr val="dk2"/>
                </a:solidFill>
                <a:latin typeface="Barlow Semi Condensed"/>
                <a:ea typeface="Barlow Semi Condensed"/>
                <a:cs typeface="Barlow Semi Condensed"/>
                <a:sym typeface="Barlow Semi Condensed"/>
              </a:rPr>
              <a:t/>
            </a:r>
            <a:r>
              <a:rPr lang="en-US" sz="1350" dirty="0" smtClean="0">
                <a:solidFill>
                  <a:schemeClr val="dk2"/>
                </a:solidFill>
                <a:latin typeface="Barlow Semi Condensed"/>
                <a:ea typeface="Barlow Semi Condensed"/>
                <a:cs typeface="Barlow Semi Condensed"/>
                <a:sym typeface="Barlow Semi Condensed"/>
              </a:rPr>
              <a:t/>
            </a:r>
            <a:r>
              <a:rPr lang="en-US" sz="1350" dirty="0" err="1" smtClean="0">
                <a:solidFill>
                  <a:schemeClr val="dk2"/>
                </a:solidFill>
                <a:latin typeface="Barlow Semi Condensed"/>
                <a:ea typeface="Barlow Semi Condensed"/>
                <a:cs typeface="Barlow Semi Condensed"/>
                <a:sym typeface="Barlow Semi Condensed"/>
              </a:rPr>
              <a:t/>
            </a:r>
            <a:r>
              <a:rPr lang="en-US" sz="1350" dirty="0" smtClean="0">
                <a:solidFill>
                  <a:schemeClr val="dk2"/>
                </a:solidFill>
                <a:latin typeface="Barlow Semi Condensed"/>
                <a:ea typeface="Barlow Semi Condensed"/>
                <a:cs typeface="Barlow Semi Condensed"/>
                <a:sym typeface="Barlow Semi Condensed"/>
              </a:rPr>
              <a:t/>
            </a:r>
            <a:r>
              <a:rPr lang="en-US" sz="1350" dirty="0" err="1" smtClean="0">
                <a:solidFill>
                  <a:schemeClr val="dk2"/>
                </a:solidFill>
                <a:latin typeface="Barlow Semi Condensed"/>
                <a:ea typeface="Barlow Semi Condensed"/>
                <a:cs typeface="Barlow Semi Condensed"/>
                <a:sym typeface="Barlow Semi Condensed"/>
              </a:rPr>
              <a:t/>
            </a:r>
            <a:r>
              <a:rPr lang="en-US" sz="1350" dirty="0" smtClean="0">
                <a:solidFill>
                  <a:schemeClr val="dk2"/>
                </a:solidFill>
                <a:latin typeface="Barlow Semi Condensed"/>
                <a:ea typeface="Barlow Semi Condensed"/>
                <a:cs typeface="Barlow Semi Condensed"/>
                <a:sym typeface="Barlow Semi Condensed"/>
              </a:rPr>
              <a:t/>
            </a:r>
            <a:r>
              <a:rPr lang="en-US" sz="1350" dirty="0" err="1" smtClean="0">
                <a:solidFill>
                  <a:schemeClr val="dk2"/>
                </a:solidFill>
                <a:latin typeface="Barlow Semi Condensed"/>
                <a:ea typeface="Barlow Semi Condensed"/>
                <a:cs typeface="Barlow Semi Condensed"/>
                <a:sym typeface="Barlow Semi Condensed"/>
              </a:rPr>
              <a:t/>
            </a:r>
            <a:r>
              <a:rPr lang="en-US" sz="1350" dirty="0" smtClean="0">
                <a:solidFill>
                  <a:schemeClr val="dk2"/>
                </a:solidFill>
                <a:latin typeface="Barlow Semi Condensed"/>
                <a:ea typeface="Barlow Semi Condensed"/>
                <a:cs typeface="Barlow Semi Condensed"/>
                <a:sym typeface="Barlow Semi Condensed"/>
              </a:rPr>
              <a:t/>
            </a:r>
            <a:r>
              <a:rPr lang="en-US" sz="1350" dirty="0" err="1" smtClean="0">
                <a:solidFill>
                  <a:schemeClr val="dk2"/>
                </a:solidFill>
                <a:latin typeface="Barlow Semi Condensed"/>
                <a:ea typeface="Barlow Semi Condensed"/>
                <a:cs typeface="Barlow Semi Condensed"/>
                <a:sym typeface="Barlow Semi Condensed"/>
              </a:rPr>
              <a:t/>
            </a:r>
            <a:r>
              <a:rPr lang="en-US" sz="1350" dirty="0" smtClean="0">
                <a:solidFill>
                  <a:schemeClr val="dk2"/>
                </a:solidFill>
                <a:latin typeface="Barlow Semi Condensed"/>
                <a:ea typeface="Barlow Semi Condensed"/>
                <a:cs typeface="Barlow Semi Condensed"/>
                <a:sym typeface="Barlow Semi Condensed"/>
              </a:rPr>
              <a:t/>
            </a:r>
            <a:r>
              <a:rPr lang="en-US" sz="1350" dirty="0" err="1" smtClean="0">
                <a:solidFill>
                  <a:schemeClr val="dk2"/>
                </a:solidFill>
                <a:latin typeface="Barlow Semi Condensed"/>
                <a:ea typeface="Barlow Semi Condensed"/>
                <a:cs typeface="Barlow Semi Condensed"/>
                <a:sym typeface="Barlow Semi Condensed"/>
              </a:rPr>
              <a:t/>
            </a:r>
            <a:r>
              <a:rPr lang="en-US" sz="1350" dirty="0" smtClean="0">
                <a:solidFill>
                  <a:schemeClr val="dk2"/>
                </a:solidFill>
                <a:latin typeface="Barlow Semi Condensed"/>
                <a:ea typeface="Barlow Semi Condensed"/>
                <a:cs typeface="Barlow Semi Condensed"/>
                <a:sym typeface="Barlow Semi Condensed"/>
              </a:rPr>
              <a:t/>
            </a:r>
            <a:r>
              <a:rPr lang="en-US" sz="1350" dirty="0" err="1" smtClean="0">
                <a:solidFill>
                  <a:schemeClr val="dk2"/>
                </a:solidFill>
                <a:latin typeface="Barlow Semi Condensed"/>
                <a:ea typeface="Barlow Semi Condensed"/>
                <a:cs typeface="Barlow Semi Condensed"/>
                <a:sym typeface="Barlow Semi Condensed"/>
              </a:rPr>
              <a:t/>
            </a:r>
            <a:r>
              <a:rPr lang="en-US" sz="1350" dirty="0" smtClean="0">
                <a:solidFill>
                  <a:schemeClr val="dk2"/>
                </a:solidFill>
                <a:latin typeface="Barlow Semi Condensed"/>
                <a:ea typeface="Barlow Semi Condensed"/>
                <a:cs typeface="Barlow Semi Condensed"/>
                <a:sym typeface="Barlow Semi Condensed"/>
              </a:rPr>
              <a:t/>
            </a:r>
            <a:r>
              <a:rPr lang="en-US" sz="1350" dirty="0" err="1" smtClean="0">
                <a:solidFill>
                  <a:schemeClr val="dk2"/>
                </a:solidFill>
                <a:latin typeface="Barlow Semi Condensed"/>
                <a:ea typeface="Barlow Semi Condensed"/>
                <a:cs typeface="Barlow Semi Condensed"/>
                <a:sym typeface="Barlow Semi Condensed"/>
              </a:rPr>
              <a:t/>
            </a:r>
            <a:r>
              <a:rPr lang="en-US" sz="1350" dirty="0" smtClean="0">
                <a:solidFill>
                  <a:schemeClr val="dk2"/>
                </a:solidFill>
                <a:latin typeface="Barlow Semi Condensed"/>
                <a:ea typeface="Barlow Semi Condensed"/>
                <a:cs typeface="Barlow Semi Condensed"/>
                <a:sym typeface="Barlow Semi Condensed"/>
              </a:rPr>
              <a:t/>
            </a:r>
            <a:r>
              <a:rPr lang="en-US" sz="1350" dirty="0" err="1" smtClean="0">
                <a:solidFill>
                  <a:schemeClr val="dk2"/>
                </a:solidFill>
                <a:latin typeface="Barlow Semi Condensed"/>
                <a:ea typeface="Barlow Semi Condensed"/>
                <a:cs typeface="Barlow Semi Condensed"/>
                <a:sym typeface="Barlow Semi Condensed"/>
              </a:rPr>
              <a:t/>
            </a:r>
            <a:r>
              <a:rPr lang="en-US" sz="1350" dirty="0" smtClean="0">
                <a:solidFill>
                  <a:schemeClr val="dk2"/>
                </a:solidFill>
                <a:latin typeface="Barlow Semi Condensed"/>
                <a:ea typeface="Barlow Semi Condensed"/>
                <a:cs typeface="Barlow Semi Condensed"/>
                <a:sym typeface="Barlow Semi Condensed"/>
              </a:rPr>
              <a:t/>
            </a:r>
            <a:r>
              <a:rPr lang="en-US" sz="1350" dirty="0" err="1" smtClean="0">
                <a:solidFill>
                  <a:schemeClr val="dk2"/>
                </a:solidFill>
                <a:latin typeface="Barlow Semi Condensed"/>
                <a:ea typeface="Barlow Semi Condensed"/>
                <a:cs typeface="Barlow Semi Condensed"/>
                <a:sym typeface="Barlow Semi Condensed"/>
              </a:rPr>
              <a:t/>
            </a:r>
            <a:r>
              <a:rPr lang="en-US" sz="1350" dirty="0" smtClean="0">
                <a:solidFill>
                  <a:schemeClr val="dk2"/>
                </a:solidFill>
                <a:latin typeface="Barlow Semi Condensed"/>
                <a:ea typeface="Barlow Semi Condensed"/>
                <a:cs typeface="Barlow Semi Condensed"/>
                <a:sym typeface="Barlow Semi Condensed"/>
              </a:rPr>
              <a:t/>
            </a:r>
            <a:r>
              <a:rPr lang="vi-VN" sz="1350" dirty="0" smtClean="0">
                <a:solidFill>
                  <a:schemeClr val="dk2"/>
                </a:solidFill>
                <a:latin typeface="Barlow Semi Condensed"/>
                <a:ea typeface="Barlow Semi Condensed"/>
                <a:cs typeface="Barlow Semi Condensed"/>
                <a:sym typeface="Barlow Semi Condensed"/>
              </a:rPr>
              <a:t/>
            </a:r>
            <a:endParaRPr lang="vi-VN" sz="1350" dirty="0">
              <a:solidFill>
                <a:schemeClr val="dk2"/>
              </a:solidFill>
              <a:latin typeface="Barlow Semi Condensed"/>
              <a:ea typeface="Barlow Semi Condensed"/>
              <a:cs typeface="Barlow Semi Condensed"/>
              <a:sym typeface="Barlow Semi Condensed"/>
            </a:endParaRPr>
          </a:p>
          <a:p>
            <a:pPr marL="285750" lvl="0" indent="-227013" algn="just" rtl="0">
              <a:spcBef>
                <a:spcPts val="300"/>
              </a:spcBef>
              <a:spcAft>
                <a:spcPts val="0"/>
              </a:spcAft>
              <a:buFont typeface="Wingdings" panose="05000000000000000000" pitchFamily="2" charset="2"/>
              <a:buChar char="v"/>
            </a:pPr>
            <a:r>
              <a:rPr lang="vi-VN" sz="1350" dirty="0">
                <a:solidFill>
                  <a:schemeClr val="dk2"/>
                </a:solidFill>
                <a:latin typeface="Barlow Semi Condensed"/>
                <a:ea typeface="Barlow Semi Condensed"/>
                <a:cs typeface="Barlow Semi Condensed"/>
                <a:sym typeface="Barlow Semi Condensed"/>
              </a:rPr>
              <a:t>Tham khảo quy trình review code chuẩn (OWASP Top 10, clean code/SOLID).</a:t>
            </a:r>
            <a:r>
              <a:rPr lang="en-US" sz="1350" dirty="0" err="1" smtClean="0"/>
              <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r>
              <a:rPr lang="vi-VN" sz="1350" dirty="0" smtClean="0">
                <a:solidFill>
                  <a:schemeClr val="dk2"/>
                </a:solidFill>
                <a:latin typeface="Barlow Semi Condensed"/>
                <a:ea typeface="Barlow Semi Condensed"/>
                <a:cs typeface="Barlow Semi Condensed"/>
                <a:sym typeface="Barlow Semi Condensed"/>
              </a:rPr>
              <a:t/>
            </a:r>
            <a:r>
              <a:rPr lang="vi-VN" sz="1350" dirty="0">
                <a:solidFill>
                  <a:schemeClr val="dk2"/>
                </a:solidFill>
                <a:latin typeface="Barlow Semi Condensed"/>
                <a:ea typeface="Barlow Semi Condensed"/>
                <a:cs typeface="Barlow Semi Condensed"/>
                <a:sym typeface="Barlow Semi Condensed"/>
              </a:rPr>
              <a:t/>
            </a:r>
          </a:p>
          <a:p>
            <a:pPr marL="285750" lvl="0" indent="-227013" algn="just" rtl="0">
              <a:spcBef>
                <a:spcPts val="300"/>
              </a:spcBef>
              <a:spcAft>
                <a:spcPts val="0"/>
              </a:spcAft>
              <a:buFont typeface="Wingdings" panose="05000000000000000000" pitchFamily="2" charset="2"/>
              <a:buChar char="v"/>
            </a:pPr>
            <a:r>
              <a:rPr lang="vi-VN" sz="1350" dirty="0">
                <a:solidFill>
                  <a:schemeClr val="dk2"/>
                </a:solidFill>
                <a:latin typeface="Barlow Semi Condensed"/>
                <a:ea typeface="Barlow Semi Condensed"/>
                <a:cs typeface="Barlow Semi Condensed"/>
                <a:sym typeface="Barlow Semi Condensed"/>
              </a:rPr>
              <a:t>Thiết kế pipeline điều phối nhiều skill theo thứ tự phụ thuộc dữ liệu.</a:t>
            </a:r>
            <a:r>
              <a:rPr lang="vi-VN" sz="1350" dirty="0" smtClean="0">
                <a:solidFill>
                  <a:schemeClr val="dk2"/>
                </a:solidFill>
                <a:latin typeface="Barlow Semi Condensed"/>
                <a:ea typeface="Barlow Semi Condensed"/>
                <a:cs typeface="Barlow Semi Condensed"/>
                <a:sym typeface="Barlow Semi Condensed"/>
              </a:rPr>
              <a:t/>
            </a:r>
            <a:r>
              <a:rPr lang="en-US" sz="1350" dirty="0" err="1" smtClean="0"/>
              <a:t/>
            </a:r>
            <a:r>
              <a:rPr lang="en-US" sz="1350" dirty="0" smtClean="0"/>
              <a:t/>
            </a:r>
            <a:r>
              <a:rPr lang="vi-VN" sz="1350" dirty="0" smtClean="0">
                <a:solidFill>
                  <a:schemeClr val="dk2"/>
                </a:solidFill>
                <a:latin typeface="Barlow Semi Condensed"/>
                <a:ea typeface="Barlow Semi Condensed"/>
                <a:cs typeface="Barlow Semi Condensed"/>
                <a:sym typeface="Barlow Semi Condensed"/>
              </a:rPr>
              <a:t/>
            </a:r>
            <a:endParaRPr lang="vi-VN" sz="1350" dirty="0">
              <a:solidFill>
                <a:schemeClr val="dk2"/>
              </a:solidFill>
              <a:latin typeface="Barlow Semi Condensed"/>
              <a:ea typeface="Barlow Semi Condensed"/>
              <a:cs typeface="Barlow Semi Condensed"/>
              <a:sym typeface="Barlow Semi Condensed"/>
            </a:endParaRPr>
          </a:p>
        </p:txBody>
      </p:sp>
      <p:sp>
        <p:nvSpPr>
          <p:cNvPr id="3504" name="Google Shape;3504;p61"/>
          <p:cNvSpPr txBox="1">
            <a:spLocks noGrp="1"/>
          </p:cNvSpPr>
          <p:nvPr>
            <p:ph type="subTitle" idx="2"/>
          </p:nvPr>
        </p:nvSpPr>
        <p:spPr>
          <a:xfrm>
            <a:off x="1199571" y="1762485"/>
            <a:ext cx="3079963" cy="2562087"/>
          </a:xfrm>
          <a:prstGeom prst="rect">
            <a:avLst/>
          </a:prstGeom>
        </p:spPr>
        <p:txBody>
          <a:bodyPr spcFirstLastPara="1" wrap="square" lIns="91425" tIns="91425" rIns="91425" bIns="91425" anchor="t" anchorCtr="0">
            <a:noAutofit/>
          </a:bodyPr>
          <a:lstStyle/>
          <a:p>
            <a:pPr marL="285750" lvl="0" indent="-227013" algn="just" rtl="0">
              <a:spcBef>
                <a:spcPts val="600"/>
              </a:spcBef>
              <a:spcAft>
                <a:spcPts val="0"/>
              </a:spcAft>
              <a:buFont typeface="Wingdings" panose="05000000000000000000" pitchFamily="2" charset="2"/>
              <a:buChar char="v"/>
            </a:pPr>
            <a:r>
              <a:rPr lang="vi-VN" dirty="0">
                <a:latin typeface="Barlow Semi Condensed"/>
                <a:ea typeface="Barlow Semi Condensed"/>
                <a:cs typeface="Barlow Semi Condensed"/>
                <a:sym typeface="Barlow Semi Condensed"/>
              </a:rPr>
              <a:t>Xây dựng website hỗ trợ (ASP.NET Core MVC + SQL Server) cho thao tác nộp/chấm bài.</a:t>
            </a:r>
            <a:r>
              <a:rPr lang="vi-VN" dirty="0"/>
              <a:t/>
            </a:r>
            <a:r>
              <a:rPr lang="vi-VN" dirty="0">
                <a:latin typeface="Barlow Semi Condensed"/>
                <a:ea typeface="Barlow Semi Condensed"/>
                <a:cs typeface="Barlow Semi Condensed"/>
                <a:sym typeface="Barlow Semi Condensed"/>
              </a:rPr>
              <a:t/>
            </a:r>
            <a:r>
              <a:rPr lang="en-US" dirty="0" smtClean="0">
                <a:latin typeface="Barlow Semi Condensed"/>
                <a:ea typeface="Barlow Semi Condensed"/>
                <a:cs typeface="Barlow Semi Condensed"/>
                <a:sym typeface="Barlow Semi Condensed"/>
              </a:rPr>
              <a:t/>
            </a:r>
            <a:r>
              <a:rPr lang="vi-VN" dirty="0" smtClean="0">
                <a:latin typeface="Barlow Semi Condensed"/>
                <a:ea typeface="Barlow Semi Condensed"/>
                <a:cs typeface="Barlow Semi Condensed"/>
                <a:sym typeface="Barlow Semi Condensed"/>
              </a:rPr>
              <a:t/>
            </a:r>
            <a:r>
              <a:rPr lang="en-US" dirty="0" smtClean="0">
                <a:latin typeface="Barlow Semi Condensed"/>
                <a:ea typeface="Barlow Semi Condensed"/>
                <a:cs typeface="Barlow Semi Condensed"/>
                <a:sym typeface="Barlow Semi Condensed"/>
              </a:rPr>
              <a:t/>
            </a:r>
            <a:r>
              <a:rPr lang="vi-VN" dirty="0" smtClean="0"/>
              <a:t/>
            </a:r>
            <a:endParaRPr lang="vi-VN" dirty="0">
              <a:latin typeface="Barlow Semi Condensed"/>
              <a:ea typeface="Barlow Semi Condensed"/>
              <a:cs typeface="Barlow Semi Condensed"/>
              <a:sym typeface="Barlow Semi Condensed"/>
            </a:endParaRPr>
          </a:p>
          <a:p>
            <a:pPr marL="285750" lvl="0" indent="-227013" algn="just" rtl="0">
              <a:spcBef>
                <a:spcPts val="600"/>
              </a:spcBef>
              <a:spcAft>
                <a:spcPts val="0"/>
              </a:spcAft>
              <a:buFont typeface="Wingdings" panose="05000000000000000000" pitchFamily="2" charset="2"/>
              <a:buChar char="v"/>
            </a:pPr>
            <a:r>
              <a:rPr lang="vi-VN" dirty="0">
                <a:latin typeface="Barlow Semi Condensed"/>
                <a:ea typeface="Barlow Semi Condensed"/>
                <a:cs typeface="Barlow Semi Condensed"/>
                <a:sym typeface="Barlow Semi Condensed"/>
              </a:rPr>
              <a:t>Thử nghiệm trên dữ liệu thật: 45 bài tập, 13 bài giải mẫu, bài nộp sinh viên mô phỏng.</a:t>
            </a:r>
            <a:r>
              <a:rPr lang="vi-VN" dirty="0"/>
              <a:t/>
            </a:r>
            <a:endParaRPr dirty="0">
              <a:latin typeface="Barlow Semi Condensed"/>
              <a:ea typeface="Barlow Semi Condensed"/>
              <a:cs typeface="Barlow Semi Condensed"/>
              <a:sym typeface="Barlow Semi Condensed"/>
            </a:endParaRPr>
          </a:p>
        </p:txBody>
      </p:sp>
      <p:sp>
        <p:nvSpPr>
          <p:cNvPr id="3505" name="Google Shape;3505;p61"/>
          <p:cNvSpPr txBox="1">
            <a:spLocks noGrp="1"/>
          </p:cNvSpPr>
          <p:nvPr>
            <p:ph type="subTitle" idx="3"/>
          </p:nvPr>
        </p:nvSpPr>
        <p:spPr>
          <a:xfrm>
            <a:off x="5074460" y="1469973"/>
            <a:ext cx="2740699" cy="2835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sz="1300" dirty="0" err="1" smtClean="0"/>
              <a:t>Nghiên</a:t>
            </a:r>
            <a:r>
              <a:rPr lang="en-US" sz="1300" dirty="0" smtClean="0"/>
              <a:t> </a:t>
            </a:r>
            <a:r>
              <a:rPr lang="en-US" sz="1300" dirty="0" err="1" smtClean="0"/>
              <a:t>cứu</a:t>
            </a:r>
            <a:r>
              <a:rPr lang="en-US" sz="1300" dirty="0" smtClean="0"/>
              <a:t> </a:t>
            </a:r>
            <a:r>
              <a:rPr lang="en-US" sz="1300" dirty="0" err="1" smtClean="0"/>
              <a:t>xây</a:t>
            </a:r>
            <a:r>
              <a:rPr lang="en-US" sz="1300" dirty="0" smtClean="0"/>
              <a:t> </a:t>
            </a:r>
            <a:r>
              <a:rPr lang="en-US" sz="1300" dirty="0" err="1" smtClean="0"/>
              <a:t>dựng</a:t>
            </a:r>
            <a:r>
              <a:rPr lang="en-US" sz="1300" dirty="0" smtClean="0"/>
              <a:t> </a:t>
            </a:r>
            <a:r>
              <a:rPr lang="en" sz="1300" dirty="0" smtClean="0"/>
              <a:t>phần </a:t>
            </a:r>
            <a:r>
              <a:rPr lang="en" sz="1300" dirty="0"/>
              <a:t>mềm</a:t>
            </a:r>
            <a:endParaRPr sz="1300" dirty="0"/>
          </a:p>
        </p:txBody>
      </p:sp>
      <p:sp>
        <p:nvSpPr>
          <p:cNvPr id="3506" name="Google Shape;3506;p61"/>
          <p:cNvSpPr txBox="1">
            <a:spLocks noGrp="1"/>
          </p:cNvSpPr>
          <p:nvPr>
            <p:ph type="subTitle" idx="4"/>
          </p:nvPr>
        </p:nvSpPr>
        <p:spPr>
          <a:xfrm>
            <a:off x="1697204" y="1451685"/>
            <a:ext cx="2084700" cy="310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sz="1550" dirty="0"/>
              <a:t>Tìm hiểu công nghệ</a:t>
            </a:r>
            <a:endParaRPr sz="1550" dirty="0"/>
          </a:p>
        </p:txBody>
      </p:sp>
      <p:sp>
        <p:nvSpPr>
          <p:cNvPr id="3507" name="Google Shape;3507;p61"/>
          <p:cNvSpPr txBox="1">
            <a:spLocks noGrp="1"/>
          </p:cNvSpPr>
          <p:nvPr>
            <p:ph type="title" idx="5"/>
          </p:nvPr>
        </p:nvSpPr>
        <p:spPr>
          <a:xfrm>
            <a:off x="2378353" y="1022096"/>
            <a:ext cx="7224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508" name="Google Shape;3508;p61"/>
          <p:cNvSpPr txBox="1">
            <a:spLocks noGrp="1"/>
          </p:cNvSpPr>
          <p:nvPr>
            <p:ph type="title" idx="6"/>
          </p:nvPr>
        </p:nvSpPr>
        <p:spPr>
          <a:xfrm>
            <a:off x="6043246" y="1022096"/>
            <a:ext cx="7224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12"/>
        <p:cNvGrpSpPr/>
        <p:nvPr/>
      </p:nvGrpSpPr>
      <p:grpSpPr>
        <a:xfrm>
          <a:off x="0" y="0"/>
          <a:ext cx="0" cy="0"/>
          <a:chOff x="0" y="0"/>
          <a:chExt cx="0" cy="0"/>
        </a:xfrm>
      </p:grpSpPr>
      <p:sp>
        <p:nvSpPr>
          <p:cNvPr id="3213" name="Google Shape;3213;p57"/>
          <p:cNvSpPr txBox="1">
            <a:spLocks noGrp="1"/>
          </p:cNvSpPr>
          <p:nvPr>
            <p:ph type="title"/>
          </p:nvPr>
        </p:nvSpPr>
        <p:spPr>
          <a:xfrm>
            <a:off x="1271016" y="338328"/>
            <a:ext cx="66111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a:t>Tìm hiểu công nghệ</a:t>
            </a:r>
            <a:endParaRPr/>
          </a:p>
        </p:txBody>
      </p:sp>
      <p:sp>
        <p:nvSpPr>
          <p:cNvPr id="3214" name="Google Shape;3214;p57"/>
          <p:cNvSpPr txBox="1">
            <a:spLocks noGrp="1"/>
          </p:cNvSpPr>
          <p:nvPr>
            <p:ph type="subTitle" idx="1"/>
          </p:nvPr>
        </p:nvSpPr>
        <p:spPr>
          <a:xfrm>
            <a:off x="3443913" y="941042"/>
            <a:ext cx="5213283" cy="2656200"/>
          </a:xfrm>
          <a:prstGeom prst="rect">
            <a:avLst/>
          </a:prstGeom>
        </p:spPr>
        <p:txBody>
          <a:bodyPr spcFirstLastPara="1" wrap="square" lIns="91425" tIns="91425" rIns="91425" bIns="91425" anchor="t" anchorCtr="0">
            <a:normAutofit/>
          </a:bodyPr>
          <a:lstStyle/>
          <a:p>
            <a:pPr marL="0" lvl="0" indent="0" algn="l" rtl="0">
              <a:spcBef>
                <a:spcPts val="100"/>
              </a:spcBef>
              <a:spcAft>
                <a:spcPts val="0"/>
              </a:spcAft>
              <a:buClr>
                <a:schemeClr val="dk1"/>
              </a:buClr>
              <a:buSzPts val="1100"/>
              <a:buFont typeface="Arial"/>
              <a:buNone/>
            </a:pPr>
            <a:r>
              <a:rPr lang="en-US" sz="1300" dirty="0">
                <a:latin typeface="Barlow Semi Condensed"/>
                <a:ea typeface="Barlow Semi Condensed"/>
                <a:cs typeface="Barlow Semi Condensed"/>
                <a:sym typeface="Barlow Semi Condensed"/>
              </a:rPr>
              <a:t>- Các công nghệ/nền tảng chính được sử dụng để xây dựng hệ thống:</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endParaRPr sz="1300" dirty="0"/>
          </a:p>
          <a:p>
            <a:pPr marL="457200" lvl="0" indent="-330200" algn="l" rtl="0">
              <a:spcBef>
                <a:spcPts val="100"/>
              </a:spcBef>
              <a:spcAft>
                <a:spcPts val="0"/>
              </a:spcAft>
              <a:buClr>
                <a:schemeClr val="accent1"/>
              </a:buClr>
              <a:buSzPts val="1600"/>
              <a:buFont typeface="Barlow Semi Condensed"/>
              <a:buChar char="●"/>
            </a:pPr>
            <a:r>
              <a:rPr lang="en-US" sz="1300" dirty="0"/>
              <a:t>Claude Code</a:t>
            </a:r>
          </a:p>
          <a:p>
            <a:pPr marL="457200" lvl="0" indent="-330200" algn="l" rtl="0">
              <a:spcBef>
                <a:spcPts val="100"/>
              </a:spcBef>
              <a:spcAft>
                <a:spcPts val="0"/>
              </a:spcAft>
              <a:buClr>
                <a:schemeClr val="accent1"/>
              </a:buClr>
              <a:buSzPts val="1600"/>
              <a:buFont typeface="Barlow Semi Condensed"/>
              <a:buChar char="●"/>
            </a:pPr>
            <a:r>
              <a:rPr lang="en-US" sz="1300" dirty="0">
                <a:latin typeface="Barlow Semi Condensed"/>
                <a:ea typeface="Barlow Semi Condensed"/>
                <a:cs typeface="Barlow Semi Condensed"/>
                <a:sym typeface="Barlow Semi Condensed"/>
              </a:rPr>
              <a:t>Claude Sonnet</a:t>
            </a:r>
          </a:p>
          <a:p>
            <a:pPr marL="457200" lvl="0" indent="-330200" algn="l" rtl="0">
              <a:spcBef>
                <a:spcPts val="100"/>
              </a:spcBef>
              <a:spcAft>
                <a:spcPts val="0"/>
              </a:spcAft>
              <a:buClr>
                <a:schemeClr val="accent1"/>
              </a:buClr>
              <a:buSzPts val="1600"/>
              <a:buFont typeface="Barlow Semi Condensed"/>
              <a:buChar char="●"/>
            </a:pPr>
            <a:r>
              <a:rPr lang="en-US" sz="1300" dirty="0" smtClean="0"/>
              <a:t>Git / GitLab API</a:t>
            </a:r>
            <a:endParaRPr lang="en-US" sz="1300" dirty="0"/>
          </a:p>
          <a:p>
            <a:pPr lvl="0" algn="l" rtl="0">
              <a:spcBef>
                <a:spcPts val="100"/>
              </a:spcBef>
              <a:spcAft>
                <a:spcPts val="0"/>
              </a:spcAft>
              <a:buClr>
                <a:schemeClr val="accent1"/>
              </a:buClr>
              <a:buSzPts val="1600"/>
            </a:pPr>
            <a:r>
              <a:rPr lang="en-US" sz="1300" dirty="0">
                <a:latin typeface="Barlow Semi Condensed"/>
                <a:ea typeface="Barlow Semi Condensed"/>
                <a:cs typeface="Barlow Semi Condensed"/>
                <a:sym typeface="Barlow Semi Condensed"/>
              </a:rPr>
              <a:t>- Claude Code Skills: mỗi bước xử lý là 1 file SKILL.md độc lập, dễ bảo trì/mở rộng.</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r>
              <a:rPr lang="en-US" sz="1300" dirty="0" err="1">
                <a:latin typeface="Barlow Semi Condensed"/>
                <a:ea typeface="Barlow Semi Condensed"/>
                <a:cs typeface="Barlow Semi Condensed"/>
                <a:sym typeface="Barlow Semi Condensed"/>
              </a:rPr>
              <a:t/>
            </a:r>
            <a:r>
              <a:rPr lang="en-US" sz="1300" dirty="0">
                <a:latin typeface="Barlow Semi Condensed"/>
                <a:ea typeface="Barlow Semi Condensed"/>
                <a:cs typeface="Barlow Semi Condensed"/>
                <a:sym typeface="Barlow Semi Condensed"/>
              </a:rPr>
              <a:t/>
            </a:r>
          </a:p>
          <a:p>
            <a:pPr lvl="0" algn="l" rtl="0">
              <a:spcBef>
                <a:spcPts val="100"/>
              </a:spcBef>
              <a:spcAft>
                <a:spcPts val="0"/>
              </a:spcAft>
              <a:buClr>
                <a:schemeClr val="accent1"/>
              </a:buClr>
              <a:buSzPts val="1600"/>
            </a:pPr>
            <a:r>
              <a:rPr lang="en-US" sz="1300" dirty="0"/>
              <a:t>- GitLab REST API: lấy diff merge request, đọc/ghi file review trực tiếp trên git.</a:t>
            </a:r>
            <a:r>
              <a:rPr lang="en-US" sz="1300" dirty="0" err="1"/>
              <a:t/>
            </a:r>
            <a:r>
              <a:rPr lang="en-US" sz="1300" dirty="0"/>
              <a:t/>
            </a:r>
            <a:r>
              <a:rPr lang="en-US" sz="1300" dirty="0" err="1"/>
              <a:t/>
            </a:r>
            <a:r>
              <a:rPr lang="en-US" sz="1300" dirty="0"/>
              <a:t/>
            </a:r>
            <a:r>
              <a:rPr lang="en-US" sz="1300" dirty="0" err="1"/>
              <a:t/>
            </a:r>
            <a:r>
              <a:rPr lang="en-US" sz="1300" dirty="0"/>
              <a:t/>
            </a:r>
            <a:r>
              <a:rPr lang="en-US" sz="1300" dirty="0" err="1"/>
              <a:t/>
            </a:r>
            <a:r>
              <a:rPr lang="en-US" sz="1300" dirty="0"/>
              <a:t/>
            </a:r>
            <a:r>
              <a:rPr lang="en-US" sz="1300" dirty="0" err="1"/>
              <a:t/>
            </a:r>
            <a:r>
              <a:rPr lang="en-US" sz="1300" dirty="0"/>
              <a:t/>
            </a:r>
            <a:r>
              <a:rPr lang="en-US" sz="1300" dirty="0" err="1"/>
              <a:t/>
            </a:r>
            <a:r>
              <a:rPr lang="en-US" sz="1300" dirty="0"/>
              <a:t/>
            </a:r>
            <a:r>
              <a:rPr lang="en-US" sz="1300" dirty="0" err="1"/>
              <a:t/>
            </a:r>
            <a:r>
              <a:rPr lang="en-US" sz="1300" dirty="0"/>
              <a:t/>
            </a:r>
            <a:r>
              <a:rPr lang="en-US" sz="1300" dirty="0" err="1"/>
              <a:t/>
            </a:r>
            <a:endParaRPr lang="en-US" sz="1300" dirty="0"/>
          </a:p>
          <a:p>
            <a:pPr marL="285750" lvl="0" indent="-285750" algn="l" rtl="0">
              <a:spcBef>
                <a:spcPts val="100"/>
              </a:spcBef>
              <a:spcAft>
                <a:spcPts val="0"/>
              </a:spcAft>
              <a:buClr>
                <a:schemeClr val="accent1"/>
              </a:buClr>
              <a:buSzPts val="1600"/>
              <a:buFont typeface="Wingdings" panose="05000000000000000000" pitchFamily="2" charset="2"/>
              <a:buChar char="Ø"/>
            </a:pPr>
            <a:r>
              <a:rPr lang="en-US" sz="1300" dirty="0" err="1" smtClean="0">
                <a:latin typeface="Barlow Semi Condensed"/>
                <a:ea typeface="Barlow Semi Condensed"/>
                <a:cs typeface="Barlow Semi Condensed"/>
                <a:sym typeface="Barlow Semi Condensed"/>
              </a:rPr>
              <a:t>Website hỗ trợ dùng ASP.NET Core MVC (.NET 9)</a:t>
            </a:r>
            <a:r>
              <a:rPr lang="en-US" sz="1300" dirty="0" err="1" smtClean="0"/>
              <a:t/>
            </a:r>
            <a:r>
              <a:rPr lang="en-US" sz="1300" dirty="0" smtClean="0"/>
              <a:t/>
            </a:r>
            <a:r>
              <a:rPr lang="en-US" sz="1300" dirty="0" err="1"/>
              <a:t/>
            </a:r>
            <a:r>
              <a:rPr lang="en-US" sz="1300" dirty="0"/>
              <a:t/>
            </a:r>
            <a:r>
              <a:rPr lang="en-US" sz="1300" dirty="0" err="1"/>
              <a:t/>
            </a:r>
            <a:r>
              <a:rPr lang="en-US" sz="1300" dirty="0"/>
              <a:t/>
            </a:r>
            <a:r>
              <a:rPr lang="en-US" sz="1300" dirty="0" err="1"/>
              <a:t/>
            </a:r>
            <a:r>
              <a:rPr lang="en-US" sz="1300" dirty="0"/>
              <a:t/>
            </a:r>
            <a:r>
              <a:rPr lang="en-US" sz="1300" dirty="0" err="1"/>
              <a:t/>
            </a:r>
            <a:r>
              <a:rPr lang="en-US" sz="1300" dirty="0"/>
              <a:t/>
            </a:r>
            <a:r>
              <a:rPr lang="en-US" sz="1300" dirty="0" err="1"/>
              <a:t/>
            </a:r>
            <a:r>
              <a:rPr lang="en-US" sz="1300" dirty="0"/>
              <a:t/>
            </a:r>
            <a:r>
              <a:rPr lang="en-US" sz="1300" dirty="0" err="1"/>
              <a:t/>
            </a:r>
            <a:r>
              <a:rPr lang="en-US" sz="1300" dirty="0"/>
              <a:t/>
            </a:r>
            <a:r>
              <a:rPr lang="en-US" sz="1300" dirty="0" err="1"/>
              <a:t/>
            </a:r>
            <a:r>
              <a:rPr lang="en-US" sz="1300" dirty="0"/>
              <a:t/>
            </a:r>
            <a:r>
              <a:rPr lang="en-US" sz="1300" dirty="0" err="1" smtClean="0"/>
              <a:t/>
            </a:r>
            <a:endParaRPr lang="en-US" sz="1300" dirty="0" smtClean="0"/>
          </a:p>
          <a:p>
            <a:pPr lvl="0">
              <a:spcBef>
                <a:spcPts val="100"/>
              </a:spcBef>
              <a:buClr>
                <a:schemeClr val="accent1"/>
              </a:buClr>
              <a:buSzPts val="1600"/>
            </a:pPr>
            <a:r>
              <a:rPr lang="en-US" sz="1300" dirty="0" smtClean="0">
                <a:latin typeface="Barlow Semi Condensed"/>
                <a:ea typeface="Barlow Semi Condensed"/>
                <a:cs typeface="Barlow Semi Condensed"/>
                <a:sym typeface="Barlow Semi Condensed"/>
              </a:rPr>
              <a:t>- SQL Server lưu trữ dữ liệu bài tập/bài nộp cho website hỗ trợ.</a:t>
            </a:r>
            <a:r>
              <a:rPr lang="vi-VN" sz="1300" dirty="0"/>
              <a:t/>
            </a:r>
            <a:endParaRPr lang="en-US" sz="1300" dirty="0">
              <a:latin typeface="Barlow Semi Condensed"/>
              <a:ea typeface="Barlow Semi Condensed"/>
              <a:cs typeface="Barlow Semi Condensed"/>
              <a:sym typeface="Barlow Semi Condensed"/>
            </a:endParaRPr>
          </a:p>
        </p:txBody>
      </p:sp>
      <p:grpSp>
        <p:nvGrpSpPr>
          <p:cNvPr id="2" name="Google Shape;4506;p64">
            <a:extLst>
              <a:ext uri="{FF2B5EF4-FFF2-40B4-BE49-F238E27FC236}">
                <a16:creationId xmlns:a16="http://schemas.microsoft.com/office/drawing/2014/main" xmlns="" id="{8D914299-6038-C04E-C983-EC52A71E1DA1}"/>
              </a:ext>
            </a:extLst>
          </p:cNvPr>
          <p:cNvGrpSpPr/>
          <p:nvPr/>
        </p:nvGrpSpPr>
        <p:grpSpPr>
          <a:xfrm>
            <a:off x="525460" y="1452492"/>
            <a:ext cx="2480878" cy="1968285"/>
            <a:chOff x="556125" y="238075"/>
            <a:chExt cx="6466175" cy="5235125"/>
          </a:xfrm>
        </p:grpSpPr>
        <p:sp>
          <p:nvSpPr>
            <p:cNvPr id="3" name="Google Shape;4507;p64">
              <a:extLst>
                <a:ext uri="{FF2B5EF4-FFF2-40B4-BE49-F238E27FC236}">
                  <a16:creationId xmlns:a16="http://schemas.microsoft.com/office/drawing/2014/main" xmlns="" id="{9D6CC97B-3107-342C-749D-75276099BF36}"/>
                </a:ext>
              </a:extLst>
            </p:cNvPr>
            <p:cNvSpPr/>
            <p:nvPr/>
          </p:nvSpPr>
          <p:spPr>
            <a:xfrm>
              <a:off x="966475" y="238075"/>
              <a:ext cx="5595525" cy="3934875"/>
            </a:xfrm>
            <a:custGeom>
              <a:avLst/>
              <a:gdLst/>
              <a:ahLst/>
              <a:cxnLst/>
              <a:rect l="l" t="t" r="r" b="b"/>
              <a:pathLst>
                <a:path w="223821" h="157395" extrusionOk="0">
                  <a:moveTo>
                    <a:pt x="129272" y="1"/>
                  </a:moveTo>
                  <a:cubicBezTo>
                    <a:pt x="113376" y="1"/>
                    <a:pt x="101060" y="6804"/>
                    <a:pt x="89618" y="15862"/>
                  </a:cubicBezTo>
                  <a:cubicBezTo>
                    <a:pt x="79562" y="23811"/>
                    <a:pt x="68655" y="31205"/>
                    <a:pt x="55605" y="34570"/>
                  </a:cubicBezTo>
                  <a:cubicBezTo>
                    <a:pt x="42665" y="37897"/>
                    <a:pt x="29688" y="39930"/>
                    <a:pt x="21037" y="50208"/>
                  </a:cubicBezTo>
                  <a:cubicBezTo>
                    <a:pt x="1" y="75237"/>
                    <a:pt x="2071" y="110951"/>
                    <a:pt x="32498" y="130287"/>
                  </a:cubicBezTo>
                  <a:cubicBezTo>
                    <a:pt x="61552" y="148815"/>
                    <a:pt x="113119" y="157395"/>
                    <a:pt x="136916" y="157395"/>
                  </a:cubicBezTo>
                  <a:cubicBezTo>
                    <a:pt x="139948" y="157395"/>
                    <a:pt x="142530" y="157255"/>
                    <a:pt x="144556" y="156980"/>
                  </a:cubicBezTo>
                  <a:cubicBezTo>
                    <a:pt x="144556" y="156980"/>
                    <a:pt x="146598" y="157363"/>
                    <a:pt x="150067" y="157363"/>
                  </a:cubicBezTo>
                  <a:cubicBezTo>
                    <a:pt x="158698" y="157363"/>
                    <a:pt x="176162" y="154992"/>
                    <a:pt x="192987" y="138457"/>
                  </a:cubicBezTo>
                  <a:cubicBezTo>
                    <a:pt x="216612" y="115277"/>
                    <a:pt x="223821" y="72871"/>
                    <a:pt x="208589" y="44552"/>
                  </a:cubicBezTo>
                  <a:cubicBezTo>
                    <a:pt x="193357" y="16232"/>
                    <a:pt x="162635" y="298"/>
                    <a:pt x="129657" y="2"/>
                  </a:cubicBezTo>
                  <a:cubicBezTo>
                    <a:pt x="129528" y="1"/>
                    <a:pt x="129400" y="1"/>
                    <a:pt x="1292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4508;p64">
              <a:extLst>
                <a:ext uri="{FF2B5EF4-FFF2-40B4-BE49-F238E27FC236}">
                  <a16:creationId xmlns:a16="http://schemas.microsoft.com/office/drawing/2014/main" xmlns="" id="{B2768392-35C4-CBC2-FA82-2275F31731AE}"/>
                </a:ext>
              </a:extLst>
            </p:cNvPr>
            <p:cNvSpPr/>
            <p:nvPr/>
          </p:nvSpPr>
          <p:spPr>
            <a:xfrm>
              <a:off x="1144875" y="238125"/>
              <a:ext cx="5235975" cy="3934625"/>
            </a:xfrm>
            <a:custGeom>
              <a:avLst/>
              <a:gdLst/>
              <a:ahLst/>
              <a:cxnLst/>
              <a:rect l="l" t="t" r="r" b="b"/>
              <a:pathLst>
                <a:path w="209439" h="157385" extrusionOk="0">
                  <a:moveTo>
                    <a:pt x="122040" y="0"/>
                  </a:moveTo>
                  <a:cubicBezTo>
                    <a:pt x="106180" y="0"/>
                    <a:pt x="93906" y="6840"/>
                    <a:pt x="82482" y="15860"/>
                  </a:cubicBezTo>
                  <a:cubicBezTo>
                    <a:pt x="72426" y="23809"/>
                    <a:pt x="61519" y="31203"/>
                    <a:pt x="48469" y="34568"/>
                  </a:cubicBezTo>
                  <a:cubicBezTo>
                    <a:pt x="35529" y="37895"/>
                    <a:pt x="22552" y="39928"/>
                    <a:pt x="13901" y="50206"/>
                  </a:cubicBezTo>
                  <a:cubicBezTo>
                    <a:pt x="4770" y="61076"/>
                    <a:pt x="0" y="73941"/>
                    <a:pt x="0" y="86622"/>
                  </a:cubicBezTo>
                  <a:cubicBezTo>
                    <a:pt x="0" y="103148"/>
                    <a:pt x="8134" y="119341"/>
                    <a:pt x="25362" y="130285"/>
                  </a:cubicBezTo>
                  <a:cubicBezTo>
                    <a:pt x="54421" y="148807"/>
                    <a:pt x="105921" y="157384"/>
                    <a:pt x="129730" y="157384"/>
                  </a:cubicBezTo>
                  <a:cubicBezTo>
                    <a:pt x="132799" y="157384"/>
                    <a:pt x="135387" y="157236"/>
                    <a:pt x="137420" y="156978"/>
                  </a:cubicBezTo>
                  <a:cubicBezTo>
                    <a:pt x="137420" y="156978"/>
                    <a:pt x="139453" y="157347"/>
                    <a:pt x="142929" y="157347"/>
                  </a:cubicBezTo>
                  <a:cubicBezTo>
                    <a:pt x="151580" y="157347"/>
                    <a:pt x="169030" y="154981"/>
                    <a:pt x="185851" y="138455"/>
                  </a:cubicBezTo>
                  <a:cubicBezTo>
                    <a:pt x="201046" y="123556"/>
                    <a:pt x="209439" y="100671"/>
                    <a:pt x="209439" y="78674"/>
                  </a:cubicBezTo>
                  <a:cubicBezTo>
                    <a:pt x="209439" y="66510"/>
                    <a:pt x="206888" y="54643"/>
                    <a:pt x="201453" y="44550"/>
                  </a:cubicBezTo>
                  <a:cubicBezTo>
                    <a:pt x="186221" y="16230"/>
                    <a:pt x="155499" y="296"/>
                    <a:pt x="1225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4509;p64">
              <a:extLst>
                <a:ext uri="{FF2B5EF4-FFF2-40B4-BE49-F238E27FC236}">
                  <a16:creationId xmlns:a16="http://schemas.microsoft.com/office/drawing/2014/main" xmlns="" id="{6D3069C5-B342-A2E5-6151-2121E2F3A5C7}"/>
                </a:ext>
              </a:extLst>
            </p:cNvPr>
            <p:cNvSpPr/>
            <p:nvPr/>
          </p:nvSpPr>
          <p:spPr>
            <a:xfrm>
              <a:off x="2809475" y="4833575"/>
              <a:ext cx="2029700" cy="639625"/>
            </a:xfrm>
            <a:custGeom>
              <a:avLst/>
              <a:gdLst/>
              <a:ahLst/>
              <a:cxnLst/>
              <a:rect l="l" t="t" r="r" b="b"/>
              <a:pathLst>
                <a:path w="81188" h="25585" extrusionOk="0">
                  <a:moveTo>
                    <a:pt x="40594" y="0"/>
                  </a:moveTo>
                  <a:cubicBezTo>
                    <a:pt x="18190" y="0"/>
                    <a:pt x="0" y="5731"/>
                    <a:pt x="0" y="12792"/>
                  </a:cubicBezTo>
                  <a:cubicBezTo>
                    <a:pt x="0" y="19854"/>
                    <a:pt x="18190" y="25584"/>
                    <a:pt x="40594" y="25584"/>
                  </a:cubicBezTo>
                  <a:cubicBezTo>
                    <a:pt x="63035" y="25584"/>
                    <a:pt x="81188" y="19854"/>
                    <a:pt x="81188" y="12792"/>
                  </a:cubicBezTo>
                  <a:cubicBezTo>
                    <a:pt x="81188" y="5731"/>
                    <a:pt x="63035" y="0"/>
                    <a:pt x="405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510;p64">
              <a:extLst>
                <a:ext uri="{FF2B5EF4-FFF2-40B4-BE49-F238E27FC236}">
                  <a16:creationId xmlns:a16="http://schemas.microsoft.com/office/drawing/2014/main" xmlns="" id="{D168D61A-53BA-13CE-FA7B-4E143D8E438E}"/>
                </a:ext>
              </a:extLst>
            </p:cNvPr>
            <p:cNvSpPr/>
            <p:nvPr/>
          </p:nvSpPr>
          <p:spPr>
            <a:xfrm>
              <a:off x="2809475" y="4833575"/>
              <a:ext cx="2029700" cy="639625"/>
            </a:xfrm>
            <a:custGeom>
              <a:avLst/>
              <a:gdLst/>
              <a:ahLst/>
              <a:cxnLst/>
              <a:rect l="l" t="t" r="r" b="b"/>
              <a:pathLst>
                <a:path w="81188" h="25585" extrusionOk="0">
                  <a:moveTo>
                    <a:pt x="40594" y="0"/>
                  </a:moveTo>
                  <a:cubicBezTo>
                    <a:pt x="18190" y="0"/>
                    <a:pt x="0" y="5731"/>
                    <a:pt x="0" y="12792"/>
                  </a:cubicBezTo>
                  <a:cubicBezTo>
                    <a:pt x="0" y="19854"/>
                    <a:pt x="18190" y="25584"/>
                    <a:pt x="40594" y="25584"/>
                  </a:cubicBezTo>
                  <a:cubicBezTo>
                    <a:pt x="63035" y="25584"/>
                    <a:pt x="81188" y="19854"/>
                    <a:pt x="81188" y="12792"/>
                  </a:cubicBezTo>
                  <a:cubicBezTo>
                    <a:pt x="81188" y="5731"/>
                    <a:pt x="63035" y="0"/>
                    <a:pt x="405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511;p64">
              <a:extLst>
                <a:ext uri="{FF2B5EF4-FFF2-40B4-BE49-F238E27FC236}">
                  <a16:creationId xmlns:a16="http://schemas.microsoft.com/office/drawing/2014/main" xmlns="" id="{8D82B037-D914-96C0-3934-1200C649B8F5}"/>
                </a:ext>
              </a:extLst>
            </p:cNvPr>
            <p:cNvSpPr/>
            <p:nvPr/>
          </p:nvSpPr>
          <p:spPr>
            <a:xfrm>
              <a:off x="2061750" y="1360175"/>
              <a:ext cx="3403150" cy="1928050"/>
            </a:xfrm>
            <a:custGeom>
              <a:avLst/>
              <a:gdLst/>
              <a:ahLst/>
              <a:cxnLst/>
              <a:rect l="l" t="t" r="r" b="b"/>
              <a:pathLst>
                <a:path w="136126" h="77122" extrusionOk="0">
                  <a:moveTo>
                    <a:pt x="68063" y="0"/>
                  </a:moveTo>
                  <a:cubicBezTo>
                    <a:pt x="30464" y="0"/>
                    <a:pt x="0" y="30501"/>
                    <a:pt x="0" y="68101"/>
                  </a:cubicBezTo>
                  <a:cubicBezTo>
                    <a:pt x="0" y="71132"/>
                    <a:pt x="185" y="74164"/>
                    <a:pt x="592" y="77121"/>
                  </a:cubicBezTo>
                  <a:lnTo>
                    <a:pt x="135534" y="77121"/>
                  </a:lnTo>
                  <a:cubicBezTo>
                    <a:pt x="135904" y="74164"/>
                    <a:pt x="136126" y="71132"/>
                    <a:pt x="136126" y="68101"/>
                  </a:cubicBezTo>
                  <a:cubicBezTo>
                    <a:pt x="136126" y="30501"/>
                    <a:pt x="105662" y="0"/>
                    <a:pt x="68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512;p64">
              <a:extLst>
                <a:ext uri="{FF2B5EF4-FFF2-40B4-BE49-F238E27FC236}">
                  <a16:creationId xmlns:a16="http://schemas.microsoft.com/office/drawing/2014/main" xmlns="" id="{566DEBED-3777-E205-F386-6564D1B5381A}"/>
                </a:ext>
              </a:extLst>
            </p:cNvPr>
            <p:cNvSpPr/>
            <p:nvPr/>
          </p:nvSpPr>
          <p:spPr>
            <a:xfrm>
              <a:off x="2053425" y="1352775"/>
              <a:ext cx="3418875" cy="1942850"/>
            </a:xfrm>
            <a:custGeom>
              <a:avLst/>
              <a:gdLst/>
              <a:ahLst/>
              <a:cxnLst/>
              <a:rect l="l" t="t" r="r" b="b"/>
              <a:pathLst>
                <a:path w="136755" h="77714" extrusionOk="0">
                  <a:moveTo>
                    <a:pt x="68396" y="629"/>
                  </a:moveTo>
                  <a:cubicBezTo>
                    <a:pt x="87103" y="629"/>
                    <a:pt x="104036" y="8208"/>
                    <a:pt x="116310" y="20482"/>
                  </a:cubicBezTo>
                  <a:cubicBezTo>
                    <a:pt x="128584" y="32720"/>
                    <a:pt x="136163" y="49652"/>
                    <a:pt x="136163" y="68397"/>
                  </a:cubicBezTo>
                  <a:cubicBezTo>
                    <a:pt x="136163" y="71327"/>
                    <a:pt x="135956" y="74223"/>
                    <a:pt x="135608" y="77085"/>
                  </a:cubicBezTo>
                  <a:lnTo>
                    <a:pt x="1184" y="77085"/>
                  </a:lnTo>
                  <a:cubicBezTo>
                    <a:pt x="836" y="74223"/>
                    <a:pt x="629" y="71327"/>
                    <a:pt x="629" y="68397"/>
                  </a:cubicBezTo>
                  <a:cubicBezTo>
                    <a:pt x="629" y="49652"/>
                    <a:pt x="8208" y="32720"/>
                    <a:pt x="20482" y="20482"/>
                  </a:cubicBezTo>
                  <a:cubicBezTo>
                    <a:pt x="32756" y="8208"/>
                    <a:pt x="49689" y="629"/>
                    <a:pt x="68396" y="629"/>
                  </a:cubicBezTo>
                  <a:close/>
                  <a:moveTo>
                    <a:pt x="68396" y="1"/>
                  </a:moveTo>
                  <a:cubicBezTo>
                    <a:pt x="30612" y="1"/>
                    <a:pt x="0" y="30612"/>
                    <a:pt x="0" y="68397"/>
                  </a:cubicBezTo>
                  <a:cubicBezTo>
                    <a:pt x="0" y="71465"/>
                    <a:pt x="222" y="74497"/>
                    <a:pt x="629" y="77454"/>
                  </a:cubicBezTo>
                  <a:cubicBezTo>
                    <a:pt x="629" y="77602"/>
                    <a:pt x="777" y="77713"/>
                    <a:pt x="925" y="77713"/>
                  </a:cubicBezTo>
                  <a:lnTo>
                    <a:pt x="135867" y="77713"/>
                  </a:lnTo>
                  <a:cubicBezTo>
                    <a:pt x="136015" y="77713"/>
                    <a:pt x="136163" y="77602"/>
                    <a:pt x="136163" y="77454"/>
                  </a:cubicBezTo>
                  <a:cubicBezTo>
                    <a:pt x="136570" y="74497"/>
                    <a:pt x="136755" y="71465"/>
                    <a:pt x="136755" y="68397"/>
                  </a:cubicBezTo>
                  <a:cubicBezTo>
                    <a:pt x="136755" y="30612"/>
                    <a:pt x="106143" y="1"/>
                    <a:pt x="683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513;p64">
              <a:extLst>
                <a:ext uri="{FF2B5EF4-FFF2-40B4-BE49-F238E27FC236}">
                  <a16:creationId xmlns:a16="http://schemas.microsoft.com/office/drawing/2014/main" xmlns="" id="{B3DED7B9-27CD-9727-A9A5-1306C704B8D4}"/>
                </a:ext>
              </a:extLst>
            </p:cNvPr>
            <p:cNvSpPr/>
            <p:nvPr/>
          </p:nvSpPr>
          <p:spPr>
            <a:xfrm>
              <a:off x="2028475" y="3650500"/>
              <a:ext cx="3505750" cy="644250"/>
            </a:xfrm>
            <a:custGeom>
              <a:avLst/>
              <a:gdLst/>
              <a:ahLst/>
              <a:cxnLst/>
              <a:rect l="l" t="t" r="r" b="b"/>
              <a:pathLst>
                <a:path w="140230" h="25770" extrusionOk="0">
                  <a:moveTo>
                    <a:pt x="0" y="1"/>
                  </a:moveTo>
                  <a:lnTo>
                    <a:pt x="0" y="25769"/>
                  </a:lnTo>
                  <a:lnTo>
                    <a:pt x="140230" y="25769"/>
                  </a:lnTo>
                  <a:lnTo>
                    <a:pt x="1402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514;p64">
              <a:extLst>
                <a:ext uri="{FF2B5EF4-FFF2-40B4-BE49-F238E27FC236}">
                  <a16:creationId xmlns:a16="http://schemas.microsoft.com/office/drawing/2014/main" xmlns="" id="{4740CE18-E27F-5077-3BF9-49518DE46E0B}"/>
                </a:ext>
              </a:extLst>
            </p:cNvPr>
            <p:cNvSpPr/>
            <p:nvPr/>
          </p:nvSpPr>
          <p:spPr>
            <a:xfrm>
              <a:off x="2021075" y="3643125"/>
              <a:ext cx="3521475" cy="659025"/>
            </a:xfrm>
            <a:custGeom>
              <a:avLst/>
              <a:gdLst/>
              <a:ahLst/>
              <a:cxnLst/>
              <a:rect l="l" t="t" r="r" b="b"/>
              <a:pathLst>
                <a:path w="140859" h="26361" extrusionOk="0">
                  <a:moveTo>
                    <a:pt x="140230" y="629"/>
                  </a:moveTo>
                  <a:lnTo>
                    <a:pt x="140230" y="25732"/>
                  </a:lnTo>
                  <a:lnTo>
                    <a:pt x="592" y="25732"/>
                  </a:lnTo>
                  <a:lnTo>
                    <a:pt x="592" y="629"/>
                  </a:lnTo>
                  <a:close/>
                  <a:moveTo>
                    <a:pt x="296" y="0"/>
                  </a:moveTo>
                  <a:cubicBezTo>
                    <a:pt x="222" y="0"/>
                    <a:pt x="148" y="37"/>
                    <a:pt x="74" y="74"/>
                  </a:cubicBezTo>
                  <a:cubicBezTo>
                    <a:pt x="37" y="148"/>
                    <a:pt x="0" y="222"/>
                    <a:pt x="0" y="296"/>
                  </a:cubicBezTo>
                  <a:lnTo>
                    <a:pt x="0" y="26064"/>
                  </a:lnTo>
                  <a:cubicBezTo>
                    <a:pt x="0" y="26138"/>
                    <a:pt x="37" y="26212"/>
                    <a:pt x="74" y="26286"/>
                  </a:cubicBezTo>
                  <a:cubicBezTo>
                    <a:pt x="148" y="26323"/>
                    <a:pt x="222" y="26360"/>
                    <a:pt x="296" y="26360"/>
                  </a:cubicBezTo>
                  <a:lnTo>
                    <a:pt x="140526" y="26360"/>
                  </a:lnTo>
                  <a:cubicBezTo>
                    <a:pt x="140637" y="26360"/>
                    <a:pt x="140711" y="26323"/>
                    <a:pt x="140747" y="26286"/>
                  </a:cubicBezTo>
                  <a:cubicBezTo>
                    <a:pt x="140821" y="26212"/>
                    <a:pt x="140858" y="26138"/>
                    <a:pt x="140858" y="26064"/>
                  </a:cubicBezTo>
                  <a:lnTo>
                    <a:pt x="140858" y="296"/>
                  </a:lnTo>
                  <a:cubicBezTo>
                    <a:pt x="140858" y="222"/>
                    <a:pt x="140821" y="148"/>
                    <a:pt x="140747" y="74"/>
                  </a:cubicBezTo>
                  <a:cubicBezTo>
                    <a:pt x="140711" y="37"/>
                    <a:pt x="140637" y="0"/>
                    <a:pt x="140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515;p64">
              <a:extLst>
                <a:ext uri="{FF2B5EF4-FFF2-40B4-BE49-F238E27FC236}">
                  <a16:creationId xmlns:a16="http://schemas.microsoft.com/office/drawing/2014/main" xmlns="" id="{C2618B43-ADC1-6EFC-CD2D-7D370DC147AB}"/>
                </a:ext>
              </a:extLst>
            </p:cNvPr>
            <p:cNvSpPr/>
            <p:nvPr/>
          </p:nvSpPr>
          <p:spPr>
            <a:xfrm>
              <a:off x="3464775" y="920225"/>
              <a:ext cx="596175" cy="1592525"/>
            </a:xfrm>
            <a:custGeom>
              <a:avLst/>
              <a:gdLst/>
              <a:ahLst/>
              <a:cxnLst/>
              <a:rect l="l" t="t" r="r" b="b"/>
              <a:pathLst>
                <a:path w="23847" h="63701" extrusionOk="0">
                  <a:moveTo>
                    <a:pt x="0" y="0"/>
                  </a:moveTo>
                  <a:lnTo>
                    <a:pt x="0" y="63701"/>
                  </a:lnTo>
                  <a:lnTo>
                    <a:pt x="23847" y="63701"/>
                  </a:lnTo>
                  <a:lnTo>
                    <a:pt x="2384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516;p64">
              <a:extLst>
                <a:ext uri="{FF2B5EF4-FFF2-40B4-BE49-F238E27FC236}">
                  <a16:creationId xmlns:a16="http://schemas.microsoft.com/office/drawing/2014/main" xmlns="" id="{582FB01F-EA16-5191-76AD-2CDFEED90612}"/>
                </a:ext>
              </a:extLst>
            </p:cNvPr>
            <p:cNvSpPr/>
            <p:nvPr/>
          </p:nvSpPr>
          <p:spPr>
            <a:xfrm>
              <a:off x="3457375" y="912825"/>
              <a:ext cx="611900" cy="1607325"/>
            </a:xfrm>
            <a:custGeom>
              <a:avLst/>
              <a:gdLst/>
              <a:ahLst/>
              <a:cxnLst/>
              <a:rect l="l" t="t" r="r" b="b"/>
              <a:pathLst>
                <a:path w="24476" h="64293" extrusionOk="0">
                  <a:moveTo>
                    <a:pt x="23847" y="592"/>
                  </a:moveTo>
                  <a:lnTo>
                    <a:pt x="23847" y="63664"/>
                  </a:lnTo>
                  <a:lnTo>
                    <a:pt x="629" y="63664"/>
                  </a:lnTo>
                  <a:lnTo>
                    <a:pt x="629" y="592"/>
                  </a:lnTo>
                  <a:close/>
                  <a:moveTo>
                    <a:pt x="296" y="1"/>
                  </a:moveTo>
                  <a:cubicBezTo>
                    <a:pt x="223" y="1"/>
                    <a:pt x="149" y="38"/>
                    <a:pt x="75" y="75"/>
                  </a:cubicBezTo>
                  <a:cubicBezTo>
                    <a:pt x="38" y="149"/>
                    <a:pt x="1" y="222"/>
                    <a:pt x="1" y="296"/>
                  </a:cubicBezTo>
                  <a:lnTo>
                    <a:pt x="1" y="63997"/>
                  </a:lnTo>
                  <a:cubicBezTo>
                    <a:pt x="1" y="64071"/>
                    <a:pt x="38" y="64145"/>
                    <a:pt x="75" y="64219"/>
                  </a:cubicBezTo>
                  <a:cubicBezTo>
                    <a:pt x="149" y="64256"/>
                    <a:pt x="223" y="64293"/>
                    <a:pt x="296" y="64293"/>
                  </a:cubicBezTo>
                  <a:lnTo>
                    <a:pt x="24143" y="64293"/>
                  </a:lnTo>
                  <a:cubicBezTo>
                    <a:pt x="24253" y="64293"/>
                    <a:pt x="24327" y="64256"/>
                    <a:pt x="24364" y="64219"/>
                  </a:cubicBezTo>
                  <a:cubicBezTo>
                    <a:pt x="24438" y="64145"/>
                    <a:pt x="24475" y="64071"/>
                    <a:pt x="24475" y="63997"/>
                  </a:cubicBezTo>
                  <a:lnTo>
                    <a:pt x="24475" y="296"/>
                  </a:lnTo>
                  <a:cubicBezTo>
                    <a:pt x="24475" y="222"/>
                    <a:pt x="24438" y="149"/>
                    <a:pt x="24364" y="75"/>
                  </a:cubicBezTo>
                  <a:cubicBezTo>
                    <a:pt x="24327" y="38"/>
                    <a:pt x="24253" y="1"/>
                    <a:pt x="24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517;p64">
              <a:extLst>
                <a:ext uri="{FF2B5EF4-FFF2-40B4-BE49-F238E27FC236}">
                  <a16:creationId xmlns:a16="http://schemas.microsoft.com/office/drawing/2014/main" xmlns="" id="{761567DA-CDFF-A966-7BAA-D2C009F25F89}"/>
                </a:ext>
              </a:extLst>
            </p:cNvPr>
            <p:cNvSpPr/>
            <p:nvPr/>
          </p:nvSpPr>
          <p:spPr>
            <a:xfrm>
              <a:off x="3464775" y="920225"/>
              <a:ext cx="596175" cy="1349450"/>
            </a:xfrm>
            <a:custGeom>
              <a:avLst/>
              <a:gdLst/>
              <a:ahLst/>
              <a:cxnLst/>
              <a:rect l="l" t="t" r="r" b="b"/>
              <a:pathLst>
                <a:path w="23847" h="53978" extrusionOk="0">
                  <a:moveTo>
                    <a:pt x="0" y="0"/>
                  </a:moveTo>
                  <a:lnTo>
                    <a:pt x="0" y="53978"/>
                  </a:lnTo>
                  <a:lnTo>
                    <a:pt x="23847" y="53978"/>
                  </a:lnTo>
                  <a:lnTo>
                    <a:pt x="238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518;p64">
              <a:extLst>
                <a:ext uri="{FF2B5EF4-FFF2-40B4-BE49-F238E27FC236}">
                  <a16:creationId xmlns:a16="http://schemas.microsoft.com/office/drawing/2014/main" xmlns="" id="{11243EA1-2EEB-7ED8-B04E-1E0BE7071A5F}"/>
                </a:ext>
              </a:extLst>
            </p:cNvPr>
            <p:cNvSpPr/>
            <p:nvPr/>
          </p:nvSpPr>
          <p:spPr>
            <a:xfrm>
              <a:off x="3457375" y="912825"/>
              <a:ext cx="611900" cy="1365175"/>
            </a:xfrm>
            <a:custGeom>
              <a:avLst/>
              <a:gdLst/>
              <a:ahLst/>
              <a:cxnLst/>
              <a:rect l="l" t="t" r="r" b="b"/>
              <a:pathLst>
                <a:path w="24476" h="54607" extrusionOk="0">
                  <a:moveTo>
                    <a:pt x="23847" y="592"/>
                  </a:moveTo>
                  <a:lnTo>
                    <a:pt x="23847" y="53978"/>
                  </a:lnTo>
                  <a:lnTo>
                    <a:pt x="629" y="53978"/>
                  </a:lnTo>
                  <a:lnTo>
                    <a:pt x="629" y="592"/>
                  </a:lnTo>
                  <a:close/>
                  <a:moveTo>
                    <a:pt x="296" y="1"/>
                  </a:moveTo>
                  <a:cubicBezTo>
                    <a:pt x="223" y="1"/>
                    <a:pt x="149" y="38"/>
                    <a:pt x="75" y="75"/>
                  </a:cubicBezTo>
                  <a:cubicBezTo>
                    <a:pt x="38" y="149"/>
                    <a:pt x="1" y="222"/>
                    <a:pt x="1" y="296"/>
                  </a:cubicBezTo>
                  <a:lnTo>
                    <a:pt x="1" y="54274"/>
                  </a:lnTo>
                  <a:cubicBezTo>
                    <a:pt x="1" y="54385"/>
                    <a:pt x="38" y="54458"/>
                    <a:pt x="75" y="54495"/>
                  </a:cubicBezTo>
                  <a:cubicBezTo>
                    <a:pt x="149" y="54569"/>
                    <a:pt x="223" y="54606"/>
                    <a:pt x="296" y="54606"/>
                  </a:cubicBezTo>
                  <a:lnTo>
                    <a:pt x="24143" y="54606"/>
                  </a:lnTo>
                  <a:cubicBezTo>
                    <a:pt x="24253" y="54606"/>
                    <a:pt x="24327" y="54569"/>
                    <a:pt x="24364" y="54495"/>
                  </a:cubicBezTo>
                  <a:cubicBezTo>
                    <a:pt x="24438" y="54458"/>
                    <a:pt x="24475" y="54385"/>
                    <a:pt x="24475" y="54274"/>
                  </a:cubicBezTo>
                  <a:lnTo>
                    <a:pt x="24475" y="296"/>
                  </a:lnTo>
                  <a:cubicBezTo>
                    <a:pt x="24475" y="222"/>
                    <a:pt x="24438" y="149"/>
                    <a:pt x="24364" y="75"/>
                  </a:cubicBezTo>
                  <a:cubicBezTo>
                    <a:pt x="24327" y="38"/>
                    <a:pt x="24253" y="1"/>
                    <a:pt x="24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519;p64">
              <a:extLst>
                <a:ext uri="{FF2B5EF4-FFF2-40B4-BE49-F238E27FC236}">
                  <a16:creationId xmlns:a16="http://schemas.microsoft.com/office/drawing/2014/main" xmlns="" id="{90B11A6C-ADB3-2A76-0BD1-484AFF33A6B2}"/>
                </a:ext>
              </a:extLst>
            </p:cNvPr>
            <p:cNvSpPr/>
            <p:nvPr/>
          </p:nvSpPr>
          <p:spPr>
            <a:xfrm>
              <a:off x="2712425" y="920225"/>
              <a:ext cx="2101800" cy="1269975"/>
            </a:xfrm>
            <a:custGeom>
              <a:avLst/>
              <a:gdLst/>
              <a:ahLst/>
              <a:cxnLst/>
              <a:rect l="l" t="t" r="r" b="b"/>
              <a:pathLst>
                <a:path w="84072" h="50799" extrusionOk="0">
                  <a:moveTo>
                    <a:pt x="0" y="0"/>
                  </a:moveTo>
                  <a:lnTo>
                    <a:pt x="0" y="44365"/>
                  </a:lnTo>
                  <a:cubicBezTo>
                    <a:pt x="0" y="47914"/>
                    <a:pt x="2884" y="50798"/>
                    <a:pt x="6433" y="50798"/>
                  </a:cubicBezTo>
                  <a:lnTo>
                    <a:pt x="77639" y="50798"/>
                  </a:lnTo>
                  <a:cubicBezTo>
                    <a:pt x="81188" y="50798"/>
                    <a:pt x="84072" y="47914"/>
                    <a:pt x="84072" y="44365"/>
                  </a:cubicBezTo>
                  <a:lnTo>
                    <a:pt x="840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520;p64">
              <a:extLst>
                <a:ext uri="{FF2B5EF4-FFF2-40B4-BE49-F238E27FC236}">
                  <a16:creationId xmlns:a16="http://schemas.microsoft.com/office/drawing/2014/main" xmlns="" id="{101ED0B5-219B-2E5C-E87F-35ED31E5D4E6}"/>
                </a:ext>
              </a:extLst>
            </p:cNvPr>
            <p:cNvSpPr/>
            <p:nvPr/>
          </p:nvSpPr>
          <p:spPr>
            <a:xfrm>
              <a:off x="2705025" y="912825"/>
              <a:ext cx="2116600" cy="1284750"/>
            </a:xfrm>
            <a:custGeom>
              <a:avLst/>
              <a:gdLst/>
              <a:ahLst/>
              <a:cxnLst/>
              <a:rect l="l" t="t" r="r" b="b"/>
              <a:pathLst>
                <a:path w="84664" h="51390" extrusionOk="0">
                  <a:moveTo>
                    <a:pt x="84072" y="592"/>
                  </a:moveTo>
                  <a:lnTo>
                    <a:pt x="84072" y="44661"/>
                  </a:lnTo>
                  <a:cubicBezTo>
                    <a:pt x="84072" y="46362"/>
                    <a:pt x="83369" y="47878"/>
                    <a:pt x="82260" y="48987"/>
                  </a:cubicBezTo>
                  <a:cubicBezTo>
                    <a:pt x="81151" y="50096"/>
                    <a:pt x="79635" y="50761"/>
                    <a:pt x="77935" y="50761"/>
                  </a:cubicBezTo>
                  <a:lnTo>
                    <a:pt x="6729" y="50761"/>
                  </a:lnTo>
                  <a:cubicBezTo>
                    <a:pt x="5029" y="50761"/>
                    <a:pt x="3513" y="50096"/>
                    <a:pt x="2404" y="48987"/>
                  </a:cubicBezTo>
                  <a:cubicBezTo>
                    <a:pt x="1295" y="47878"/>
                    <a:pt x="592" y="46362"/>
                    <a:pt x="592" y="44661"/>
                  </a:cubicBezTo>
                  <a:lnTo>
                    <a:pt x="592" y="592"/>
                  </a:lnTo>
                  <a:close/>
                  <a:moveTo>
                    <a:pt x="296" y="1"/>
                  </a:moveTo>
                  <a:cubicBezTo>
                    <a:pt x="222" y="1"/>
                    <a:pt x="112" y="38"/>
                    <a:pt x="75" y="75"/>
                  </a:cubicBezTo>
                  <a:cubicBezTo>
                    <a:pt x="1" y="149"/>
                    <a:pt x="1" y="222"/>
                    <a:pt x="1" y="296"/>
                  </a:cubicBezTo>
                  <a:lnTo>
                    <a:pt x="1" y="44661"/>
                  </a:lnTo>
                  <a:cubicBezTo>
                    <a:pt x="1" y="48358"/>
                    <a:pt x="2995" y="51390"/>
                    <a:pt x="6729" y="51390"/>
                  </a:cubicBezTo>
                  <a:lnTo>
                    <a:pt x="77935" y="51390"/>
                  </a:lnTo>
                  <a:cubicBezTo>
                    <a:pt x="81669" y="51390"/>
                    <a:pt x="84663" y="48358"/>
                    <a:pt x="84663" y="44661"/>
                  </a:cubicBezTo>
                  <a:lnTo>
                    <a:pt x="84663" y="296"/>
                  </a:lnTo>
                  <a:cubicBezTo>
                    <a:pt x="84663" y="222"/>
                    <a:pt x="84626" y="149"/>
                    <a:pt x="84589" y="75"/>
                  </a:cubicBezTo>
                  <a:cubicBezTo>
                    <a:pt x="84515" y="38"/>
                    <a:pt x="84441" y="1"/>
                    <a:pt x="84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521;p64">
              <a:extLst>
                <a:ext uri="{FF2B5EF4-FFF2-40B4-BE49-F238E27FC236}">
                  <a16:creationId xmlns:a16="http://schemas.microsoft.com/office/drawing/2014/main" xmlns="" id="{47839396-0D2A-96C8-A31B-7099061678A6}"/>
                </a:ext>
              </a:extLst>
            </p:cNvPr>
            <p:cNvSpPr/>
            <p:nvPr/>
          </p:nvSpPr>
          <p:spPr>
            <a:xfrm>
              <a:off x="2535900" y="774200"/>
              <a:ext cx="2453925" cy="1269025"/>
            </a:xfrm>
            <a:custGeom>
              <a:avLst/>
              <a:gdLst/>
              <a:ahLst/>
              <a:cxnLst/>
              <a:rect l="l" t="t" r="r" b="b"/>
              <a:pathLst>
                <a:path w="98157" h="50761" extrusionOk="0">
                  <a:moveTo>
                    <a:pt x="3327" y="0"/>
                  </a:moveTo>
                  <a:cubicBezTo>
                    <a:pt x="1516" y="0"/>
                    <a:pt x="0" y="1479"/>
                    <a:pt x="0" y="3290"/>
                  </a:cubicBezTo>
                  <a:lnTo>
                    <a:pt x="0" y="47433"/>
                  </a:lnTo>
                  <a:cubicBezTo>
                    <a:pt x="0" y="49282"/>
                    <a:pt x="1516" y="50761"/>
                    <a:pt x="3327" y="50761"/>
                  </a:cubicBezTo>
                  <a:lnTo>
                    <a:pt x="94867" y="50761"/>
                  </a:lnTo>
                  <a:cubicBezTo>
                    <a:pt x="96678" y="50761"/>
                    <a:pt x="98157" y="49282"/>
                    <a:pt x="98157" y="47433"/>
                  </a:cubicBezTo>
                  <a:lnTo>
                    <a:pt x="98157" y="3290"/>
                  </a:lnTo>
                  <a:cubicBezTo>
                    <a:pt x="98157" y="1479"/>
                    <a:pt x="96678" y="0"/>
                    <a:pt x="948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522;p64">
              <a:extLst>
                <a:ext uri="{FF2B5EF4-FFF2-40B4-BE49-F238E27FC236}">
                  <a16:creationId xmlns:a16="http://schemas.microsoft.com/office/drawing/2014/main" xmlns="" id="{A84546DE-A51B-BF8F-2F14-8E19AC97B071}"/>
                </a:ext>
              </a:extLst>
            </p:cNvPr>
            <p:cNvSpPr/>
            <p:nvPr/>
          </p:nvSpPr>
          <p:spPr>
            <a:xfrm>
              <a:off x="2528500" y="765875"/>
              <a:ext cx="2469650" cy="1284750"/>
            </a:xfrm>
            <a:custGeom>
              <a:avLst/>
              <a:gdLst/>
              <a:ahLst/>
              <a:cxnLst/>
              <a:rect l="l" t="t" r="r" b="b"/>
              <a:pathLst>
                <a:path w="98786" h="51390" extrusionOk="0">
                  <a:moveTo>
                    <a:pt x="95163" y="629"/>
                  </a:moveTo>
                  <a:cubicBezTo>
                    <a:pt x="95976" y="629"/>
                    <a:pt x="96715" y="962"/>
                    <a:pt x="97270" y="1516"/>
                  </a:cubicBezTo>
                  <a:cubicBezTo>
                    <a:pt x="97824" y="2034"/>
                    <a:pt x="98157" y="2810"/>
                    <a:pt x="98157" y="3623"/>
                  </a:cubicBezTo>
                  <a:lnTo>
                    <a:pt x="98157" y="47766"/>
                  </a:lnTo>
                  <a:cubicBezTo>
                    <a:pt x="98157" y="48617"/>
                    <a:pt x="97824" y="49356"/>
                    <a:pt x="97270" y="49911"/>
                  </a:cubicBezTo>
                  <a:cubicBezTo>
                    <a:pt x="96715" y="50428"/>
                    <a:pt x="95976" y="50798"/>
                    <a:pt x="95163" y="50798"/>
                  </a:cubicBezTo>
                  <a:lnTo>
                    <a:pt x="3623" y="50798"/>
                  </a:lnTo>
                  <a:cubicBezTo>
                    <a:pt x="2810" y="50798"/>
                    <a:pt x="2034" y="50428"/>
                    <a:pt x="1516" y="49911"/>
                  </a:cubicBezTo>
                  <a:cubicBezTo>
                    <a:pt x="962" y="49356"/>
                    <a:pt x="629" y="48617"/>
                    <a:pt x="629" y="47766"/>
                  </a:cubicBezTo>
                  <a:lnTo>
                    <a:pt x="629" y="3623"/>
                  </a:lnTo>
                  <a:cubicBezTo>
                    <a:pt x="629" y="2810"/>
                    <a:pt x="962" y="2034"/>
                    <a:pt x="1516" y="1516"/>
                  </a:cubicBezTo>
                  <a:cubicBezTo>
                    <a:pt x="2034" y="962"/>
                    <a:pt x="2810" y="629"/>
                    <a:pt x="3623" y="629"/>
                  </a:cubicBezTo>
                  <a:close/>
                  <a:moveTo>
                    <a:pt x="3623" y="0"/>
                  </a:moveTo>
                  <a:cubicBezTo>
                    <a:pt x="1627" y="0"/>
                    <a:pt x="0" y="1627"/>
                    <a:pt x="0" y="3623"/>
                  </a:cubicBezTo>
                  <a:lnTo>
                    <a:pt x="0" y="47766"/>
                  </a:lnTo>
                  <a:cubicBezTo>
                    <a:pt x="0" y="49763"/>
                    <a:pt x="1627" y="51390"/>
                    <a:pt x="3623" y="51390"/>
                  </a:cubicBezTo>
                  <a:lnTo>
                    <a:pt x="95163" y="51390"/>
                  </a:lnTo>
                  <a:cubicBezTo>
                    <a:pt x="97159" y="51390"/>
                    <a:pt x="98786" y="49763"/>
                    <a:pt x="98786" y="47766"/>
                  </a:cubicBezTo>
                  <a:lnTo>
                    <a:pt x="98786" y="3623"/>
                  </a:lnTo>
                  <a:cubicBezTo>
                    <a:pt x="98786" y="1627"/>
                    <a:pt x="97159" y="0"/>
                    <a:pt x="95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523;p64">
              <a:extLst>
                <a:ext uri="{FF2B5EF4-FFF2-40B4-BE49-F238E27FC236}">
                  <a16:creationId xmlns:a16="http://schemas.microsoft.com/office/drawing/2014/main" xmlns="" id="{9268891D-BD74-C2CB-73D5-49685223560C}"/>
                </a:ext>
              </a:extLst>
            </p:cNvPr>
            <p:cNvSpPr/>
            <p:nvPr/>
          </p:nvSpPr>
          <p:spPr>
            <a:xfrm>
              <a:off x="2673600" y="862000"/>
              <a:ext cx="2179450" cy="1093425"/>
            </a:xfrm>
            <a:custGeom>
              <a:avLst/>
              <a:gdLst/>
              <a:ahLst/>
              <a:cxnLst/>
              <a:rect l="l" t="t" r="r" b="b"/>
              <a:pathLst>
                <a:path w="87178" h="43737" extrusionOk="0">
                  <a:moveTo>
                    <a:pt x="2552" y="0"/>
                  </a:moveTo>
                  <a:cubicBezTo>
                    <a:pt x="1147" y="0"/>
                    <a:pt x="1" y="1146"/>
                    <a:pt x="1" y="2588"/>
                  </a:cubicBezTo>
                  <a:lnTo>
                    <a:pt x="1" y="41149"/>
                  </a:lnTo>
                  <a:cubicBezTo>
                    <a:pt x="1" y="42554"/>
                    <a:pt x="1147" y="43737"/>
                    <a:pt x="2552" y="43737"/>
                  </a:cubicBezTo>
                  <a:lnTo>
                    <a:pt x="84589" y="43737"/>
                  </a:lnTo>
                  <a:cubicBezTo>
                    <a:pt x="86031" y="43737"/>
                    <a:pt x="87177" y="42554"/>
                    <a:pt x="87177" y="41149"/>
                  </a:cubicBezTo>
                  <a:lnTo>
                    <a:pt x="87177" y="2588"/>
                  </a:lnTo>
                  <a:cubicBezTo>
                    <a:pt x="87177" y="1146"/>
                    <a:pt x="86031" y="0"/>
                    <a:pt x="845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524;p64">
              <a:extLst>
                <a:ext uri="{FF2B5EF4-FFF2-40B4-BE49-F238E27FC236}">
                  <a16:creationId xmlns:a16="http://schemas.microsoft.com/office/drawing/2014/main" xmlns="" id="{F7F5608E-4052-7552-0B78-C0F8EDAF7742}"/>
                </a:ext>
              </a:extLst>
            </p:cNvPr>
            <p:cNvSpPr/>
            <p:nvPr/>
          </p:nvSpPr>
          <p:spPr>
            <a:xfrm>
              <a:off x="2665275" y="853675"/>
              <a:ext cx="2196100" cy="1109150"/>
            </a:xfrm>
            <a:custGeom>
              <a:avLst/>
              <a:gdLst/>
              <a:ahLst/>
              <a:cxnLst/>
              <a:rect l="l" t="t" r="r" b="b"/>
              <a:pathLst>
                <a:path w="87844" h="44366" extrusionOk="0">
                  <a:moveTo>
                    <a:pt x="84922" y="629"/>
                  </a:moveTo>
                  <a:cubicBezTo>
                    <a:pt x="86179" y="629"/>
                    <a:pt x="87215" y="1664"/>
                    <a:pt x="87215" y="2921"/>
                  </a:cubicBezTo>
                  <a:lnTo>
                    <a:pt x="87215" y="41482"/>
                  </a:lnTo>
                  <a:cubicBezTo>
                    <a:pt x="87215" y="42739"/>
                    <a:pt x="86179" y="43737"/>
                    <a:pt x="84922" y="43737"/>
                  </a:cubicBezTo>
                  <a:lnTo>
                    <a:pt x="2885" y="43737"/>
                  </a:lnTo>
                  <a:cubicBezTo>
                    <a:pt x="1628" y="43737"/>
                    <a:pt x="629" y="42739"/>
                    <a:pt x="629" y="41482"/>
                  </a:cubicBezTo>
                  <a:lnTo>
                    <a:pt x="629" y="2921"/>
                  </a:lnTo>
                  <a:cubicBezTo>
                    <a:pt x="629" y="1664"/>
                    <a:pt x="1628" y="629"/>
                    <a:pt x="2885" y="629"/>
                  </a:cubicBezTo>
                  <a:close/>
                  <a:moveTo>
                    <a:pt x="2885" y="0"/>
                  </a:moveTo>
                  <a:cubicBezTo>
                    <a:pt x="1295" y="0"/>
                    <a:pt x="1" y="1294"/>
                    <a:pt x="1" y="2921"/>
                  </a:cubicBezTo>
                  <a:lnTo>
                    <a:pt x="1" y="41482"/>
                  </a:lnTo>
                  <a:cubicBezTo>
                    <a:pt x="1" y="43071"/>
                    <a:pt x="1295" y="44365"/>
                    <a:pt x="2885" y="44365"/>
                  </a:cubicBezTo>
                  <a:lnTo>
                    <a:pt x="84922" y="44365"/>
                  </a:lnTo>
                  <a:cubicBezTo>
                    <a:pt x="86549" y="44365"/>
                    <a:pt x="87843" y="43071"/>
                    <a:pt x="87843" y="41482"/>
                  </a:cubicBezTo>
                  <a:lnTo>
                    <a:pt x="87843" y="2921"/>
                  </a:lnTo>
                  <a:cubicBezTo>
                    <a:pt x="87843" y="1294"/>
                    <a:pt x="86549" y="0"/>
                    <a:pt x="849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525;p64">
              <a:extLst>
                <a:ext uri="{FF2B5EF4-FFF2-40B4-BE49-F238E27FC236}">
                  <a16:creationId xmlns:a16="http://schemas.microsoft.com/office/drawing/2014/main" xmlns="" id="{489AD27B-B58C-5E14-8AFB-4C77094A3DFB}"/>
                </a:ext>
              </a:extLst>
            </p:cNvPr>
            <p:cNvSpPr/>
            <p:nvPr/>
          </p:nvSpPr>
          <p:spPr>
            <a:xfrm>
              <a:off x="4701450" y="975675"/>
              <a:ext cx="62875" cy="15750"/>
            </a:xfrm>
            <a:custGeom>
              <a:avLst/>
              <a:gdLst/>
              <a:ahLst/>
              <a:cxnLst/>
              <a:rect l="l" t="t" r="r" b="b"/>
              <a:pathLst>
                <a:path w="2515" h="630" extrusionOk="0">
                  <a:moveTo>
                    <a:pt x="296" y="1"/>
                  </a:moveTo>
                  <a:cubicBezTo>
                    <a:pt x="111" y="1"/>
                    <a:pt x="0" y="149"/>
                    <a:pt x="0" y="296"/>
                  </a:cubicBezTo>
                  <a:cubicBezTo>
                    <a:pt x="0" y="481"/>
                    <a:pt x="111" y="629"/>
                    <a:pt x="296" y="629"/>
                  </a:cubicBezTo>
                  <a:lnTo>
                    <a:pt x="2218" y="629"/>
                  </a:lnTo>
                  <a:cubicBezTo>
                    <a:pt x="2366" y="629"/>
                    <a:pt x="2514" y="481"/>
                    <a:pt x="2514" y="296"/>
                  </a:cubicBezTo>
                  <a:cubicBezTo>
                    <a:pt x="2514" y="149"/>
                    <a:pt x="2366" y="1"/>
                    <a:pt x="22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526;p64">
              <a:extLst>
                <a:ext uri="{FF2B5EF4-FFF2-40B4-BE49-F238E27FC236}">
                  <a16:creationId xmlns:a16="http://schemas.microsoft.com/office/drawing/2014/main" xmlns="" id="{6688DB08-2DEA-E927-7BD8-C11F0C1FE93B}"/>
                </a:ext>
              </a:extLst>
            </p:cNvPr>
            <p:cNvSpPr/>
            <p:nvPr/>
          </p:nvSpPr>
          <p:spPr>
            <a:xfrm>
              <a:off x="4382575" y="975675"/>
              <a:ext cx="274525" cy="15750"/>
            </a:xfrm>
            <a:custGeom>
              <a:avLst/>
              <a:gdLst/>
              <a:ahLst/>
              <a:cxnLst/>
              <a:rect l="l" t="t" r="r" b="b"/>
              <a:pathLst>
                <a:path w="10981" h="630" extrusionOk="0">
                  <a:moveTo>
                    <a:pt x="333" y="1"/>
                  </a:moveTo>
                  <a:cubicBezTo>
                    <a:pt x="148" y="1"/>
                    <a:pt x="0" y="149"/>
                    <a:pt x="0" y="296"/>
                  </a:cubicBezTo>
                  <a:cubicBezTo>
                    <a:pt x="0" y="481"/>
                    <a:pt x="148" y="629"/>
                    <a:pt x="333" y="629"/>
                  </a:cubicBezTo>
                  <a:lnTo>
                    <a:pt x="10685" y="629"/>
                  </a:lnTo>
                  <a:cubicBezTo>
                    <a:pt x="10833" y="629"/>
                    <a:pt x="10981" y="481"/>
                    <a:pt x="10981" y="296"/>
                  </a:cubicBezTo>
                  <a:cubicBezTo>
                    <a:pt x="10981" y="149"/>
                    <a:pt x="10833" y="1"/>
                    <a:pt x="10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527;p64">
              <a:extLst>
                <a:ext uri="{FF2B5EF4-FFF2-40B4-BE49-F238E27FC236}">
                  <a16:creationId xmlns:a16="http://schemas.microsoft.com/office/drawing/2014/main" xmlns="" id="{3C0086ED-0333-87F8-CB70-E32D9B0171E4}"/>
                </a:ext>
              </a:extLst>
            </p:cNvPr>
            <p:cNvSpPr/>
            <p:nvPr/>
          </p:nvSpPr>
          <p:spPr>
            <a:xfrm>
              <a:off x="3640375" y="975675"/>
              <a:ext cx="672900" cy="15750"/>
            </a:xfrm>
            <a:custGeom>
              <a:avLst/>
              <a:gdLst/>
              <a:ahLst/>
              <a:cxnLst/>
              <a:rect l="l" t="t" r="r" b="b"/>
              <a:pathLst>
                <a:path w="26916" h="630" extrusionOk="0">
                  <a:moveTo>
                    <a:pt x="334" y="1"/>
                  </a:moveTo>
                  <a:cubicBezTo>
                    <a:pt x="149" y="1"/>
                    <a:pt x="1" y="149"/>
                    <a:pt x="1" y="296"/>
                  </a:cubicBezTo>
                  <a:cubicBezTo>
                    <a:pt x="1" y="481"/>
                    <a:pt x="149" y="629"/>
                    <a:pt x="334" y="629"/>
                  </a:cubicBezTo>
                  <a:lnTo>
                    <a:pt x="26620" y="629"/>
                  </a:lnTo>
                  <a:cubicBezTo>
                    <a:pt x="26805" y="629"/>
                    <a:pt x="26915" y="481"/>
                    <a:pt x="26915" y="296"/>
                  </a:cubicBezTo>
                  <a:cubicBezTo>
                    <a:pt x="26915" y="149"/>
                    <a:pt x="26805" y="1"/>
                    <a:pt x="26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528;p64">
              <a:extLst>
                <a:ext uri="{FF2B5EF4-FFF2-40B4-BE49-F238E27FC236}">
                  <a16:creationId xmlns:a16="http://schemas.microsoft.com/office/drawing/2014/main" xmlns="" id="{15CE309F-D280-62AD-752F-DFD37DE1EAEA}"/>
                </a:ext>
              </a:extLst>
            </p:cNvPr>
            <p:cNvSpPr/>
            <p:nvPr/>
          </p:nvSpPr>
          <p:spPr>
            <a:xfrm>
              <a:off x="2927775" y="975675"/>
              <a:ext cx="664575" cy="15750"/>
            </a:xfrm>
            <a:custGeom>
              <a:avLst/>
              <a:gdLst/>
              <a:ahLst/>
              <a:cxnLst/>
              <a:rect l="l" t="t" r="r" b="b"/>
              <a:pathLst>
                <a:path w="26583" h="630" extrusionOk="0">
                  <a:moveTo>
                    <a:pt x="296" y="1"/>
                  </a:moveTo>
                  <a:cubicBezTo>
                    <a:pt x="148" y="1"/>
                    <a:pt x="1" y="149"/>
                    <a:pt x="1" y="296"/>
                  </a:cubicBezTo>
                  <a:cubicBezTo>
                    <a:pt x="1" y="481"/>
                    <a:pt x="148" y="629"/>
                    <a:pt x="296" y="629"/>
                  </a:cubicBezTo>
                  <a:lnTo>
                    <a:pt x="26287" y="629"/>
                  </a:lnTo>
                  <a:cubicBezTo>
                    <a:pt x="26435" y="629"/>
                    <a:pt x="26582" y="481"/>
                    <a:pt x="26582" y="296"/>
                  </a:cubicBezTo>
                  <a:cubicBezTo>
                    <a:pt x="26582" y="149"/>
                    <a:pt x="26435" y="1"/>
                    <a:pt x="262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529;p64">
              <a:extLst>
                <a:ext uri="{FF2B5EF4-FFF2-40B4-BE49-F238E27FC236}">
                  <a16:creationId xmlns:a16="http://schemas.microsoft.com/office/drawing/2014/main" xmlns="" id="{8B578A0E-FFCC-B4D1-748B-D791DFBCA094}"/>
                </a:ext>
              </a:extLst>
            </p:cNvPr>
            <p:cNvSpPr/>
            <p:nvPr/>
          </p:nvSpPr>
          <p:spPr>
            <a:xfrm>
              <a:off x="2762325" y="975675"/>
              <a:ext cx="87850" cy="15750"/>
            </a:xfrm>
            <a:custGeom>
              <a:avLst/>
              <a:gdLst/>
              <a:ahLst/>
              <a:cxnLst/>
              <a:rect l="l" t="t" r="r" b="b"/>
              <a:pathLst>
                <a:path w="3514" h="630" extrusionOk="0">
                  <a:moveTo>
                    <a:pt x="297" y="1"/>
                  </a:moveTo>
                  <a:cubicBezTo>
                    <a:pt x="149" y="1"/>
                    <a:pt x="1" y="149"/>
                    <a:pt x="1" y="296"/>
                  </a:cubicBezTo>
                  <a:cubicBezTo>
                    <a:pt x="1" y="481"/>
                    <a:pt x="149" y="629"/>
                    <a:pt x="297" y="629"/>
                  </a:cubicBezTo>
                  <a:lnTo>
                    <a:pt x="3217" y="629"/>
                  </a:lnTo>
                  <a:cubicBezTo>
                    <a:pt x="3365" y="629"/>
                    <a:pt x="3513" y="481"/>
                    <a:pt x="3513" y="296"/>
                  </a:cubicBezTo>
                  <a:cubicBezTo>
                    <a:pt x="3513" y="149"/>
                    <a:pt x="3365" y="1"/>
                    <a:pt x="32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530;p64">
              <a:extLst>
                <a:ext uri="{FF2B5EF4-FFF2-40B4-BE49-F238E27FC236}">
                  <a16:creationId xmlns:a16="http://schemas.microsoft.com/office/drawing/2014/main" xmlns="" id="{E74C8579-F77D-DD84-94E9-31FA3962810B}"/>
                </a:ext>
              </a:extLst>
            </p:cNvPr>
            <p:cNvSpPr/>
            <p:nvPr/>
          </p:nvSpPr>
          <p:spPr>
            <a:xfrm>
              <a:off x="4518425" y="1107850"/>
              <a:ext cx="245900" cy="14800"/>
            </a:xfrm>
            <a:custGeom>
              <a:avLst/>
              <a:gdLst/>
              <a:ahLst/>
              <a:cxnLst/>
              <a:rect l="l" t="t" r="r" b="b"/>
              <a:pathLst>
                <a:path w="9836" h="592" extrusionOk="0">
                  <a:moveTo>
                    <a:pt x="334" y="0"/>
                  </a:moveTo>
                  <a:cubicBezTo>
                    <a:pt x="149" y="0"/>
                    <a:pt x="1" y="111"/>
                    <a:pt x="1" y="296"/>
                  </a:cubicBezTo>
                  <a:cubicBezTo>
                    <a:pt x="1" y="481"/>
                    <a:pt x="149" y="592"/>
                    <a:pt x="334" y="592"/>
                  </a:cubicBezTo>
                  <a:lnTo>
                    <a:pt x="9539" y="592"/>
                  </a:lnTo>
                  <a:cubicBezTo>
                    <a:pt x="9687" y="592"/>
                    <a:pt x="9835" y="481"/>
                    <a:pt x="9835" y="296"/>
                  </a:cubicBezTo>
                  <a:cubicBezTo>
                    <a:pt x="9835" y="111"/>
                    <a:pt x="9687" y="0"/>
                    <a:pt x="9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531;p64">
              <a:extLst>
                <a:ext uri="{FF2B5EF4-FFF2-40B4-BE49-F238E27FC236}">
                  <a16:creationId xmlns:a16="http://schemas.microsoft.com/office/drawing/2014/main" xmlns="" id="{EB999EE1-EA8A-E59F-326F-7DED6CC1B3EA}"/>
                </a:ext>
              </a:extLst>
            </p:cNvPr>
            <p:cNvSpPr/>
            <p:nvPr/>
          </p:nvSpPr>
          <p:spPr>
            <a:xfrm>
              <a:off x="3946325" y="1107850"/>
              <a:ext cx="537025" cy="14800"/>
            </a:xfrm>
            <a:custGeom>
              <a:avLst/>
              <a:gdLst/>
              <a:ahLst/>
              <a:cxnLst/>
              <a:rect l="l" t="t" r="r" b="b"/>
              <a:pathLst>
                <a:path w="21481" h="592" extrusionOk="0">
                  <a:moveTo>
                    <a:pt x="296" y="0"/>
                  </a:moveTo>
                  <a:cubicBezTo>
                    <a:pt x="111" y="0"/>
                    <a:pt x="0" y="111"/>
                    <a:pt x="0" y="296"/>
                  </a:cubicBezTo>
                  <a:cubicBezTo>
                    <a:pt x="0" y="481"/>
                    <a:pt x="111" y="592"/>
                    <a:pt x="296" y="592"/>
                  </a:cubicBezTo>
                  <a:lnTo>
                    <a:pt x="21184" y="592"/>
                  </a:lnTo>
                  <a:cubicBezTo>
                    <a:pt x="21332" y="592"/>
                    <a:pt x="21480" y="481"/>
                    <a:pt x="21480" y="296"/>
                  </a:cubicBezTo>
                  <a:cubicBezTo>
                    <a:pt x="21480" y="111"/>
                    <a:pt x="21332" y="0"/>
                    <a:pt x="21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532;p64">
              <a:extLst>
                <a:ext uri="{FF2B5EF4-FFF2-40B4-BE49-F238E27FC236}">
                  <a16:creationId xmlns:a16="http://schemas.microsoft.com/office/drawing/2014/main" xmlns="" id="{0595960E-AB46-3967-8437-E297C372B770}"/>
                </a:ext>
              </a:extLst>
            </p:cNvPr>
            <p:cNvSpPr/>
            <p:nvPr/>
          </p:nvSpPr>
          <p:spPr>
            <a:xfrm>
              <a:off x="3805825" y="1107850"/>
              <a:ext cx="83200" cy="14800"/>
            </a:xfrm>
            <a:custGeom>
              <a:avLst/>
              <a:gdLst/>
              <a:ahLst/>
              <a:cxnLst/>
              <a:rect l="l" t="t" r="r" b="b"/>
              <a:pathLst>
                <a:path w="3328" h="592" extrusionOk="0">
                  <a:moveTo>
                    <a:pt x="333" y="0"/>
                  </a:moveTo>
                  <a:cubicBezTo>
                    <a:pt x="149" y="0"/>
                    <a:pt x="1" y="111"/>
                    <a:pt x="1" y="296"/>
                  </a:cubicBezTo>
                  <a:cubicBezTo>
                    <a:pt x="1" y="481"/>
                    <a:pt x="149" y="592"/>
                    <a:pt x="333" y="592"/>
                  </a:cubicBezTo>
                  <a:lnTo>
                    <a:pt x="3032" y="592"/>
                  </a:lnTo>
                  <a:cubicBezTo>
                    <a:pt x="3217" y="592"/>
                    <a:pt x="3328" y="481"/>
                    <a:pt x="3328" y="296"/>
                  </a:cubicBezTo>
                  <a:cubicBezTo>
                    <a:pt x="3328" y="111"/>
                    <a:pt x="3217" y="0"/>
                    <a:pt x="30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533;p64">
              <a:extLst>
                <a:ext uri="{FF2B5EF4-FFF2-40B4-BE49-F238E27FC236}">
                  <a16:creationId xmlns:a16="http://schemas.microsoft.com/office/drawing/2014/main" xmlns="" id="{7154E979-9C47-8A96-1FA3-FFA6FD5634F8}"/>
                </a:ext>
              </a:extLst>
            </p:cNvPr>
            <p:cNvSpPr/>
            <p:nvPr/>
          </p:nvSpPr>
          <p:spPr>
            <a:xfrm>
              <a:off x="3653325" y="1107850"/>
              <a:ext cx="125725" cy="14800"/>
            </a:xfrm>
            <a:custGeom>
              <a:avLst/>
              <a:gdLst/>
              <a:ahLst/>
              <a:cxnLst/>
              <a:rect l="l" t="t" r="r" b="b"/>
              <a:pathLst>
                <a:path w="5029" h="592" extrusionOk="0">
                  <a:moveTo>
                    <a:pt x="296" y="0"/>
                  </a:moveTo>
                  <a:cubicBezTo>
                    <a:pt x="148" y="0"/>
                    <a:pt x="0" y="111"/>
                    <a:pt x="0" y="296"/>
                  </a:cubicBezTo>
                  <a:cubicBezTo>
                    <a:pt x="0" y="481"/>
                    <a:pt x="148" y="592"/>
                    <a:pt x="296" y="592"/>
                  </a:cubicBezTo>
                  <a:lnTo>
                    <a:pt x="4733" y="592"/>
                  </a:lnTo>
                  <a:cubicBezTo>
                    <a:pt x="4881" y="592"/>
                    <a:pt x="5028" y="481"/>
                    <a:pt x="5028" y="296"/>
                  </a:cubicBezTo>
                  <a:cubicBezTo>
                    <a:pt x="5028" y="111"/>
                    <a:pt x="4881" y="0"/>
                    <a:pt x="4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534;p64">
              <a:extLst>
                <a:ext uri="{FF2B5EF4-FFF2-40B4-BE49-F238E27FC236}">
                  <a16:creationId xmlns:a16="http://schemas.microsoft.com/office/drawing/2014/main" xmlns="" id="{FC9A0779-09E4-0B79-3333-E931B095F65E}"/>
                </a:ext>
              </a:extLst>
            </p:cNvPr>
            <p:cNvSpPr/>
            <p:nvPr/>
          </p:nvSpPr>
          <p:spPr>
            <a:xfrm>
              <a:off x="3131125" y="1107850"/>
              <a:ext cx="490800" cy="14800"/>
            </a:xfrm>
            <a:custGeom>
              <a:avLst/>
              <a:gdLst/>
              <a:ahLst/>
              <a:cxnLst/>
              <a:rect l="l" t="t" r="r" b="b"/>
              <a:pathLst>
                <a:path w="19632" h="592" extrusionOk="0">
                  <a:moveTo>
                    <a:pt x="333" y="0"/>
                  </a:moveTo>
                  <a:cubicBezTo>
                    <a:pt x="148" y="0"/>
                    <a:pt x="0" y="111"/>
                    <a:pt x="0" y="296"/>
                  </a:cubicBezTo>
                  <a:cubicBezTo>
                    <a:pt x="0" y="481"/>
                    <a:pt x="148" y="592"/>
                    <a:pt x="333" y="592"/>
                  </a:cubicBezTo>
                  <a:lnTo>
                    <a:pt x="19336" y="592"/>
                  </a:lnTo>
                  <a:cubicBezTo>
                    <a:pt x="19484" y="592"/>
                    <a:pt x="19631" y="481"/>
                    <a:pt x="19631" y="296"/>
                  </a:cubicBezTo>
                  <a:cubicBezTo>
                    <a:pt x="19631" y="111"/>
                    <a:pt x="19484" y="0"/>
                    <a:pt x="193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535;p64">
              <a:extLst>
                <a:ext uri="{FF2B5EF4-FFF2-40B4-BE49-F238E27FC236}">
                  <a16:creationId xmlns:a16="http://schemas.microsoft.com/office/drawing/2014/main" xmlns="" id="{D7DE0FA2-08C5-9F58-0923-FDE749CFC523}"/>
                </a:ext>
              </a:extLst>
            </p:cNvPr>
            <p:cNvSpPr/>
            <p:nvPr/>
          </p:nvSpPr>
          <p:spPr>
            <a:xfrm>
              <a:off x="2762325" y="1107850"/>
              <a:ext cx="320750" cy="14800"/>
            </a:xfrm>
            <a:custGeom>
              <a:avLst/>
              <a:gdLst/>
              <a:ahLst/>
              <a:cxnLst/>
              <a:rect l="l" t="t" r="r" b="b"/>
              <a:pathLst>
                <a:path w="12830" h="592" extrusionOk="0">
                  <a:moveTo>
                    <a:pt x="297" y="0"/>
                  </a:moveTo>
                  <a:cubicBezTo>
                    <a:pt x="149" y="0"/>
                    <a:pt x="1" y="111"/>
                    <a:pt x="1" y="296"/>
                  </a:cubicBezTo>
                  <a:cubicBezTo>
                    <a:pt x="1" y="481"/>
                    <a:pt x="149" y="592"/>
                    <a:pt x="297" y="592"/>
                  </a:cubicBezTo>
                  <a:lnTo>
                    <a:pt x="12534" y="592"/>
                  </a:lnTo>
                  <a:cubicBezTo>
                    <a:pt x="12719" y="592"/>
                    <a:pt x="12830" y="481"/>
                    <a:pt x="12830" y="296"/>
                  </a:cubicBezTo>
                  <a:cubicBezTo>
                    <a:pt x="12830" y="111"/>
                    <a:pt x="12719" y="0"/>
                    <a:pt x="125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536;p64">
              <a:extLst>
                <a:ext uri="{FF2B5EF4-FFF2-40B4-BE49-F238E27FC236}">
                  <a16:creationId xmlns:a16="http://schemas.microsoft.com/office/drawing/2014/main" xmlns="" id="{ADB4EE1D-3249-AD5E-13A7-E0832C857C12}"/>
                </a:ext>
              </a:extLst>
            </p:cNvPr>
            <p:cNvSpPr/>
            <p:nvPr/>
          </p:nvSpPr>
          <p:spPr>
            <a:xfrm>
              <a:off x="4696825" y="1239100"/>
              <a:ext cx="67500" cy="15725"/>
            </a:xfrm>
            <a:custGeom>
              <a:avLst/>
              <a:gdLst/>
              <a:ahLst/>
              <a:cxnLst/>
              <a:rect l="l" t="t" r="r" b="b"/>
              <a:pathLst>
                <a:path w="2700" h="629" extrusionOk="0">
                  <a:moveTo>
                    <a:pt x="296" y="0"/>
                  </a:moveTo>
                  <a:cubicBezTo>
                    <a:pt x="148" y="0"/>
                    <a:pt x="0" y="148"/>
                    <a:pt x="0" y="333"/>
                  </a:cubicBezTo>
                  <a:cubicBezTo>
                    <a:pt x="0" y="481"/>
                    <a:pt x="148" y="629"/>
                    <a:pt x="296" y="629"/>
                  </a:cubicBezTo>
                  <a:lnTo>
                    <a:pt x="2403" y="629"/>
                  </a:lnTo>
                  <a:cubicBezTo>
                    <a:pt x="2551" y="629"/>
                    <a:pt x="2699" y="481"/>
                    <a:pt x="2699" y="333"/>
                  </a:cubicBezTo>
                  <a:cubicBezTo>
                    <a:pt x="2699" y="148"/>
                    <a:pt x="2551" y="0"/>
                    <a:pt x="24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537;p64">
              <a:extLst>
                <a:ext uri="{FF2B5EF4-FFF2-40B4-BE49-F238E27FC236}">
                  <a16:creationId xmlns:a16="http://schemas.microsoft.com/office/drawing/2014/main" xmlns="" id="{902D5764-F4A5-DA81-D769-E0547A023F90}"/>
                </a:ext>
              </a:extLst>
            </p:cNvPr>
            <p:cNvSpPr/>
            <p:nvPr/>
          </p:nvSpPr>
          <p:spPr>
            <a:xfrm>
              <a:off x="3585850" y="1239100"/>
              <a:ext cx="1058300" cy="15725"/>
            </a:xfrm>
            <a:custGeom>
              <a:avLst/>
              <a:gdLst/>
              <a:ahLst/>
              <a:cxnLst/>
              <a:rect l="l" t="t" r="r" b="b"/>
              <a:pathLst>
                <a:path w="42332" h="629" extrusionOk="0">
                  <a:moveTo>
                    <a:pt x="296" y="0"/>
                  </a:moveTo>
                  <a:cubicBezTo>
                    <a:pt x="112" y="0"/>
                    <a:pt x="1" y="148"/>
                    <a:pt x="1" y="333"/>
                  </a:cubicBezTo>
                  <a:cubicBezTo>
                    <a:pt x="1" y="481"/>
                    <a:pt x="112" y="629"/>
                    <a:pt x="296" y="629"/>
                  </a:cubicBezTo>
                  <a:lnTo>
                    <a:pt x="42036" y="629"/>
                  </a:lnTo>
                  <a:cubicBezTo>
                    <a:pt x="42221" y="629"/>
                    <a:pt x="42332" y="481"/>
                    <a:pt x="42332" y="333"/>
                  </a:cubicBezTo>
                  <a:cubicBezTo>
                    <a:pt x="42332" y="148"/>
                    <a:pt x="42221" y="0"/>
                    <a:pt x="42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538;p64">
              <a:extLst>
                <a:ext uri="{FF2B5EF4-FFF2-40B4-BE49-F238E27FC236}">
                  <a16:creationId xmlns:a16="http://schemas.microsoft.com/office/drawing/2014/main" xmlns="" id="{766127A1-267E-2431-6CCD-57FB9C6DDE1D}"/>
                </a:ext>
              </a:extLst>
            </p:cNvPr>
            <p:cNvSpPr/>
            <p:nvPr/>
          </p:nvSpPr>
          <p:spPr>
            <a:xfrm>
              <a:off x="3327050" y="1239100"/>
              <a:ext cx="201525" cy="15725"/>
            </a:xfrm>
            <a:custGeom>
              <a:avLst/>
              <a:gdLst/>
              <a:ahLst/>
              <a:cxnLst/>
              <a:rect l="l" t="t" r="r" b="b"/>
              <a:pathLst>
                <a:path w="8061" h="629" extrusionOk="0">
                  <a:moveTo>
                    <a:pt x="297" y="0"/>
                  </a:moveTo>
                  <a:cubicBezTo>
                    <a:pt x="112" y="0"/>
                    <a:pt x="1" y="148"/>
                    <a:pt x="1" y="333"/>
                  </a:cubicBezTo>
                  <a:cubicBezTo>
                    <a:pt x="1" y="481"/>
                    <a:pt x="112" y="629"/>
                    <a:pt x="297" y="629"/>
                  </a:cubicBezTo>
                  <a:lnTo>
                    <a:pt x="7765" y="629"/>
                  </a:lnTo>
                  <a:cubicBezTo>
                    <a:pt x="7913" y="629"/>
                    <a:pt x="8060" y="481"/>
                    <a:pt x="8060" y="333"/>
                  </a:cubicBezTo>
                  <a:cubicBezTo>
                    <a:pt x="8060" y="148"/>
                    <a:pt x="7913" y="0"/>
                    <a:pt x="77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539;p64">
              <a:extLst>
                <a:ext uri="{FF2B5EF4-FFF2-40B4-BE49-F238E27FC236}">
                  <a16:creationId xmlns:a16="http://schemas.microsoft.com/office/drawing/2014/main" xmlns="" id="{D205A511-4C29-8DAE-A3DF-C41F939F62C7}"/>
                </a:ext>
              </a:extLst>
            </p:cNvPr>
            <p:cNvSpPr/>
            <p:nvPr/>
          </p:nvSpPr>
          <p:spPr>
            <a:xfrm>
              <a:off x="2762325" y="1239100"/>
              <a:ext cx="448300" cy="15725"/>
            </a:xfrm>
            <a:custGeom>
              <a:avLst/>
              <a:gdLst/>
              <a:ahLst/>
              <a:cxnLst/>
              <a:rect l="l" t="t" r="r" b="b"/>
              <a:pathLst>
                <a:path w="17932" h="629" extrusionOk="0">
                  <a:moveTo>
                    <a:pt x="297" y="0"/>
                  </a:moveTo>
                  <a:cubicBezTo>
                    <a:pt x="149" y="0"/>
                    <a:pt x="1" y="148"/>
                    <a:pt x="1" y="333"/>
                  </a:cubicBezTo>
                  <a:cubicBezTo>
                    <a:pt x="1" y="481"/>
                    <a:pt x="149" y="629"/>
                    <a:pt x="297" y="629"/>
                  </a:cubicBezTo>
                  <a:lnTo>
                    <a:pt x="17636" y="629"/>
                  </a:lnTo>
                  <a:cubicBezTo>
                    <a:pt x="17784" y="629"/>
                    <a:pt x="17932" y="481"/>
                    <a:pt x="17932" y="333"/>
                  </a:cubicBezTo>
                  <a:cubicBezTo>
                    <a:pt x="17932" y="148"/>
                    <a:pt x="17784" y="0"/>
                    <a:pt x="176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540;p64">
              <a:extLst>
                <a:ext uri="{FF2B5EF4-FFF2-40B4-BE49-F238E27FC236}">
                  <a16:creationId xmlns:a16="http://schemas.microsoft.com/office/drawing/2014/main" xmlns="" id="{F9F1B3F6-2AE5-99BE-759B-1E1840D87F23}"/>
                </a:ext>
              </a:extLst>
            </p:cNvPr>
            <p:cNvSpPr/>
            <p:nvPr/>
          </p:nvSpPr>
          <p:spPr>
            <a:xfrm>
              <a:off x="4650600" y="1371275"/>
              <a:ext cx="113725" cy="15725"/>
            </a:xfrm>
            <a:custGeom>
              <a:avLst/>
              <a:gdLst/>
              <a:ahLst/>
              <a:cxnLst/>
              <a:rect l="l" t="t" r="r" b="b"/>
              <a:pathLst>
                <a:path w="4549" h="629" extrusionOk="0">
                  <a:moveTo>
                    <a:pt x="297" y="0"/>
                  </a:moveTo>
                  <a:cubicBezTo>
                    <a:pt x="112" y="0"/>
                    <a:pt x="1" y="148"/>
                    <a:pt x="1" y="296"/>
                  </a:cubicBezTo>
                  <a:cubicBezTo>
                    <a:pt x="1" y="481"/>
                    <a:pt x="112" y="629"/>
                    <a:pt x="297" y="629"/>
                  </a:cubicBezTo>
                  <a:lnTo>
                    <a:pt x="4252" y="629"/>
                  </a:lnTo>
                  <a:cubicBezTo>
                    <a:pt x="4400" y="629"/>
                    <a:pt x="4548" y="481"/>
                    <a:pt x="4548" y="296"/>
                  </a:cubicBezTo>
                  <a:cubicBezTo>
                    <a:pt x="4548" y="148"/>
                    <a:pt x="4400" y="0"/>
                    <a:pt x="42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541;p64">
              <a:extLst>
                <a:ext uri="{FF2B5EF4-FFF2-40B4-BE49-F238E27FC236}">
                  <a16:creationId xmlns:a16="http://schemas.microsoft.com/office/drawing/2014/main" xmlns="" id="{FACA9B4C-6C32-4DDC-72FA-4C09109686E8}"/>
                </a:ext>
              </a:extLst>
            </p:cNvPr>
            <p:cNvSpPr/>
            <p:nvPr/>
          </p:nvSpPr>
          <p:spPr>
            <a:xfrm>
              <a:off x="4408450" y="1371275"/>
              <a:ext cx="134050" cy="15725"/>
            </a:xfrm>
            <a:custGeom>
              <a:avLst/>
              <a:gdLst/>
              <a:ahLst/>
              <a:cxnLst/>
              <a:rect l="l" t="t" r="r" b="b"/>
              <a:pathLst>
                <a:path w="5362" h="629" extrusionOk="0">
                  <a:moveTo>
                    <a:pt x="296" y="0"/>
                  </a:moveTo>
                  <a:cubicBezTo>
                    <a:pt x="148" y="0"/>
                    <a:pt x="0" y="148"/>
                    <a:pt x="0" y="296"/>
                  </a:cubicBezTo>
                  <a:cubicBezTo>
                    <a:pt x="0" y="481"/>
                    <a:pt x="148" y="629"/>
                    <a:pt x="296" y="629"/>
                  </a:cubicBezTo>
                  <a:lnTo>
                    <a:pt x="5065" y="629"/>
                  </a:lnTo>
                  <a:cubicBezTo>
                    <a:pt x="5213" y="629"/>
                    <a:pt x="5361" y="481"/>
                    <a:pt x="5361" y="296"/>
                  </a:cubicBezTo>
                  <a:cubicBezTo>
                    <a:pt x="5361" y="148"/>
                    <a:pt x="5213" y="0"/>
                    <a:pt x="50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542;p64">
              <a:extLst>
                <a:ext uri="{FF2B5EF4-FFF2-40B4-BE49-F238E27FC236}">
                  <a16:creationId xmlns:a16="http://schemas.microsoft.com/office/drawing/2014/main" xmlns="" id="{3B6DF9F4-D35C-51E6-3BF7-1BE492B8E551}"/>
                </a:ext>
              </a:extLst>
            </p:cNvPr>
            <p:cNvSpPr/>
            <p:nvPr/>
          </p:nvSpPr>
          <p:spPr>
            <a:xfrm>
              <a:off x="4238375" y="1371275"/>
              <a:ext cx="125725" cy="15725"/>
            </a:xfrm>
            <a:custGeom>
              <a:avLst/>
              <a:gdLst/>
              <a:ahLst/>
              <a:cxnLst/>
              <a:rect l="l" t="t" r="r" b="b"/>
              <a:pathLst>
                <a:path w="5029" h="629" extrusionOk="0">
                  <a:moveTo>
                    <a:pt x="334" y="0"/>
                  </a:moveTo>
                  <a:cubicBezTo>
                    <a:pt x="149" y="0"/>
                    <a:pt x="1" y="148"/>
                    <a:pt x="1" y="296"/>
                  </a:cubicBezTo>
                  <a:cubicBezTo>
                    <a:pt x="1" y="481"/>
                    <a:pt x="149" y="629"/>
                    <a:pt x="334" y="629"/>
                  </a:cubicBezTo>
                  <a:lnTo>
                    <a:pt x="4733" y="629"/>
                  </a:lnTo>
                  <a:cubicBezTo>
                    <a:pt x="4918" y="629"/>
                    <a:pt x="5029" y="481"/>
                    <a:pt x="5029" y="296"/>
                  </a:cubicBezTo>
                  <a:cubicBezTo>
                    <a:pt x="5029" y="148"/>
                    <a:pt x="4918" y="0"/>
                    <a:pt x="4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543;p64">
              <a:extLst>
                <a:ext uri="{FF2B5EF4-FFF2-40B4-BE49-F238E27FC236}">
                  <a16:creationId xmlns:a16="http://schemas.microsoft.com/office/drawing/2014/main" xmlns="" id="{C559F83C-7406-D6C7-67FE-94D2807AC2BE}"/>
                </a:ext>
              </a:extLst>
            </p:cNvPr>
            <p:cNvSpPr/>
            <p:nvPr/>
          </p:nvSpPr>
          <p:spPr>
            <a:xfrm>
              <a:off x="4005475" y="1371275"/>
              <a:ext cx="184875" cy="15725"/>
            </a:xfrm>
            <a:custGeom>
              <a:avLst/>
              <a:gdLst/>
              <a:ahLst/>
              <a:cxnLst/>
              <a:rect l="l" t="t" r="r" b="b"/>
              <a:pathLst>
                <a:path w="7395" h="629" extrusionOk="0">
                  <a:moveTo>
                    <a:pt x="296" y="0"/>
                  </a:moveTo>
                  <a:cubicBezTo>
                    <a:pt x="148" y="0"/>
                    <a:pt x="0" y="148"/>
                    <a:pt x="0" y="296"/>
                  </a:cubicBezTo>
                  <a:cubicBezTo>
                    <a:pt x="0" y="481"/>
                    <a:pt x="148" y="629"/>
                    <a:pt x="296" y="629"/>
                  </a:cubicBezTo>
                  <a:lnTo>
                    <a:pt x="7099" y="629"/>
                  </a:lnTo>
                  <a:cubicBezTo>
                    <a:pt x="7283" y="629"/>
                    <a:pt x="7394" y="481"/>
                    <a:pt x="7394" y="296"/>
                  </a:cubicBezTo>
                  <a:cubicBezTo>
                    <a:pt x="7394" y="148"/>
                    <a:pt x="7283" y="0"/>
                    <a:pt x="70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544;p64">
              <a:extLst>
                <a:ext uri="{FF2B5EF4-FFF2-40B4-BE49-F238E27FC236}">
                  <a16:creationId xmlns:a16="http://schemas.microsoft.com/office/drawing/2014/main" xmlns="" id="{BB69ACE1-51EE-6C2E-C6D6-483CF887E77C}"/>
                </a:ext>
              </a:extLst>
            </p:cNvPr>
            <p:cNvSpPr/>
            <p:nvPr/>
          </p:nvSpPr>
          <p:spPr>
            <a:xfrm>
              <a:off x="3823400" y="1371275"/>
              <a:ext cx="146975" cy="15725"/>
            </a:xfrm>
            <a:custGeom>
              <a:avLst/>
              <a:gdLst/>
              <a:ahLst/>
              <a:cxnLst/>
              <a:rect l="l" t="t" r="r" b="b"/>
              <a:pathLst>
                <a:path w="5879" h="629" extrusionOk="0">
                  <a:moveTo>
                    <a:pt x="296" y="0"/>
                  </a:moveTo>
                  <a:cubicBezTo>
                    <a:pt x="111" y="0"/>
                    <a:pt x="0" y="148"/>
                    <a:pt x="0" y="296"/>
                  </a:cubicBezTo>
                  <a:cubicBezTo>
                    <a:pt x="0" y="481"/>
                    <a:pt x="111" y="629"/>
                    <a:pt x="296" y="629"/>
                  </a:cubicBezTo>
                  <a:lnTo>
                    <a:pt x="5546" y="629"/>
                  </a:lnTo>
                  <a:cubicBezTo>
                    <a:pt x="5731" y="629"/>
                    <a:pt x="5878" y="481"/>
                    <a:pt x="5878" y="296"/>
                  </a:cubicBezTo>
                  <a:cubicBezTo>
                    <a:pt x="5878" y="148"/>
                    <a:pt x="5731" y="0"/>
                    <a:pt x="55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545;p64">
              <a:extLst>
                <a:ext uri="{FF2B5EF4-FFF2-40B4-BE49-F238E27FC236}">
                  <a16:creationId xmlns:a16="http://schemas.microsoft.com/office/drawing/2014/main" xmlns="" id="{071D6573-84B4-9A61-719E-A6DD0444300B}"/>
                </a:ext>
              </a:extLst>
            </p:cNvPr>
            <p:cNvSpPr/>
            <p:nvPr/>
          </p:nvSpPr>
          <p:spPr>
            <a:xfrm>
              <a:off x="3704150" y="1371275"/>
              <a:ext cx="96150" cy="15725"/>
            </a:xfrm>
            <a:custGeom>
              <a:avLst/>
              <a:gdLst/>
              <a:ahLst/>
              <a:cxnLst/>
              <a:rect l="l" t="t" r="r" b="b"/>
              <a:pathLst>
                <a:path w="3846" h="629" extrusionOk="0">
                  <a:moveTo>
                    <a:pt x="297" y="0"/>
                  </a:moveTo>
                  <a:cubicBezTo>
                    <a:pt x="149" y="0"/>
                    <a:pt x="1" y="148"/>
                    <a:pt x="1" y="296"/>
                  </a:cubicBezTo>
                  <a:cubicBezTo>
                    <a:pt x="1" y="481"/>
                    <a:pt x="149" y="629"/>
                    <a:pt x="297" y="629"/>
                  </a:cubicBezTo>
                  <a:lnTo>
                    <a:pt x="3550" y="629"/>
                  </a:lnTo>
                  <a:cubicBezTo>
                    <a:pt x="3698" y="629"/>
                    <a:pt x="3846" y="481"/>
                    <a:pt x="3846" y="296"/>
                  </a:cubicBezTo>
                  <a:cubicBezTo>
                    <a:pt x="3846" y="148"/>
                    <a:pt x="3698" y="0"/>
                    <a:pt x="35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546;p64">
              <a:extLst>
                <a:ext uri="{FF2B5EF4-FFF2-40B4-BE49-F238E27FC236}">
                  <a16:creationId xmlns:a16="http://schemas.microsoft.com/office/drawing/2014/main" xmlns="" id="{6B1E4621-854D-4897-11FA-A6A2D3D9748E}"/>
                </a:ext>
              </a:extLst>
            </p:cNvPr>
            <p:cNvSpPr/>
            <p:nvPr/>
          </p:nvSpPr>
          <p:spPr>
            <a:xfrm>
              <a:off x="3148675" y="1371275"/>
              <a:ext cx="524075" cy="15725"/>
            </a:xfrm>
            <a:custGeom>
              <a:avLst/>
              <a:gdLst/>
              <a:ahLst/>
              <a:cxnLst/>
              <a:rect l="l" t="t" r="r" b="b"/>
              <a:pathLst>
                <a:path w="20963" h="629" extrusionOk="0">
                  <a:moveTo>
                    <a:pt x="296" y="0"/>
                  </a:moveTo>
                  <a:cubicBezTo>
                    <a:pt x="148" y="0"/>
                    <a:pt x="1" y="148"/>
                    <a:pt x="1" y="296"/>
                  </a:cubicBezTo>
                  <a:cubicBezTo>
                    <a:pt x="1" y="481"/>
                    <a:pt x="148" y="629"/>
                    <a:pt x="296" y="629"/>
                  </a:cubicBezTo>
                  <a:lnTo>
                    <a:pt x="20667" y="629"/>
                  </a:lnTo>
                  <a:cubicBezTo>
                    <a:pt x="20852" y="629"/>
                    <a:pt x="20963" y="481"/>
                    <a:pt x="20963" y="296"/>
                  </a:cubicBezTo>
                  <a:cubicBezTo>
                    <a:pt x="20963" y="148"/>
                    <a:pt x="20852" y="0"/>
                    <a:pt x="206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547;p64">
              <a:extLst>
                <a:ext uri="{FF2B5EF4-FFF2-40B4-BE49-F238E27FC236}">
                  <a16:creationId xmlns:a16="http://schemas.microsoft.com/office/drawing/2014/main" xmlns="" id="{0DCCDCA0-2B0E-F08D-502F-AEAC8D394280}"/>
                </a:ext>
              </a:extLst>
            </p:cNvPr>
            <p:cNvSpPr/>
            <p:nvPr/>
          </p:nvSpPr>
          <p:spPr>
            <a:xfrm>
              <a:off x="2762325" y="1371275"/>
              <a:ext cx="359575" cy="15725"/>
            </a:xfrm>
            <a:custGeom>
              <a:avLst/>
              <a:gdLst/>
              <a:ahLst/>
              <a:cxnLst/>
              <a:rect l="l" t="t" r="r" b="b"/>
              <a:pathLst>
                <a:path w="14383" h="629" extrusionOk="0">
                  <a:moveTo>
                    <a:pt x="297" y="0"/>
                  </a:moveTo>
                  <a:cubicBezTo>
                    <a:pt x="149" y="0"/>
                    <a:pt x="1" y="148"/>
                    <a:pt x="1" y="296"/>
                  </a:cubicBezTo>
                  <a:cubicBezTo>
                    <a:pt x="1" y="481"/>
                    <a:pt x="149" y="629"/>
                    <a:pt x="297" y="629"/>
                  </a:cubicBezTo>
                  <a:lnTo>
                    <a:pt x="14050" y="629"/>
                  </a:lnTo>
                  <a:cubicBezTo>
                    <a:pt x="14235" y="629"/>
                    <a:pt x="14382" y="481"/>
                    <a:pt x="14382" y="296"/>
                  </a:cubicBezTo>
                  <a:cubicBezTo>
                    <a:pt x="14382" y="148"/>
                    <a:pt x="14235" y="0"/>
                    <a:pt x="140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548;p64">
              <a:extLst>
                <a:ext uri="{FF2B5EF4-FFF2-40B4-BE49-F238E27FC236}">
                  <a16:creationId xmlns:a16="http://schemas.microsoft.com/office/drawing/2014/main" xmlns="" id="{5A33F55C-6B76-AFEB-17F0-B61E8FE97D9F}"/>
                </a:ext>
              </a:extLst>
            </p:cNvPr>
            <p:cNvSpPr/>
            <p:nvPr/>
          </p:nvSpPr>
          <p:spPr>
            <a:xfrm>
              <a:off x="3853900" y="1569975"/>
              <a:ext cx="158075" cy="15750"/>
            </a:xfrm>
            <a:custGeom>
              <a:avLst/>
              <a:gdLst/>
              <a:ahLst/>
              <a:cxnLst/>
              <a:rect l="l" t="t" r="r" b="b"/>
              <a:pathLst>
                <a:path w="6323" h="630" extrusionOk="0">
                  <a:moveTo>
                    <a:pt x="296" y="1"/>
                  </a:moveTo>
                  <a:cubicBezTo>
                    <a:pt x="148" y="1"/>
                    <a:pt x="0" y="149"/>
                    <a:pt x="0" y="297"/>
                  </a:cubicBezTo>
                  <a:cubicBezTo>
                    <a:pt x="0" y="481"/>
                    <a:pt x="148" y="629"/>
                    <a:pt x="296" y="629"/>
                  </a:cubicBezTo>
                  <a:lnTo>
                    <a:pt x="6026" y="629"/>
                  </a:lnTo>
                  <a:cubicBezTo>
                    <a:pt x="6211" y="629"/>
                    <a:pt x="6322" y="481"/>
                    <a:pt x="6322" y="297"/>
                  </a:cubicBezTo>
                  <a:cubicBezTo>
                    <a:pt x="6322" y="149"/>
                    <a:pt x="6211" y="1"/>
                    <a:pt x="60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49;p64">
              <a:extLst>
                <a:ext uri="{FF2B5EF4-FFF2-40B4-BE49-F238E27FC236}">
                  <a16:creationId xmlns:a16="http://schemas.microsoft.com/office/drawing/2014/main" xmlns="" id="{6E338CF7-BA47-8E02-581C-459D25D5E646}"/>
                </a:ext>
              </a:extLst>
            </p:cNvPr>
            <p:cNvSpPr/>
            <p:nvPr/>
          </p:nvSpPr>
          <p:spPr>
            <a:xfrm>
              <a:off x="3498050" y="1569975"/>
              <a:ext cx="340150" cy="15750"/>
            </a:xfrm>
            <a:custGeom>
              <a:avLst/>
              <a:gdLst/>
              <a:ahLst/>
              <a:cxnLst/>
              <a:rect l="l" t="t" r="r" b="b"/>
              <a:pathLst>
                <a:path w="13606" h="630" extrusionOk="0">
                  <a:moveTo>
                    <a:pt x="296" y="1"/>
                  </a:moveTo>
                  <a:cubicBezTo>
                    <a:pt x="148" y="1"/>
                    <a:pt x="0" y="149"/>
                    <a:pt x="0" y="297"/>
                  </a:cubicBezTo>
                  <a:cubicBezTo>
                    <a:pt x="0" y="481"/>
                    <a:pt x="148" y="629"/>
                    <a:pt x="296" y="629"/>
                  </a:cubicBezTo>
                  <a:lnTo>
                    <a:pt x="13273" y="629"/>
                  </a:lnTo>
                  <a:cubicBezTo>
                    <a:pt x="13458" y="629"/>
                    <a:pt x="13606" y="481"/>
                    <a:pt x="13606" y="297"/>
                  </a:cubicBezTo>
                  <a:cubicBezTo>
                    <a:pt x="13606" y="149"/>
                    <a:pt x="13458" y="1"/>
                    <a:pt x="132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550;p64">
              <a:extLst>
                <a:ext uri="{FF2B5EF4-FFF2-40B4-BE49-F238E27FC236}">
                  <a16:creationId xmlns:a16="http://schemas.microsoft.com/office/drawing/2014/main" xmlns="" id="{AD36A4B9-D0B9-76A7-2ACC-00F002BF916B}"/>
                </a:ext>
              </a:extLst>
            </p:cNvPr>
            <p:cNvSpPr/>
            <p:nvPr/>
          </p:nvSpPr>
          <p:spPr>
            <a:xfrm>
              <a:off x="3411175" y="1569975"/>
              <a:ext cx="57325" cy="15750"/>
            </a:xfrm>
            <a:custGeom>
              <a:avLst/>
              <a:gdLst/>
              <a:ahLst/>
              <a:cxnLst/>
              <a:rect l="l" t="t" r="r" b="b"/>
              <a:pathLst>
                <a:path w="2293" h="630" extrusionOk="0">
                  <a:moveTo>
                    <a:pt x="296" y="1"/>
                  </a:moveTo>
                  <a:cubicBezTo>
                    <a:pt x="148" y="1"/>
                    <a:pt x="0" y="149"/>
                    <a:pt x="0" y="297"/>
                  </a:cubicBezTo>
                  <a:cubicBezTo>
                    <a:pt x="0" y="481"/>
                    <a:pt x="148" y="629"/>
                    <a:pt x="296" y="629"/>
                  </a:cubicBezTo>
                  <a:lnTo>
                    <a:pt x="1997" y="629"/>
                  </a:lnTo>
                  <a:cubicBezTo>
                    <a:pt x="2144" y="629"/>
                    <a:pt x="2292" y="481"/>
                    <a:pt x="2292" y="297"/>
                  </a:cubicBezTo>
                  <a:cubicBezTo>
                    <a:pt x="2292" y="149"/>
                    <a:pt x="2144" y="1"/>
                    <a:pt x="19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551;p64">
              <a:extLst>
                <a:ext uri="{FF2B5EF4-FFF2-40B4-BE49-F238E27FC236}">
                  <a16:creationId xmlns:a16="http://schemas.microsoft.com/office/drawing/2014/main" xmlns="" id="{764F046E-40BF-7F9B-A27B-5E89FFDB6C22}"/>
                </a:ext>
              </a:extLst>
            </p:cNvPr>
            <p:cNvSpPr/>
            <p:nvPr/>
          </p:nvSpPr>
          <p:spPr>
            <a:xfrm>
              <a:off x="3315975" y="1569975"/>
              <a:ext cx="84125" cy="15750"/>
            </a:xfrm>
            <a:custGeom>
              <a:avLst/>
              <a:gdLst/>
              <a:ahLst/>
              <a:cxnLst/>
              <a:rect l="l" t="t" r="r" b="b"/>
              <a:pathLst>
                <a:path w="3365" h="630" extrusionOk="0">
                  <a:moveTo>
                    <a:pt x="296" y="1"/>
                  </a:moveTo>
                  <a:cubicBezTo>
                    <a:pt x="148" y="1"/>
                    <a:pt x="0" y="149"/>
                    <a:pt x="0" y="297"/>
                  </a:cubicBezTo>
                  <a:cubicBezTo>
                    <a:pt x="0" y="481"/>
                    <a:pt x="148" y="629"/>
                    <a:pt x="296" y="629"/>
                  </a:cubicBezTo>
                  <a:lnTo>
                    <a:pt x="3069" y="629"/>
                  </a:lnTo>
                  <a:cubicBezTo>
                    <a:pt x="3217" y="629"/>
                    <a:pt x="3365" y="481"/>
                    <a:pt x="3365" y="297"/>
                  </a:cubicBezTo>
                  <a:cubicBezTo>
                    <a:pt x="3365" y="149"/>
                    <a:pt x="3217" y="1"/>
                    <a:pt x="30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552;p64">
              <a:extLst>
                <a:ext uri="{FF2B5EF4-FFF2-40B4-BE49-F238E27FC236}">
                  <a16:creationId xmlns:a16="http://schemas.microsoft.com/office/drawing/2014/main" xmlns="" id="{B5634B49-44C4-2FBE-27FF-B9BA0065DD9E}"/>
                </a:ext>
              </a:extLst>
            </p:cNvPr>
            <p:cNvSpPr/>
            <p:nvPr/>
          </p:nvSpPr>
          <p:spPr>
            <a:xfrm>
              <a:off x="2991550" y="1569975"/>
              <a:ext cx="310575" cy="15750"/>
            </a:xfrm>
            <a:custGeom>
              <a:avLst/>
              <a:gdLst/>
              <a:ahLst/>
              <a:cxnLst/>
              <a:rect l="l" t="t" r="r" b="b"/>
              <a:pathLst>
                <a:path w="12423" h="630" extrusionOk="0">
                  <a:moveTo>
                    <a:pt x="333" y="1"/>
                  </a:moveTo>
                  <a:cubicBezTo>
                    <a:pt x="148" y="1"/>
                    <a:pt x="1" y="149"/>
                    <a:pt x="1" y="297"/>
                  </a:cubicBezTo>
                  <a:cubicBezTo>
                    <a:pt x="1" y="481"/>
                    <a:pt x="148" y="629"/>
                    <a:pt x="333" y="629"/>
                  </a:cubicBezTo>
                  <a:lnTo>
                    <a:pt x="12127" y="629"/>
                  </a:lnTo>
                  <a:cubicBezTo>
                    <a:pt x="12312" y="629"/>
                    <a:pt x="12423" y="481"/>
                    <a:pt x="12423" y="297"/>
                  </a:cubicBezTo>
                  <a:cubicBezTo>
                    <a:pt x="12423" y="149"/>
                    <a:pt x="12312" y="1"/>
                    <a:pt x="121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553;p64">
              <a:extLst>
                <a:ext uri="{FF2B5EF4-FFF2-40B4-BE49-F238E27FC236}">
                  <a16:creationId xmlns:a16="http://schemas.microsoft.com/office/drawing/2014/main" xmlns="" id="{DE15BAA6-B036-5C2C-90AB-F63B89BC8E1C}"/>
                </a:ext>
              </a:extLst>
            </p:cNvPr>
            <p:cNvSpPr/>
            <p:nvPr/>
          </p:nvSpPr>
          <p:spPr>
            <a:xfrm>
              <a:off x="2762325" y="1569975"/>
              <a:ext cx="205225" cy="15750"/>
            </a:xfrm>
            <a:custGeom>
              <a:avLst/>
              <a:gdLst/>
              <a:ahLst/>
              <a:cxnLst/>
              <a:rect l="l" t="t" r="r" b="b"/>
              <a:pathLst>
                <a:path w="8209" h="630" extrusionOk="0">
                  <a:moveTo>
                    <a:pt x="297" y="1"/>
                  </a:moveTo>
                  <a:cubicBezTo>
                    <a:pt x="149" y="1"/>
                    <a:pt x="1" y="149"/>
                    <a:pt x="1" y="297"/>
                  </a:cubicBezTo>
                  <a:cubicBezTo>
                    <a:pt x="1" y="481"/>
                    <a:pt x="149" y="629"/>
                    <a:pt x="297" y="629"/>
                  </a:cubicBezTo>
                  <a:lnTo>
                    <a:pt x="7913" y="629"/>
                  </a:lnTo>
                  <a:cubicBezTo>
                    <a:pt x="8060" y="629"/>
                    <a:pt x="8208" y="481"/>
                    <a:pt x="8208" y="297"/>
                  </a:cubicBezTo>
                  <a:cubicBezTo>
                    <a:pt x="8208" y="149"/>
                    <a:pt x="8060" y="1"/>
                    <a:pt x="79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554;p64">
              <a:extLst>
                <a:ext uri="{FF2B5EF4-FFF2-40B4-BE49-F238E27FC236}">
                  <a16:creationId xmlns:a16="http://schemas.microsoft.com/office/drawing/2014/main" xmlns="" id="{807C895F-C57F-419C-BB89-5C56805CDB4F}"/>
                </a:ext>
              </a:extLst>
            </p:cNvPr>
            <p:cNvSpPr/>
            <p:nvPr/>
          </p:nvSpPr>
          <p:spPr>
            <a:xfrm>
              <a:off x="3964800" y="1702150"/>
              <a:ext cx="47175" cy="14825"/>
            </a:xfrm>
            <a:custGeom>
              <a:avLst/>
              <a:gdLst/>
              <a:ahLst/>
              <a:cxnLst/>
              <a:rect l="l" t="t" r="r" b="b"/>
              <a:pathLst>
                <a:path w="1887" h="593" extrusionOk="0">
                  <a:moveTo>
                    <a:pt x="296" y="1"/>
                  </a:moveTo>
                  <a:cubicBezTo>
                    <a:pt x="148" y="1"/>
                    <a:pt x="1" y="112"/>
                    <a:pt x="1" y="296"/>
                  </a:cubicBezTo>
                  <a:cubicBezTo>
                    <a:pt x="1" y="444"/>
                    <a:pt x="148" y="592"/>
                    <a:pt x="296" y="592"/>
                  </a:cubicBezTo>
                  <a:lnTo>
                    <a:pt x="1590" y="592"/>
                  </a:lnTo>
                  <a:cubicBezTo>
                    <a:pt x="1775" y="592"/>
                    <a:pt x="1886" y="444"/>
                    <a:pt x="1886" y="296"/>
                  </a:cubicBezTo>
                  <a:cubicBezTo>
                    <a:pt x="1886" y="112"/>
                    <a:pt x="1775" y="1"/>
                    <a:pt x="15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555;p64">
              <a:extLst>
                <a:ext uri="{FF2B5EF4-FFF2-40B4-BE49-F238E27FC236}">
                  <a16:creationId xmlns:a16="http://schemas.microsoft.com/office/drawing/2014/main" xmlns="" id="{BCA2FD54-1C18-8AE1-E39E-D694BDEE6350}"/>
                </a:ext>
              </a:extLst>
            </p:cNvPr>
            <p:cNvSpPr/>
            <p:nvPr/>
          </p:nvSpPr>
          <p:spPr>
            <a:xfrm>
              <a:off x="3273450" y="1702150"/>
              <a:ext cx="664575" cy="14825"/>
            </a:xfrm>
            <a:custGeom>
              <a:avLst/>
              <a:gdLst/>
              <a:ahLst/>
              <a:cxnLst/>
              <a:rect l="l" t="t" r="r" b="b"/>
              <a:pathLst>
                <a:path w="26583" h="593" extrusionOk="0">
                  <a:moveTo>
                    <a:pt x="333" y="1"/>
                  </a:moveTo>
                  <a:cubicBezTo>
                    <a:pt x="148" y="1"/>
                    <a:pt x="1" y="112"/>
                    <a:pt x="1" y="296"/>
                  </a:cubicBezTo>
                  <a:cubicBezTo>
                    <a:pt x="1" y="444"/>
                    <a:pt x="148" y="592"/>
                    <a:pt x="333" y="592"/>
                  </a:cubicBezTo>
                  <a:lnTo>
                    <a:pt x="26287" y="592"/>
                  </a:lnTo>
                  <a:cubicBezTo>
                    <a:pt x="26435" y="592"/>
                    <a:pt x="26582" y="444"/>
                    <a:pt x="26582" y="296"/>
                  </a:cubicBezTo>
                  <a:cubicBezTo>
                    <a:pt x="26582" y="112"/>
                    <a:pt x="26435" y="1"/>
                    <a:pt x="262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556;p64">
              <a:extLst>
                <a:ext uri="{FF2B5EF4-FFF2-40B4-BE49-F238E27FC236}">
                  <a16:creationId xmlns:a16="http://schemas.microsoft.com/office/drawing/2014/main" xmlns="" id="{AF583E83-9CB2-A82C-DF9B-A0347244E8F3}"/>
                </a:ext>
              </a:extLst>
            </p:cNvPr>
            <p:cNvSpPr/>
            <p:nvPr/>
          </p:nvSpPr>
          <p:spPr>
            <a:xfrm>
              <a:off x="3112625" y="1702150"/>
              <a:ext cx="132200" cy="14825"/>
            </a:xfrm>
            <a:custGeom>
              <a:avLst/>
              <a:gdLst/>
              <a:ahLst/>
              <a:cxnLst/>
              <a:rect l="l" t="t" r="r" b="b"/>
              <a:pathLst>
                <a:path w="5288" h="593" extrusionOk="0">
                  <a:moveTo>
                    <a:pt x="333" y="1"/>
                  </a:moveTo>
                  <a:cubicBezTo>
                    <a:pt x="149" y="1"/>
                    <a:pt x="1" y="112"/>
                    <a:pt x="1" y="296"/>
                  </a:cubicBezTo>
                  <a:cubicBezTo>
                    <a:pt x="1" y="444"/>
                    <a:pt x="149" y="592"/>
                    <a:pt x="333" y="592"/>
                  </a:cubicBezTo>
                  <a:lnTo>
                    <a:pt x="4955" y="592"/>
                  </a:lnTo>
                  <a:cubicBezTo>
                    <a:pt x="5140" y="592"/>
                    <a:pt x="5287" y="444"/>
                    <a:pt x="5287" y="296"/>
                  </a:cubicBezTo>
                  <a:cubicBezTo>
                    <a:pt x="5287" y="112"/>
                    <a:pt x="5140" y="1"/>
                    <a:pt x="49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557;p64">
              <a:extLst>
                <a:ext uri="{FF2B5EF4-FFF2-40B4-BE49-F238E27FC236}">
                  <a16:creationId xmlns:a16="http://schemas.microsoft.com/office/drawing/2014/main" xmlns="" id="{9C00EDA4-D49F-3A6A-C349-09F17F767CB8}"/>
                </a:ext>
              </a:extLst>
            </p:cNvPr>
            <p:cNvSpPr/>
            <p:nvPr/>
          </p:nvSpPr>
          <p:spPr>
            <a:xfrm>
              <a:off x="2762325" y="1702150"/>
              <a:ext cx="284700" cy="14825"/>
            </a:xfrm>
            <a:custGeom>
              <a:avLst/>
              <a:gdLst/>
              <a:ahLst/>
              <a:cxnLst/>
              <a:rect l="l" t="t" r="r" b="b"/>
              <a:pathLst>
                <a:path w="11388" h="593" extrusionOk="0">
                  <a:moveTo>
                    <a:pt x="297" y="1"/>
                  </a:moveTo>
                  <a:cubicBezTo>
                    <a:pt x="149" y="1"/>
                    <a:pt x="1" y="112"/>
                    <a:pt x="1" y="296"/>
                  </a:cubicBezTo>
                  <a:cubicBezTo>
                    <a:pt x="1" y="444"/>
                    <a:pt x="149" y="592"/>
                    <a:pt x="297" y="592"/>
                  </a:cubicBezTo>
                  <a:lnTo>
                    <a:pt x="11055" y="592"/>
                  </a:lnTo>
                  <a:cubicBezTo>
                    <a:pt x="11240" y="592"/>
                    <a:pt x="11388" y="444"/>
                    <a:pt x="11388" y="296"/>
                  </a:cubicBezTo>
                  <a:cubicBezTo>
                    <a:pt x="11388" y="112"/>
                    <a:pt x="11240" y="1"/>
                    <a:pt x="110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558;p64">
              <a:extLst>
                <a:ext uri="{FF2B5EF4-FFF2-40B4-BE49-F238E27FC236}">
                  <a16:creationId xmlns:a16="http://schemas.microsoft.com/office/drawing/2014/main" xmlns="" id="{FBA996D0-62EE-F014-4D47-EB1456BD4A37}"/>
                </a:ext>
              </a:extLst>
            </p:cNvPr>
            <p:cNvSpPr/>
            <p:nvPr/>
          </p:nvSpPr>
          <p:spPr>
            <a:xfrm>
              <a:off x="3936150" y="1833400"/>
              <a:ext cx="75825" cy="15725"/>
            </a:xfrm>
            <a:custGeom>
              <a:avLst/>
              <a:gdLst/>
              <a:ahLst/>
              <a:cxnLst/>
              <a:rect l="l" t="t" r="r" b="b"/>
              <a:pathLst>
                <a:path w="3033" h="629" extrusionOk="0">
                  <a:moveTo>
                    <a:pt x="296" y="0"/>
                  </a:moveTo>
                  <a:cubicBezTo>
                    <a:pt x="111" y="0"/>
                    <a:pt x="0" y="148"/>
                    <a:pt x="0" y="333"/>
                  </a:cubicBezTo>
                  <a:cubicBezTo>
                    <a:pt x="0" y="481"/>
                    <a:pt x="111" y="629"/>
                    <a:pt x="296" y="629"/>
                  </a:cubicBezTo>
                  <a:lnTo>
                    <a:pt x="2736" y="629"/>
                  </a:lnTo>
                  <a:cubicBezTo>
                    <a:pt x="2921" y="629"/>
                    <a:pt x="3032" y="481"/>
                    <a:pt x="3032" y="333"/>
                  </a:cubicBezTo>
                  <a:cubicBezTo>
                    <a:pt x="3032" y="148"/>
                    <a:pt x="2921" y="0"/>
                    <a:pt x="2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559;p64">
              <a:extLst>
                <a:ext uri="{FF2B5EF4-FFF2-40B4-BE49-F238E27FC236}">
                  <a16:creationId xmlns:a16="http://schemas.microsoft.com/office/drawing/2014/main" xmlns="" id="{F99849C5-FB58-C93A-787D-CF34EE42E394}"/>
                </a:ext>
              </a:extLst>
            </p:cNvPr>
            <p:cNvSpPr/>
            <p:nvPr/>
          </p:nvSpPr>
          <p:spPr>
            <a:xfrm>
              <a:off x="3785500" y="1833400"/>
              <a:ext cx="88750" cy="15725"/>
            </a:xfrm>
            <a:custGeom>
              <a:avLst/>
              <a:gdLst/>
              <a:ahLst/>
              <a:cxnLst/>
              <a:rect l="l" t="t" r="r" b="b"/>
              <a:pathLst>
                <a:path w="3550" h="629" extrusionOk="0">
                  <a:moveTo>
                    <a:pt x="296" y="0"/>
                  </a:moveTo>
                  <a:cubicBezTo>
                    <a:pt x="148" y="0"/>
                    <a:pt x="0" y="148"/>
                    <a:pt x="0" y="333"/>
                  </a:cubicBezTo>
                  <a:cubicBezTo>
                    <a:pt x="0" y="481"/>
                    <a:pt x="148" y="629"/>
                    <a:pt x="296" y="629"/>
                  </a:cubicBezTo>
                  <a:lnTo>
                    <a:pt x="3254" y="629"/>
                  </a:lnTo>
                  <a:cubicBezTo>
                    <a:pt x="3439" y="629"/>
                    <a:pt x="3549" y="481"/>
                    <a:pt x="3549" y="333"/>
                  </a:cubicBezTo>
                  <a:cubicBezTo>
                    <a:pt x="3549" y="148"/>
                    <a:pt x="3439" y="0"/>
                    <a:pt x="32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560;p64">
              <a:extLst>
                <a:ext uri="{FF2B5EF4-FFF2-40B4-BE49-F238E27FC236}">
                  <a16:creationId xmlns:a16="http://schemas.microsoft.com/office/drawing/2014/main" xmlns="" id="{A4B57FB0-61AB-854E-995C-CA7D9B0F9059}"/>
                </a:ext>
              </a:extLst>
            </p:cNvPr>
            <p:cNvSpPr/>
            <p:nvPr/>
          </p:nvSpPr>
          <p:spPr>
            <a:xfrm>
              <a:off x="3680125" y="1833400"/>
              <a:ext cx="84125" cy="15725"/>
            </a:xfrm>
            <a:custGeom>
              <a:avLst/>
              <a:gdLst/>
              <a:ahLst/>
              <a:cxnLst/>
              <a:rect l="l" t="t" r="r" b="b"/>
              <a:pathLst>
                <a:path w="3365" h="629" extrusionOk="0">
                  <a:moveTo>
                    <a:pt x="296" y="0"/>
                  </a:moveTo>
                  <a:cubicBezTo>
                    <a:pt x="149" y="0"/>
                    <a:pt x="1" y="148"/>
                    <a:pt x="1" y="333"/>
                  </a:cubicBezTo>
                  <a:cubicBezTo>
                    <a:pt x="1" y="481"/>
                    <a:pt x="149" y="629"/>
                    <a:pt x="296" y="629"/>
                  </a:cubicBezTo>
                  <a:lnTo>
                    <a:pt x="3032" y="629"/>
                  </a:lnTo>
                  <a:cubicBezTo>
                    <a:pt x="3217" y="629"/>
                    <a:pt x="3365" y="481"/>
                    <a:pt x="3365" y="333"/>
                  </a:cubicBezTo>
                  <a:cubicBezTo>
                    <a:pt x="3365" y="148"/>
                    <a:pt x="3217" y="0"/>
                    <a:pt x="30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561;p64">
              <a:extLst>
                <a:ext uri="{FF2B5EF4-FFF2-40B4-BE49-F238E27FC236}">
                  <a16:creationId xmlns:a16="http://schemas.microsoft.com/office/drawing/2014/main" xmlns="" id="{84033CE7-392B-D738-BDA8-70FAC8417476}"/>
                </a:ext>
              </a:extLst>
            </p:cNvPr>
            <p:cNvSpPr/>
            <p:nvPr/>
          </p:nvSpPr>
          <p:spPr>
            <a:xfrm>
              <a:off x="3535025" y="1833400"/>
              <a:ext cx="121100" cy="15725"/>
            </a:xfrm>
            <a:custGeom>
              <a:avLst/>
              <a:gdLst/>
              <a:ahLst/>
              <a:cxnLst/>
              <a:rect l="l" t="t" r="r" b="b"/>
              <a:pathLst>
                <a:path w="4844" h="629" extrusionOk="0">
                  <a:moveTo>
                    <a:pt x="296" y="0"/>
                  </a:moveTo>
                  <a:cubicBezTo>
                    <a:pt x="148" y="0"/>
                    <a:pt x="0" y="148"/>
                    <a:pt x="0" y="333"/>
                  </a:cubicBezTo>
                  <a:cubicBezTo>
                    <a:pt x="0" y="481"/>
                    <a:pt x="148" y="629"/>
                    <a:pt x="296" y="629"/>
                  </a:cubicBezTo>
                  <a:lnTo>
                    <a:pt x="4511" y="629"/>
                  </a:lnTo>
                  <a:cubicBezTo>
                    <a:pt x="4696" y="629"/>
                    <a:pt x="4843" y="481"/>
                    <a:pt x="4843" y="333"/>
                  </a:cubicBezTo>
                  <a:cubicBezTo>
                    <a:pt x="4843" y="148"/>
                    <a:pt x="4696" y="0"/>
                    <a:pt x="45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562;p64">
              <a:extLst>
                <a:ext uri="{FF2B5EF4-FFF2-40B4-BE49-F238E27FC236}">
                  <a16:creationId xmlns:a16="http://schemas.microsoft.com/office/drawing/2014/main" xmlns="" id="{30B69EF2-9507-3EC3-EA1C-A18F5E01E962}"/>
                </a:ext>
              </a:extLst>
            </p:cNvPr>
            <p:cNvSpPr/>
            <p:nvPr/>
          </p:nvSpPr>
          <p:spPr>
            <a:xfrm>
              <a:off x="3421325" y="1833400"/>
              <a:ext cx="97075" cy="15725"/>
            </a:xfrm>
            <a:custGeom>
              <a:avLst/>
              <a:gdLst/>
              <a:ahLst/>
              <a:cxnLst/>
              <a:rect l="l" t="t" r="r" b="b"/>
              <a:pathLst>
                <a:path w="3883" h="629" extrusionOk="0">
                  <a:moveTo>
                    <a:pt x="334" y="0"/>
                  </a:moveTo>
                  <a:cubicBezTo>
                    <a:pt x="149" y="0"/>
                    <a:pt x="1" y="148"/>
                    <a:pt x="1" y="333"/>
                  </a:cubicBezTo>
                  <a:cubicBezTo>
                    <a:pt x="1" y="481"/>
                    <a:pt x="149" y="629"/>
                    <a:pt x="334" y="629"/>
                  </a:cubicBezTo>
                  <a:lnTo>
                    <a:pt x="3587" y="629"/>
                  </a:lnTo>
                  <a:cubicBezTo>
                    <a:pt x="3772" y="629"/>
                    <a:pt x="3883" y="481"/>
                    <a:pt x="3883" y="333"/>
                  </a:cubicBezTo>
                  <a:cubicBezTo>
                    <a:pt x="3883" y="148"/>
                    <a:pt x="3772" y="0"/>
                    <a:pt x="3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563;p64">
              <a:extLst>
                <a:ext uri="{FF2B5EF4-FFF2-40B4-BE49-F238E27FC236}">
                  <a16:creationId xmlns:a16="http://schemas.microsoft.com/office/drawing/2014/main" xmlns="" id="{F6EAA8E5-F44E-2A84-4844-FD206C1DAFBB}"/>
                </a:ext>
              </a:extLst>
            </p:cNvPr>
            <p:cNvSpPr/>
            <p:nvPr/>
          </p:nvSpPr>
          <p:spPr>
            <a:xfrm>
              <a:off x="3347400" y="1833400"/>
              <a:ext cx="65650" cy="15725"/>
            </a:xfrm>
            <a:custGeom>
              <a:avLst/>
              <a:gdLst/>
              <a:ahLst/>
              <a:cxnLst/>
              <a:rect l="l" t="t" r="r" b="b"/>
              <a:pathLst>
                <a:path w="2626" h="629" extrusionOk="0">
                  <a:moveTo>
                    <a:pt x="333" y="0"/>
                  </a:moveTo>
                  <a:cubicBezTo>
                    <a:pt x="148" y="0"/>
                    <a:pt x="0" y="148"/>
                    <a:pt x="0" y="333"/>
                  </a:cubicBezTo>
                  <a:cubicBezTo>
                    <a:pt x="0" y="481"/>
                    <a:pt x="148" y="629"/>
                    <a:pt x="333" y="629"/>
                  </a:cubicBezTo>
                  <a:lnTo>
                    <a:pt x="2329" y="629"/>
                  </a:lnTo>
                  <a:cubicBezTo>
                    <a:pt x="2477" y="629"/>
                    <a:pt x="2625" y="481"/>
                    <a:pt x="2625" y="333"/>
                  </a:cubicBezTo>
                  <a:cubicBezTo>
                    <a:pt x="2625" y="148"/>
                    <a:pt x="2477" y="0"/>
                    <a:pt x="23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4564;p64">
              <a:extLst>
                <a:ext uri="{FF2B5EF4-FFF2-40B4-BE49-F238E27FC236}">
                  <a16:creationId xmlns:a16="http://schemas.microsoft.com/office/drawing/2014/main" xmlns="" id="{E35F245A-F032-2D3A-19C3-23FC61C60BDD}"/>
                </a:ext>
              </a:extLst>
            </p:cNvPr>
            <p:cNvSpPr/>
            <p:nvPr/>
          </p:nvSpPr>
          <p:spPr>
            <a:xfrm>
              <a:off x="3002650" y="1833400"/>
              <a:ext cx="331825" cy="15725"/>
            </a:xfrm>
            <a:custGeom>
              <a:avLst/>
              <a:gdLst/>
              <a:ahLst/>
              <a:cxnLst/>
              <a:rect l="l" t="t" r="r" b="b"/>
              <a:pathLst>
                <a:path w="13273" h="629" extrusionOk="0">
                  <a:moveTo>
                    <a:pt x="296" y="0"/>
                  </a:moveTo>
                  <a:cubicBezTo>
                    <a:pt x="111" y="0"/>
                    <a:pt x="0" y="148"/>
                    <a:pt x="0" y="333"/>
                  </a:cubicBezTo>
                  <a:cubicBezTo>
                    <a:pt x="0" y="481"/>
                    <a:pt x="111" y="629"/>
                    <a:pt x="296" y="629"/>
                  </a:cubicBezTo>
                  <a:lnTo>
                    <a:pt x="12940" y="629"/>
                  </a:lnTo>
                  <a:cubicBezTo>
                    <a:pt x="13125" y="629"/>
                    <a:pt x="13273" y="481"/>
                    <a:pt x="13273" y="333"/>
                  </a:cubicBezTo>
                  <a:cubicBezTo>
                    <a:pt x="13273" y="148"/>
                    <a:pt x="13125" y="0"/>
                    <a:pt x="12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565;p64">
              <a:extLst>
                <a:ext uri="{FF2B5EF4-FFF2-40B4-BE49-F238E27FC236}">
                  <a16:creationId xmlns:a16="http://schemas.microsoft.com/office/drawing/2014/main" xmlns="" id="{F6BA40CD-7CB3-3826-4506-80C1A11EADB6}"/>
                </a:ext>
              </a:extLst>
            </p:cNvPr>
            <p:cNvSpPr/>
            <p:nvPr/>
          </p:nvSpPr>
          <p:spPr>
            <a:xfrm>
              <a:off x="2762325" y="1833400"/>
              <a:ext cx="229250" cy="15725"/>
            </a:xfrm>
            <a:custGeom>
              <a:avLst/>
              <a:gdLst/>
              <a:ahLst/>
              <a:cxnLst/>
              <a:rect l="l" t="t" r="r" b="b"/>
              <a:pathLst>
                <a:path w="9170" h="629" extrusionOk="0">
                  <a:moveTo>
                    <a:pt x="297" y="0"/>
                  </a:moveTo>
                  <a:cubicBezTo>
                    <a:pt x="149" y="0"/>
                    <a:pt x="1" y="148"/>
                    <a:pt x="1" y="333"/>
                  </a:cubicBezTo>
                  <a:cubicBezTo>
                    <a:pt x="1" y="481"/>
                    <a:pt x="149" y="629"/>
                    <a:pt x="297" y="629"/>
                  </a:cubicBezTo>
                  <a:lnTo>
                    <a:pt x="8837" y="629"/>
                  </a:lnTo>
                  <a:cubicBezTo>
                    <a:pt x="9022" y="629"/>
                    <a:pt x="9170" y="481"/>
                    <a:pt x="9170" y="333"/>
                  </a:cubicBezTo>
                  <a:cubicBezTo>
                    <a:pt x="9170" y="148"/>
                    <a:pt x="9022" y="0"/>
                    <a:pt x="88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566;p64">
              <a:extLst>
                <a:ext uri="{FF2B5EF4-FFF2-40B4-BE49-F238E27FC236}">
                  <a16:creationId xmlns:a16="http://schemas.microsoft.com/office/drawing/2014/main" xmlns="" id="{48E2A7DC-DF7D-202D-37C5-E43296E53891}"/>
                </a:ext>
              </a:extLst>
            </p:cNvPr>
            <p:cNvSpPr/>
            <p:nvPr/>
          </p:nvSpPr>
          <p:spPr>
            <a:xfrm>
              <a:off x="3726350" y="2067250"/>
              <a:ext cx="73025" cy="73025"/>
            </a:xfrm>
            <a:custGeom>
              <a:avLst/>
              <a:gdLst/>
              <a:ahLst/>
              <a:cxnLst/>
              <a:rect l="l" t="t" r="r" b="b"/>
              <a:pathLst>
                <a:path w="2921" h="2921" extrusionOk="0">
                  <a:moveTo>
                    <a:pt x="1479" y="0"/>
                  </a:moveTo>
                  <a:cubicBezTo>
                    <a:pt x="666" y="0"/>
                    <a:pt x="0" y="629"/>
                    <a:pt x="0" y="1442"/>
                  </a:cubicBezTo>
                  <a:cubicBezTo>
                    <a:pt x="0" y="2255"/>
                    <a:pt x="666" y="2921"/>
                    <a:pt x="1479" y="2921"/>
                  </a:cubicBezTo>
                  <a:cubicBezTo>
                    <a:pt x="2292" y="2921"/>
                    <a:pt x="2921" y="2255"/>
                    <a:pt x="2921" y="1442"/>
                  </a:cubicBezTo>
                  <a:cubicBezTo>
                    <a:pt x="2921" y="629"/>
                    <a:pt x="2292" y="0"/>
                    <a:pt x="14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567;p64">
              <a:extLst>
                <a:ext uri="{FF2B5EF4-FFF2-40B4-BE49-F238E27FC236}">
                  <a16:creationId xmlns:a16="http://schemas.microsoft.com/office/drawing/2014/main" xmlns="" id="{479DD55E-C379-0B6D-CA45-661E4E3A9E22}"/>
                </a:ext>
              </a:extLst>
            </p:cNvPr>
            <p:cNvSpPr/>
            <p:nvPr/>
          </p:nvSpPr>
          <p:spPr>
            <a:xfrm>
              <a:off x="3718950" y="2058925"/>
              <a:ext cx="88750" cy="88750"/>
            </a:xfrm>
            <a:custGeom>
              <a:avLst/>
              <a:gdLst/>
              <a:ahLst/>
              <a:cxnLst/>
              <a:rect l="l" t="t" r="r" b="b"/>
              <a:pathLst>
                <a:path w="3550" h="3550" extrusionOk="0">
                  <a:moveTo>
                    <a:pt x="1775" y="629"/>
                  </a:moveTo>
                  <a:cubicBezTo>
                    <a:pt x="2403" y="629"/>
                    <a:pt x="2921" y="1146"/>
                    <a:pt x="2921" y="1775"/>
                  </a:cubicBezTo>
                  <a:cubicBezTo>
                    <a:pt x="2921" y="2403"/>
                    <a:pt x="2403" y="2921"/>
                    <a:pt x="1775" y="2921"/>
                  </a:cubicBezTo>
                  <a:cubicBezTo>
                    <a:pt x="1146" y="2921"/>
                    <a:pt x="629" y="2403"/>
                    <a:pt x="629" y="1775"/>
                  </a:cubicBezTo>
                  <a:cubicBezTo>
                    <a:pt x="629" y="1146"/>
                    <a:pt x="1146" y="629"/>
                    <a:pt x="1775" y="629"/>
                  </a:cubicBezTo>
                  <a:close/>
                  <a:moveTo>
                    <a:pt x="1775" y="0"/>
                  </a:moveTo>
                  <a:cubicBezTo>
                    <a:pt x="814" y="0"/>
                    <a:pt x="0" y="814"/>
                    <a:pt x="0" y="1775"/>
                  </a:cubicBezTo>
                  <a:cubicBezTo>
                    <a:pt x="0" y="2736"/>
                    <a:pt x="814" y="3549"/>
                    <a:pt x="1775" y="3549"/>
                  </a:cubicBezTo>
                  <a:cubicBezTo>
                    <a:pt x="2736" y="3549"/>
                    <a:pt x="3550" y="2736"/>
                    <a:pt x="3550" y="1775"/>
                  </a:cubicBezTo>
                  <a:cubicBezTo>
                    <a:pt x="3550" y="814"/>
                    <a:pt x="2736" y="0"/>
                    <a:pt x="1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4568;p64">
              <a:extLst>
                <a:ext uri="{FF2B5EF4-FFF2-40B4-BE49-F238E27FC236}">
                  <a16:creationId xmlns:a16="http://schemas.microsoft.com/office/drawing/2014/main" xmlns="" id="{733CFF36-0231-756D-5C02-1CFA6B7133E4}"/>
                </a:ext>
              </a:extLst>
            </p:cNvPr>
            <p:cNvSpPr/>
            <p:nvPr/>
          </p:nvSpPr>
          <p:spPr>
            <a:xfrm>
              <a:off x="2028475" y="3650500"/>
              <a:ext cx="3505750" cy="189500"/>
            </a:xfrm>
            <a:custGeom>
              <a:avLst/>
              <a:gdLst/>
              <a:ahLst/>
              <a:cxnLst/>
              <a:rect l="l" t="t" r="r" b="b"/>
              <a:pathLst>
                <a:path w="140230" h="7580" extrusionOk="0">
                  <a:moveTo>
                    <a:pt x="0" y="1"/>
                  </a:moveTo>
                  <a:lnTo>
                    <a:pt x="0" y="7580"/>
                  </a:lnTo>
                  <a:lnTo>
                    <a:pt x="140230" y="7580"/>
                  </a:lnTo>
                  <a:lnTo>
                    <a:pt x="14023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4569;p64">
              <a:extLst>
                <a:ext uri="{FF2B5EF4-FFF2-40B4-BE49-F238E27FC236}">
                  <a16:creationId xmlns:a16="http://schemas.microsoft.com/office/drawing/2014/main" xmlns="" id="{AE51A99C-A84E-2DF5-8B50-269698071598}"/>
                </a:ext>
              </a:extLst>
            </p:cNvPr>
            <p:cNvSpPr/>
            <p:nvPr/>
          </p:nvSpPr>
          <p:spPr>
            <a:xfrm>
              <a:off x="2021075" y="3643125"/>
              <a:ext cx="3521475" cy="204275"/>
            </a:xfrm>
            <a:custGeom>
              <a:avLst/>
              <a:gdLst/>
              <a:ahLst/>
              <a:cxnLst/>
              <a:rect l="l" t="t" r="r" b="b"/>
              <a:pathLst>
                <a:path w="140859" h="8171" extrusionOk="0">
                  <a:moveTo>
                    <a:pt x="140230" y="629"/>
                  </a:moveTo>
                  <a:lnTo>
                    <a:pt x="140230" y="7542"/>
                  </a:lnTo>
                  <a:lnTo>
                    <a:pt x="592" y="7542"/>
                  </a:lnTo>
                  <a:lnTo>
                    <a:pt x="592" y="629"/>
                  </a:lnTo>
                  <a:close/>
                  <a:moveTo>
                    <a:pt x="296" y="0"/>
                  </a:moveTo>
                  <a:cubicBezTo>
                    <a:pt x="222" y="0"/>
                    <a:pt x="148" y="37"/>
                    <a:pt x="74" y="74"/>
                  </a:cubicBezTo>
                  <a:cubicBezTo>
                    <a:pt x="37" y="148"/>
                    <a:pt x="0" y="222"/>
                    <a:pt x="0" y="296"/>
                  </a:cubicBezTo>
                  <a:lnTo>
                    <a:pt x="0" y="7875"/>
                  </a:lnTo>
                  <a:cubicBezTo>
                    <a:pt x="0" y="7949"/>
                    <a:pt x="37" y="8023"/>
                    <a:pt x="74" y="8097"/>
                  </a:cubicBezTo>
                  <a:cubicBezTo>
                    <a:pt x="148" y="8134"/>
                    <a:pt x="222" y="8171"/>
                    <a:pt x="296" y="8171"/>
                  </a:cubicBezTo>
                  <a:lnTo>
                    <a:pt x="140526" y="8171"/>
                  </a:lnTo>
                  <a:cubicBezTo>
                    <a:pt x="140637" y="8171"/>
                    <a:pt x="140711" y="8134"/>
                    <a:pt x="140747" y="8097"/>
                  </a:cubicBezTo>
                  <a:cubicBezTo>
                    <a:pt x="140821" y="8023"/>
                    <a:pt x="140858" y="7949"/>
                    <a:pt x="140858" y="7875"/>
                  </a:cubicBezTo>
                  <a:lnTo>
                    <a:pt x="140858" y="296"/>
                  </a:lnTo>
                  <a:cubicBezTo>
                    <a:pt x="140858" y="222"/>
                    <a:pt x="140821" y="148"/>
                    <a:pt x="140747" y="74"/>
                  </a:cubicBezTo>
                  <a:cubicBezTo>
                    <a:pt x="140711" y="37"/>
                    <a:pt x="140637" y="0"/>
                    <a:pt x="140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4570;p64">
              <a:extLst>
                <a:ext uri="{FF2B5EF4-FFF2-40B4-BE49-F238E27FC236}">
                  <a16:creationId xmlns:a16="http://schemas.microsoft.com/office/drawing/2014/main" xmlns="" id="{B84FAEEA-E0A0-09CD-B284-F75609C0D97A}"/>
                </a:ext>
              </a:extLst>
            </p:cNvPr>
            <p:cNvSpPr/>
            <p:nvPr/>
          </p:nvSpPr>
          <p:spPr>
            <a:xfrm>
              <a:off x="1668925" y="2418450"/>
              <a:ext cx="4230400" cy="734825"/>
            </a:xfrm>
            <a:custGeom>
              <a:avLst/>
              <a:gdLst/>
              <a:ahLst/>
              <a:cxnLst/>
              <a:rect l="l" t="t" r="r" b="b"/>
              <a:pathLst>
                <a:path w="169216" h="29393" extrusionOk="0">
                  <a:moveTo>
                    <a:pt x="52647" y="1"/>
                  </a:moveTo>
                  <a:lnTo>
                    <a:pt x="1" y="15085"/>
                  </a:lnTo>
                  <a:lnTo>
                    <a:pt x="6027" y="29393"/>
                  </a:lnTo>
                  <a:lnTo>
                    <a:pt x="163189" y="29393"/>
                  </a:lnTo>
                  <a:lnTo>
                    <a:pt x="169215" y="15085"/>
                  </a:lnTo>
                  <a:lnTo>
                    <a:pt x="1165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4571;p64">
              <a:extLst>
                <a:ext uri="{FF2B5EF4-FFF2-40B4-BE49-F238E27FC236}">
                  <a16:creationId xmlns:a16="http://schemas.microsoft.com/office/drawing/2014/main" xmlns="" id="{0DE91046-3386-DB02-695F-AF987EBD28B6}"/>
                </a:ext>
              </a:extLst>
            </p:cNvPr>
            <p:cNvSpPr/>
            <p:nvPr/>
          </p:nvSpPr>
          <p:spPr>
            <a:xfrm>
              <a:off x="1661525" y="2410150"/>
              <a:ext cx="4246100" cy="750525"/>
            </a:xfrm>
            <a:custGeom>
              <a:avLst/>
              <a:gdLst/>
              <a:ahLst/>
              <a:cxnLst/>
              <a:rect l="l" t="t" r="r" b="b"/>
              <a:pathLst>
                <a:path w="169844" h="30021" extrusionOk="0">
                  <a:moveTo>
                    <a:pt x="116791" y="629"/>
                  </a:moveTo>
                  <a:lnTo>
                    <a:pt x="169104" y="15639"/>
                  </a:lnTo>
                  <a:lnTo>
                    <a:pt x="163300" y="29429"/>
                  </a:lnTo>
                  <a:lnTo>
                    <a:pt x="6545" y="29429"/>
                  </a:lnTo>
                  <a:lnTo>
                    <a:pt x="740" y="15639"/>
                  </a:lnTo>
                  <a:lnTo>
                    <a:pt x="53017" y="629"/>
                  </a:lnTo>
                  <a:close/>
                  <a:moveTo>
                    <a:pt x="52943" y="0"/>
                  </a:moveTo>
                  <a:lnTo>
                    <a:pt x="52869" y="37"/>
                  </a:lnTo>
                  <a:lnTo>
                    <a:pt x="223" y="15121"/>
                  </a:lnTo>
                  <a:cubicBezTo>
                    <a:pt x="149" y="15158"/>
                    <a:pt x="75" y="15232"/>
                    <a:pt x="38" y="15306"/>
                  </a:cubicBezTo>
                  <a:cubicBezTo>
                    <a:pt x="1" y="15380"/>
                    <a:pt x="1" y="15454"/>
                    <a:pt x="38" y="15565"/>
                  </a:cubicBezTo>
                  <a:lnTo>
                    <a:pt x="6064" y="29836"/>
                  </a:lnTo>
                  <a:cubicBezTo>
                    <a:pt x="6101" y="29946"/>
                    <a:pt x="6212" y="30020"/>
                    <a:pt x="6323" y="30020"/>
                  </a:cubicBezTo>
                  <a:lnTo>
                    <a:pt x="163485" y="30020"/>
                  </a:lnTo>
                  <a:cubicBezTo>
                    <a:pt x="163633" y="30020"/>
                    <a:pt x="163744" y="29946"/>
                    <a:pt x="163781" y="29836"/>
                  </a:cubicBezTo>
                  <a:lnTo>
                    <a:pt x="169807" y="15565"/>
                  </a:lnTo>
                  <a:cubicBezTo>
                    <a:pt x="169844" y="15454"/>
                    <a:pt x="169844" y="15380"/>
                    <a:pt x="169807" y="15306"/>
                  </a:cubicBezTo>
                  <a:cubicBezTo>
                    <a:pt x="169770" y="15232"/>
                    <a:pt x="169696" y="15158"/>
                    <a:pt x="169622" y="15121"/>
                  </a:cubicBezTo>
                  <a:lnTo>
                    <a:pt x="116976" y="37"/>
                  </a:lnTo>
                  <a:lnTo>
                    <a:pt x="1168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4572;p64">
              <a:extLst>
                <a:ext uri="{FF2B5EF4-FFF2-40B4-BE49-F238E27FC236}">
                  <a16:creationId xmlns:a16="http://schemas.microsoft.com/office/drawing/2014/main" xmlns="" id="{A7B0D5A7-499A-63B7-30CD-E7D4DD8BC75A}"/>
                </a:ext>
              </a:extLst>
            </p:cNvPr>
            <p:cNvSpPr/>
            <p:nvPr/>
          </p:nvSpPr>
          <p:spPr>
            <a:xfrm>
              <a:off x="2122750" y="2690200"/>
              <a:ext cx="409475" cy="244950"/>
            </a:xfrm>
            <a:custGeom>
              <a:avLst/>
              <a:gdLst/>
              <a:ahLst/>
              <a:cxnLst/>
              <a:rect l="l" t="t" r="r" b="b"/>
              <a:pathLst>
                <a:path w="16379" h="9798" extrusionOk="0">
                  <a:moveTo>
                    <a:pt x="9391" y="0"/>
                  </a:moveTo>
                  <a:lnTo>
                    <a:pt x="0" y="2366"/>
                  </a:lnTo>
                  <a:lnTo>
                    <a:pt x="6248" y="9798"/>
                  </a:lnTo>
                  <a:lnTo>
                    <a:pt x="16378" y="8910"/>
                  </a:lnTo>
                  <a:lnTo>
                    <a:pt x="93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4573;p64">
              <a:extLst>
                <a:ext uri="{FF2B5EF4-FFF2-40B4-BE49-F238E27FC236}">
                  <a16:creationId xmlns:a16="http://schemas.microsoft.com/office/drawing/2014/main" xmlns="" id="{D58EBDC1-4B31-772E-1F71-A384386529D2}"/>
                </a:ext>
              </a:extLst>
            </p:cNvPr>
            <p:cNvSpPr/>
            <p:nvPr/>
          </p:nvSpPr>
          <p:spPr>
            <a:xfrm>
              <a:off x="2396325" y="2621800"/>
              <a:ext cx="409475" cy="244950"/>
            </a:xfrm>
            <a:custGeom>
              <a:avLst/>
              <a:gdLst/>
              <a:ahLst/>
              <a:cxnLst/>
              <a:rect l="l" t="t" r="r" b="b"/>
              <a:pathLst>
                <a:path w="16379" h="9798" extrusionOk="0">
                  <a:moveTo>
                    <a:pt x="9391" y="0"/>
                  </a:moveTo>
                  <a:lnTo>
                    <a:pt x="0" y="2367"/>
                  </a:lnTo>
                  <a:lnTo>
                    <a:pt x="6249" y="9798"/>
                  </a:lnTo>
                  <a:lnTo>
                    <a:pt x="16378" y="8910"/>
                  </a:lnTo>
                  <a:lnTo>
                    <a:pt x="93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4574;p64">
              <a:extLst>
                <a:ext uri="{FF2B5EF4-FFF2-40B4-BE49-F238E27FC236}">
                  <a16:creationId xmlns:a16="http://schemas.microsoft.com/office/drawing/2014/main" xmlns="" id="{ADF812E2-8F4F-FB30-BC96-FA41EFEDCE87}"/>
                </a:ext>
              </a:extLst>
            </p:cNvPr>
            <p:cNvSpPr/>
            <p:nvPr/>
          </p:nvSpPr>
          <p:spPr>
            <a:xfrm>
              <a:off x="5047125" y="2690200"/>
              <a:ext cx="409475" cy="244950"/>
            </a:xfrm>
            <a:custGeom>
              <a:avLst/>
              <a:gdLst/>
              <a:ahLst/>
              <a:cxnLst/>
              <a:rect l="l" t="t" r="r" b="b"/>
              <a:pathLst>
                <a:path w="16379" h="9798" extrusionOk="0">
                  <a:moveTo>
                    <a:pt x="6988" y="0"/>
                  </a:moveTo>
                  <a:lnTo>
                    <a:pt x="0" y="8910"/>
                  </a:lnTo>
                  <a:lnTo>
                    <a:pt x="10130" y="9798"/>
                  </a:lnTo>
                  <a:lnTo>
                    <a:pt x="16378" y="2366"/>
                  </a:lnTo>
                  <a:lnTo>
                    <a:pt x="69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4575;p64">
              <a:extLst>
                <a:ext uri="{FF2B5EF4-FFF2-40B4-BE49-F238E27FC236}">
                  <a16:creationId xmlns:a16="http://schemas.microsoft.com/office/drawing/2014/main" xmlns="" id="{78CCBD82-51F6-0BDB-ED5A-AFEA35A34EA3}"/>
                </a:ext>
              </a:extLst>
            </p:cNvPr>
            <p:cNvSpPr/>
            <p:nvPr/>
          </p:nvSpPr>
          <p:spPr>
            <a:xfrm>
              <a:off x="4772600" y="2621800"/>
              <a:ext cx="410400" cy="244950"/>
            </a:xfrm>
            <a:custGeom>
              <a:avLst/>
              <a:gdLst/>
              <a:ahLst/>
              <a:cxnLst/>
              <a:rect l="l" t="t" r="r" b="b"/>
              <a:pathLst>
                <a:path w="16416" h="9798" extrusionOk="0">
                  <a:moveTo>
                    <a:pt x="7025" y="0"/>
                  </a:moveTo>
                  <a:lnTo>
                    <a:pt x="1" y="8910"/>
                  </a:lnTo>
                  <a:lnTo>
                    <a:pt x="10131" y="9798"/>
                  </a:lnTo>
                  <a:lnTo>
                    <a:pt x="16416" y="2367"/>
                  </a:lnTo>
                  <a:lnTo>
                    <a:pt x="70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4576;p64">
              <a:extLst>
                <a:ext uri="{FF2B5EF4-FFF2-40B4-BE49-F238E27FC236}">
                  <a16:creationId xmlns:a16="http://schemas.microsoft.com/office/drawing/2014/main" xmlns="" id="{27B45C83-8005-28FA-ABFC-DE95502CF2DD}"/>
                </a:ext>
              </a:extLst>
            </p:cNvPr>
            <p:cNvSpPr/>
            <p:nvPr/>
          </p:nvSpPr>
          <p:spPr>
            <a:xfrm>
              <a:off x="1668925" y="2795550"/>
              <a:ext cx="863300" cy="854975"/>
            </a:xfrm>
            <a:custGeom>
              <a:avLst/>
              <a:gdLst/>
              <a:ahLst/>
              <a:cxnLst/>
              <a:rect l="l" t="t" r="r" b="b"/>
              <a:pathLst>
                <a:path w="34532" h="34199" extrusionOk="0">
                  <a:moveTo>
                    <a:pt x="1" y="1"/>
                  </a:moveTo>
                  <a:lnTo>
                    <a:pt x="14604" y="34199"/>
                  </a:lnTo>
                  <a:lnTo>
                    <a:pt x="31537" y="34199"/>
                  </a:lnTo>
                  <a:lnTo>
                    <a:pt x="34531" y="4696"/>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4577;p64">
              <a:extLst>
                <a:ext uri="{FF2B5EF4-FFF2-40B4-BE49-F238E27FC236}">
                  <a16:creationId xmlns:a16="http://schemas.microsoft.com/office/drawing/2014/main" xmlns="" id="{B031E66F-48D8-1E06-81FF-83A37A363D56}"/>
                </a:ext>
              </a:extLst>
            </p:cNvPr>
            <p:cNvSpPr/>
            <p:nvPr/>
          </p:nvSpPr>
          <p:spPr>
            <a:xfrm>
              <a:off x="1661525" y="2788175"/>
              <a:ext cx="879000" cy="870675"/>
            </a:xfrm>
            <a:custGeom>
              <a:avLst/>
              <a:gdLst/>
              <a:ahLst/>
              <a:cxnLst/>
              <a:rect l="l" t="t" r="r" b="b"/>
              <a:pathLst>
                <a:path w="35160" h="34827" extrusionOk="0">
                  <a:moveTo>
                    <a:pt x="814" y="703"/>
                  </a:moveTo>
                  <a:lnTo>
                    <a:pt x="34494" y="5250"/>
                  </a:lnTo>
                  <a:lnTo>
                    <a:pt x="31526" y="34198"/>
                  </a:lnTo>
                  <a:lnTo>
                    <a:pt x="15122" y="34198"/>
                  </a:lnTo>
                  <a:lnTo>
                    <a:pt x="814" y="703"/>
                  </a:lnTo>
                  <a:close/>
                  <a:moveTo>
                    <a:pt x="334" y="0"/>
                  </a:moveTo>
                  <a:cubicBezTo>
                    <a:pt x="260" y="0"/>
                    <a:pt x="149" y="37"/>
                    <a:pt x="75" y="111"/>
                  </a:cubicBezTo>
                  <a:cubicBezTo>
                    <a:pt x="1" y="222"/>
                    <a:pt x="1" y="333"/>
                    <a:pt x="38" y="444"/>
                  </a:cubicBezTo>
                  <a:lnTo>
                    <a:pt x="14641" y="34605"/>
                  </a:lnTo>
                  <a:cubicBezTo>
                    <a:pt x="14678" y="34753"/>
                    <a:pt x="14789" y="34827"/>
                    <a:pt x="14900" y="34827"/>
                  </a:cubicBezTo>
                  <a:lnTo>
                    <a:pt x="31833" y="34827"/>
                  </a:lnTo>
                  <a:cubicBezTo>
                    <a:pt x="31980" y="34827"/>
                    <a:pt x="32091" y="34679"/>
                    <a:pt x="32128" y="34531"/>
                  </a:cubicBezTo>
                  <a:lnTo>
                    <a:pt x="35123" y="5028"/>
                  </a:lnTo>
                  <a:cubicBezTo>
                    <a:pt x="35160" y="4843"/>
                    <a:pt x="35049" y="4695"/>
                    <a:pt x="34864" y="4695"/>
                  </a:cubicBez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4578;p64">
              <a:extLst>
                <a:ext uri="{FF2B5EF4-FFF2-40B4-BE49-F238E27FC236}">
                  <a16:creationId xmlns:a16="http://schemas.microsoft.com/office/drawing/2014/main" xmlns="" id="{A895F50F-7A41-7A4E-E5A5-02FF0B93E94D}"/>
                </a:ext>
              </a:extLst>
            </p:cNvPr>
            <p:cNvSpPr/>
            <p:nvPr/>
          </p:nvSpPr>
          <p:spPr>
            <a:xfrm>
              <a:off x="564425" y="2517350"/>
              <a:ext cx="635925" cy="2438250"/>
            </a:xfrm>
            <a:custGeom>
              <a:avLst/>
              <a:gdLst/>
              <a:ahLst/>
              <a:cxnLst/>
              <a:rect l="l" t="t" r="r" b="b"/>
              <a:pathLst>
                <a:path w="25437" h="97530" extrusionOk="0">
                  <a:moveTo>
                    <a:pt x="1" y="1"/>
                  </a:moveTo>
                  <a:lnTo>
                    <a:pt x="1" y="97049"/>
                  </a:lnTo>
                  <a:lnTo>
                    <a:pt x="24438" y="97530"/>
                  </a:lnTo>
                  <a:lnTo>
                    <a:pt x="25437" y="97530"/>
                  </a:lnTo>
                  <a:lnTo>
                    <a:pt x="25437" y="61853"/>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4579;p64">
              <a:extLst>
                <a:ext uri="{FF2B5EF4-FFF2-40B4-BE49-F238E27FC236}">
                  <a16:creationId xmlns:a16="http://schemas.microsoft.com/office/drawing/2014/main" xmlns="" id="{F47C78D0-91F6-FBEB-C696-5C62E1B6874F}"/>
                </a:ext>
              </a:extLst>
            </p:cNvPr>
            <p:cNvSpPr/>
            <p:nvPr/>
          </p:nvSpPr>
          <p:spPr>
            <a:xfrm>
              <a:off x="557050" y="2509725"/>
              <a:ext cx="651625" cy="2453275"/>
            </a:xfrm>
            <a:custGeom>
              <a:avLst/>
              <a:gdLst/>
              <a:ahLst/>
              <a:cxnLst/>
              <a:rect l="l" t="t" r="r" b="b"/>
              <a:pathLst>
                <a:path w="26065" h="98131" extrusionOk="0">
                  <a:moveTo>
                    <a:pt x="629" y="1859"/>
                  </a:moveTo>
                  <a:lnTo>
                    <a:pt x="25436" y="62232"/>
                  </a:lnTo>
                  <a:lnTo>
                    <a:pt x="25436" y="97502"/>
                  </a:lnTo>
                  <a:lnTo>
                    <a:pt x="24733" y="97502"/>
                  </a:lnTo>
                  <a:lnTo>
                    <a:pt x="629" y="97021"/>
                  </a:lnTo>
                  <a:lnTo>
                    <a:pt x="629" y="1859"/>
                  </a:lnTo>
                  <a:close/>
                  <a:moveTo>
                    <a:pt x="334" y="1"/>
                  </a:moveTo>
                  <a:cubicBezTo>
                    <a:pt x="310" y="1"/>
                    <a:pt x="284" y="4"/>
                    <a:pt x="259" y="10"/>
                  </a:cubicBezTo>
                  <a:cubicBezTo>
                    <a:pt x="111" y="47"/>
                    <a:pt x="0" y="158"/>
                    <a:pt x="0" y="306"/>
                  </a:cubicBezTo>
                  <a:lnTo>
                    <a:pt x="0" y="97354"/>
                  </a:lnTo>
                  <a:cubicBezTo>
                    <a:pt x="0" y="97502"/>
                    <a:pt x="148" y="97650"/>
                    <a:pt x="296" y="97650"/>
                  </a:cubicBezTo>
                  <a:lnTo>
                    <a:pt x="24733" y="98130"/>
                  </a:lnTo>
                  <a:lnTo>
                    <a:pt x="25732" y="98130"/>
                  </a:lnTo>
                  <a:cubicBezTo>
                    <a:pt x="25842" y="98130"/>
                    <a:pt x="25916" y="98093"/>
                    <a:pt x="25953" y="98056"/>
                  </a:cubicBezTo>
                  <a:cubicBezTo>
                    <a:pt x="26027" y="97982"/>
                    <a:pt x="26064" y="97908"/>
                    <a:pt x="26064" y="97835"/>
                  </a:cubicBezTo>
                  <a:lnTo>
                    <a:pt x="26064" y="62158"/>
                  </a:lnTo>
                  <a:lnTo>
                    <a:pt x="26027" y="62047"/>
                  </a:lnTo>
                  <a:lnTo>
                    <a:pt x="592" y="195"/>
                  </a:lnTo>
                  <a:cubicBezTo>
                    <a:pt x="561" y="72"/>
                    <a:pt x="454" y="1"/>
                    <a:pt x="3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4580;p64">
              <a:extLst>
                <a:ext uri="{FF2B5EF4-FFF2-40B4-BE49-F238E27FC236}">
                  <a16:creationId xmlns:a16="http://schemas.microsoft.com/office/drawing/2014/main" xmlns="" id="{54EB6E79-1F8C-077C-C0D2-2C75879C5AD1}"/>
                </a:ext>
              </a:extLst>
            </p:cNvPr>
            <p:cNvSpPr/>
            <p:nvPr/>
          </p:nvSpPr>
          <p:spPr>
            <a:xfrm>
              <a:off x="6378975" y="2517350"/>
              <a:ext cx="635925" cy="2438250"/>
            </a:xfrm>
            <a:custGeom>
              <a:avLst/>
              <a:gdLst/>
              <a:ahLst/>
              <a:cxnLst/>
              <a:rect l="l" t="t" r="r" b="b"/>
              <a:pathLst>
                <a:path w="25437" h="97530" extrusionOk="0">
                  <a:moveTo>
                    <a:pt x="25437" y="1"/>
                  </a:moveTo>
                  <a:lnTo>
                    <a:pt x="1" y="61853"/>
                  </a:lnTo>
                  <a:lnTo>
                    <a:pt x="1" y="97530"/>
                  </a:lnTo>
                  <a:lnTo>
                    <a:pt x="1036" y="97530"/>
                  </a:lnTo>
                  <a:lnTo>
                    <a:pt x="25437" y="97049"/>
                  </a:lnTo>
                  <a:lnTo>
                    <a:pt x="2543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4581;p64">
              <a:extLst>
                <a:ext uri="{FF2B5EF4-FFF2-40B4-BE49-F238E27FC236}">
                  <a16:creationId xmlns:a16="http://schemas.microsoft.com/office/drawing/2014/main" xmlns="" id="{A778FD61-FE62-CD01-644A-47CF47B35DC7}"/>
                </a:ext>
              </a:extLst>
            </p:cNvPr>
            <p:cNvSpPr/>
            <p:nvPr/>
          </p:nvSpPr>
          <p:spPr>
            <a:xfrm>
              <a:off x="6371600" y="2509725"/>
              <a:ext cx="650700" cy="2453275"/>
            </a:xfrm>
            <a:custGeom>
              <a:avLst/>
              <a:gdLst/>
              <a:ahLst/>
              <a:cxnLst/>
              <a:rect l="l" t="t" r="r" b="b"/>
              <a:pathLst>
                <a:path w="26028" h="98131" extrusionOk="0">
                  <a:moveTo>
                    <a:pt x="25436" y="1859"/>
                  </a:moveTo>
                  <a:lnTo>
                    <a:pt x="25436" y="97021"/>
                  </a:lnTo>
                  <a:lnTo>
                    <a:pt x="1331" y="97502"/>
                  </a:lnTo>
                  <a:lnTo>
                    <a:pt x="592" y="97502"/>
                  </a:lnTo>
                  <a:lnTo>
                    <a:pt x="592" y="62232"/>
                  </a:lnTo>
                  <a:lnTo>
                    <a:pt x="25436" y="1859"/>
                  </a:lnTo>
                  <a:close/>
                  <a:moveTo>
                    <a:pt x="25730" y="1"/>
                  </a:moveTo>
                  <a:cubicBezTo>
                    <a:pt x="25609" y="1"/>
                    <a:pt x="25497" y="72"/>
                    <a:pt x="25436" y="195"/>
                  </a:cubicBezTo>
                  <a:lnTo>
                    <a:pt x="0" y="62047"/>
                  </a:lnTo>
                  <a:lnTo>
                    <a:pt x="0" y="62158"/>
                  </a:lnTo>
                  <a:lnTo>
                    <a:pt x="0" y="97835"/>
                  </a:lnTo>
                  <a:cubicBezTo>
                    <a:pt x="0" y="97908"/>
                    <a:pt x="37" y="97982"/>
                    <a:pt x="74" y="98056"/>
                  </a:cubicBezTo>
                  <a:cubicBezTo>
                    <a:pt x="148" y="98093"/>
                    <a:pt x="222" y="98130"/>
                    <a:pt x="296" y="98130"/>
                  </a:cubicBezTo>
                  <a:lnTo>
                    <a:pt x="1331" y="98130"/>
                  </a:lnTo>
                  <a:lnTo>
                    <a:pt x="25732" y="97650"/>
                  </a:lnTo>
                  <a:cubicBezTo>
                    <a:pt x="25916" y="97650"/>
                    <a:pt x="26027" y="97502"/>
                    <a:pt x="26027" y="97354"/>
                  </a:cubicBezTo>
                  <a:lnTo>
                    <a:pt x="26027" y="306"/>
                  </a:lnTo>
                  <a:cubicBezTo>
                    <a:pt x="26027" y="158"/>
                    <a:pt x="25953" y="47"/>
                    <a:pt x="25805" y="10"/>
                  </a:cubicBezTo>
                  <a:cubicBezTo>
                    <a:pt x="25780" y="4"/>
                    <a:pt x="25755" y="1"/>
                    <a:pt x="257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4582;p64">
              <a:extLst>
                <a:ext uri="{FF2B5EF4-FFF2-40B4-BE49-F238E27FC236}">
                  <a16:creationId xmlns:a16="http://schemas.microsoft.com/office/drawing/2014/main" xmlns="" id="{1D9B9A4D-B972-A77A-3BF1-C94051163D80}"/>
                </a:ext>
              </a:extLst>
            </p:cNvPr>
            <p:cNvSpPr/>
            <p:nvPr/>
          </p:nvSpPr>
          <p:spPr>
            <a:xfrm>
              <a:off x="564425" y="2517350"/>
              <a:ext cx="1469625" cy="1546325"/>
            </a:xfrm>
            <a:custGeom>
              <a:avLst/>
              <a:gdLst/>
              <a:ahLst/>
              <a:cxnLst/>
              <a:rect l="l" t="t" r="r" b="b"/>
              <a:pathLst>
                <a:path w="58785" h="61853" extrusionOk="0">
                  <a:moveTo>
                    <a:pt x="1" y="1"/>
                  </a:moveTo>
                  <a:lnTo>
                    <a:pt x="25363" y="61853"/>
                  </a:lnTo>
                  <a:lnTo>
                    <a:pt x="58784" y="45327"/>
                  </a:lnTo>
                  <a:lnTo>
                    <a:pt x="44181" y="11129"/>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4583;p64">
              <a:extLst>
                <a:ext uri="{FF2B5EF4-FFF2-40B4-BE49-F238E27FC236}">
                  <a16:creationId xmlns:a16="http://schemas.microsoft.com/office/drawing/2014/main" xmlns="" id="{44FC140C-ED6F-ECE4-7EAB-88246A760554}"/>
                </a:ext>
              </a:extLst>
            </p:cNvPr>
            <p:cNvSpPr/>
            <p:nvPr/>
          </p:nvSpPr>
          <p:spPr>
            <a:xfrm>
              <a:off x="556125" y="2509600"/>
              <a:ext cx="1487150" cy="1562075"/>
            </a:xfrm>
            <a:custGeom>
              <a:avLst/>
              <a:gdLst/>
              <a:ahLst/>
              <a:cxnLst/>
              <a:rect l="l" t="t" r="r" b="b"/>
              <a:pathLst>
                <a:path w="59486" h="62483" extrusionOk="0">
                  <a:moveTo>
                    <a:pt x="850" y="754"/>
                  </a:moveTo>
                  <a:lnTo>
                    <a:pt x="44291" y="11698"/>
                  </a:lnTo>
                  <a:lnTo>
                    <a:pt x="58752" y="45503"/>
                  </a:lnTo>
                  <a:lnTo>
                    <a:pt x="58752" y="45503"/>
                  </a:lnTo>
                  <a:lnTo>
                    <a:pt x="25879" y="61756"/>
                  </a:lnTo>
                  <a:lnTo>
                    <a:pt x="850" y="754"/>
                  </a:lnTo>
                  <a:close/>
                  <a:moveTo>
                    <a:pt x="318" y="1"/>
                  </a:moveTo>
                  <a:cubicBezTo>
                    <a:pt x="239" y="1"/>
                    <a:pt x="165" y="35"/>
                    <a:pt x="111" y="89"/>
                  </a:cubicBezTo>
                  <a:cubicBezTo>
                    <a:pt x="37" y="200"/>
                    <a:pt x="0" y="311"/>
                    <a:pt x="74" y="422"/>
                  </a:cubicBezTo>
                  <a:lnTo>
                    <a:pt x="25399" y="62274"/>
                  </a:lnTo>
                  <a:cubicBezTo>
                    <a:pt x="25436" y="62348"/>
                    <a:pt x="25510" y="62422"/>
                    <a:pt x="25584" y="62459"/>
                  </a:cubicBezTo>
                  <a:cubicBezTo>
                    <a:pt x="25614" y="62474"/>
                    <a:pt x="25651" y="62483"/>
                    <a:pt x="25689" y="62483"/>
                  </a:cubicBezTo>
                  <a:cubicBezTo>
                    <a:pt x="25743" y="62483"/>
                    <a:pt x="25799" y="62465"/>
                    <a:pt x="25842" y="62422"/>
                  </a:cubicBezTo>
                  <a:lnTo>
                    <a:pt x="59264" y="45933"/>
                  </a:lnTo>
                  <a:cubicBezTo>
                    <a:pt x="59412" y="45859"/>
                    <a:pt x="59486" y="45674"/>
                    <a:pt x="59412" y="45526"/>
                  </a:cubicBezTo>
                  <a:lnTo>
                    <a:pt x="44808" y="11328"/>
                  </a:lnTo>
                  <a:cubicBezTo>
                    <a:pt x="44771" y="11254"/>
                    <a:pt x="44697" y="11180"/>
                    <a:pt x="44587" y="11143"/>
                  </a:cubicBezTo>
                  <a:lnTo>
                    <a:pt x="407" y="15"/>
                  </a:lnTo>
                  <a:cubicBezTo>
                    <a:pt x="377" y="5"/>
                    <a:pt x="347" y="1"/>
                    <a:pt x="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4584;p64">
              <a:extLst>
                <a:ext uri="{FF2B5EF4-FFF2-40B4-BE49-F238E27FC236}">
                  <a16:creationId xmlns:a16="http://schemas.microsoft.com/office/drawing/2014/main" xmlns="" id="{F50B2FA8-FD80-9E80-FE94-98D07AEA274F}"/>
                </a:ext>
              </a:extLst>
            </p:cNvPr>
            <p:cNvSpPr/>
            <p:nvPr/>
          </p:nvSpPr>
          <p:spPr>
            <a:xfrm>
              <a:off x="5038800" y="2795550"/>
              <a:ext cx="861425" cy="854975"/>
            </a:xfrm>
            <a:custGeom>
              <a:avLst/>
              <a:gdLst/>
              <a:ahLst/>
              <a:cxnLst/>
              <a:rect l="l" t="t" r="r" b="b"/>
              <a:pathLst>
                <a:path w="34457" h="34199" extrusionOk="0">
                  <a:moveTo>
                    <a:pt x="34457" y="1"/>
                  </a:moveTo>
                  <a:lnTo>
                    <a:pt x="0" y="4696"/>
                  </a:lnTo>
                  <a:lnTo>
                    <a:pt x="2958" y="34199"/>
                  </a:lnTo>
                  <a:lnTo>
                    <a:pt x="19854" y="34199"/>
                  </a:lnTo>
                  <a:lnTo>
                    <a:pt x="3445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4585;p64">
              <a:extLst>
                <a:ext uri="{FF2B5EF4-FFF2-40B4-BE49-F238E27FC236}">
                  <a16:creationId xmlns:a16="http://schemas.microsoft.com/office/drawing/2014/main" xmlns="" id="{C3B8B987-F61F-4333-90B8-B2EDAD13A9D2}"/>
                </a:ext>
              </a:extLst>
            </p:cNvPr>
            <p:cNvSpPr/>
            <p:nvPr/>
          </p:nvSpPr>
          <p:spPr>
            <a:xfrm>
              <a:off x="5030475" y="2788175"/>
              <a:ext cx="878075" cy="870675"/>
            </a:xfrm>
            <a:custGeom>
              <a:avLst/>
              <a:gdLst/>
              <a:ahLst/>
              <a:cxnLst/>
              <a:rect l="l" t="t" r="r" b="b"/>
              <a:pathLst>
                <a:path w="35123" h="34827" extrusionOk="0">
                  <a:moveTo>
                    <a:pt x="34272" y="703"/>
                  </a:moveTo>
                  <a:lnTo>
                    <a:pt x="19965" y="34198"/>
                  </a:lnTo>
                  <a:lnTo>
                    <a:pt x="3561" y="34198"/>
                  </a:lnTo>
                  <a:lnTo>
                    <a:pt x="666" y="5250"/>
                  </a:lnTo>
                  <a:lnTo>
                    <a:pt x="34272" y="703"/>
                  </a:lnTo>
                  <a:close/>
                  <a:moveTo>
                    <a:pt x="34753" y="0"/>
                  </a:moveTo>
                  <a:lnTo>
                    <a:pt x="296" y="4695"/>
                  </a:lnTo>
                  <a:cubicBezTo>
                    <a:pt x="149" y="4732"/>
                    <a:pt x="1" y="4880"/>
                    <a:pt x="38" y="5028"/>
                  </a:cubicBezTo>
                  <a:lnTo>
                    <a:pt x="2958" y="34531"/>
                  </a:lnTo>
                  <a:cubicBezTo>
                    <a:pt x="2995" y="34679"/>
                    <a:pt x="3106" y="34827"/>
                    <a:pt x="3291" y="34827"/>
                  </a:cubicBezTo>
                  <a:lnTo>
                    <a:pt x="20187" y="34827"/>
                  </a:lnTo>
                  <a:cubicBezTo>
                    <a:pt x="20298" y="34827"/>
                    <a:pt x="20408" y="34753"/>
                    <a:pt x="20445" y="34605"/>
                  </a:cubicBezTo>
                  <a:lnTo>
                    <a:pt x="35049" y="444"/>
                  </a:lnTo>
                  <a:cubicBezTo>
                    <a:pt x="35123" y="333"/>
                    <a:pt x="35086" y="222"/>
                    <a:pt x="35012" y="111"/>
                  </a:cubicBezTo>
                  <a:cubicBezTo>
                    <a:pt x="34938" y="37"/>
                    <a:pt x="34864" y="0"/>
                    <a:pt x="347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4586;p64">
              <a:extLst>
                <a:ext uri="{FF2B5EF4-FFF2-40B4-BE49-F238E27FC236}">
                  <a16:creationId xmlns:a16="http://schemas.microsoft.com/office/drawing/2014/main" xmlns="" id="{B6534DB3-DEBB-ADE8-F19D-6EB6EF2A4D8D}"/>
                </a:ext>
              </a:extLst>
            </p:cNvPr>
            <p:cNvSpPr/>
            <p:nvPr/>
          </p:nvSpPr>
          <p:spPr>
            <a:xfrm>
              <a:off x="5583200" y="3053425"/>
              <a:ext cx="129400" cy="107250"/>
            </a:xfrm>
            <a:custGeom>
              <a:avLst/>
              <a:gdLst/>
              <a:ahLst/>
              <a:cxnLst/>
              <a:rect l="l" t="t" r="r" b="b"/>
              <a:pathLst>
                <a:path w="5176" h="4290" extrusionOk="0">
                  <a:moveTo>
                    <a:pt x="5176" y="1"/>
                  </a:moveTo>
                  <a:lnTo>
                    <a:pt x="1442" y="371"/>
                  </a:lnTo>
                  <a:lnTo>
                    <a:pt x="0" y="4289"/>
                  </a:lnTo>
                  <a:lnTo>
                    <a:pt x="3623" y="3957"/>
                  </a:lnTo>
                  <a:lnTo>
                    <a:pt x="51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4587;p64">
              <a:extLst>
                <a:ext uri="{FF2B5EF4-FFF2-40B4-BE49-F238E27FC236}">
                  <a16:creationId xmlns:a16="http://schemas.microsoft.com/office/drawing/2014/main" xmlns="" id="{50A37001-C4A3-0C11-3C0E-3722854FE14F}"/>
                </a:ext>
              </a:extLst>
            </p:cNvPr>
            <p:cNvSpPr/>
            <p:nvPr/>
          </p:nvSpPr>
          <p:spPr>
            <a:xfrm>
              <a:off x="5375225" y="3075625"/>
              <a:ext cx="122950" cy="102600"/>
            </a:xfrm>
            <a:custGeom>
              <a:avLst/>
              <a:gdLst/>
              <a:ahLst/>
              <a:cxnLst/>
              <a:rect l="l" t="t" r="r" b="b"/>
              <a:pathLst>
                <a:path w="4918" h="4104" extrusionOk="0">
                  <a:moveTo>
                    <a:pt x="4918" y="0"/>
                  </a:moveTo>
                  <a:lnTo>
                    <a:pt x="1406" y="333"/>
                  </a:lnTo>
                  <a:lnTo>
                    <a:pt x="1" y="4104"/>
                  </a:lnTo>
                  <a:lnTo>
                    <a:pt x="3513" y="3808"/>
                  </a:lnTo>
                  <a:lnTo>
                    <a:pt x="49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4588;p64">
              <a:extLst>
                <a:ext uri="{FF2B5EF4-FFF2-40B4-BE49-F238E27FC236}">
                  <a16:creationId xmlns:a16="http://schemas.microsoft.com/office/drawing/2014/main" xmlns="" id="{E7F9CF45-F1A7-6E0B-F42D-FB4DAAFD3B7D}"/>
                </a:ext>
              </a:extLst>
            </p:cNvPr>
            <p:cNvSpPr/>
            <p:nvPr/>
          </p:nvSpPr>
          <p:spPr>
            <a:xfrm>
              <a:off x="5415900" y="2996125"/>
              <a:ext cx="111850" cy="73050"/>
            </a:xfrm>
            <a:custGeom>
              <a:avLst/>
              <a:gdLst/>
              <a:ahLst/>
              <a:cxnLst/>
              <a:rect l="l" t="t" r="r" b="b"/>
              <a:pathLst>
                <a:path w="4474" h="2922" extrusionOk="0">
                  <a:moveTo>
                    <a:pt x="4474" y="1"/>
                  </a:moveTo>
                  <a:lnTo>
                    <a:pt x="962" y="407"/>
                  </a:lnTo>
                  <a:lnTo>
                    <a:pt x="0" y="2921"/>
                  </a:lnTo>
                  <a:lnTo>
                    <a:pt x="3513" y="2552"/>
                  </a:lnTo>
                  <a:lnTo>
                    <a:pt x="44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4589;p64">
              <a:extLst>
                <a:ext uri="{FF2B5EF4-FFF2-40B4-BE49-F238E27FC236}">
                  <a16:creationId xmlns:a16="http://schemas.microsoft.com/office/drawing/2014/main" xmlns="" id="{6482D836-0FAB-460C-EC5B-42C5D36B36EC}"/>
                </a:ext>
              </a:extLst>
            </p:cNvPr>
            <p:cNvSpPr/>
            <p:nvPr/>
          </p:nvSpPr>
          <p:spPr>
            <a:xfrm>
              <a:off x="5520350" y="2983200"/>
              <a:ext cx="112775" cy="74875"/>
            </a:xfrm>
            <a:custGeom>
              <a:avLst/>
              <a:gdLst/>
              <a:ahLst/>
              <a:cxnLst/>
              <a:rect l="l" t="t" r="r" b="b"/>
              <a:pathLst>
                <a:path w="4511" h="2995" extrusionOk="0">
                  <a:moveTo>
                    <a:pt x="4511" y="0"/>
                  </a:moveTo>
                  <a:lnTo>
                    <a:pt x="961" y="444"/>
                  </a:lnTo>
                  <a:lnTo>
                    <a:pt x="0" y="2995"/>
                  </a:lnTo>
                  <a:lnTo>
                    <a:pt x="0" y="2995"/>
                  </a:lnTo>
                  <a:lnTo>
                    <a:pt x="3512" y="2662"/>
                  </a:lnTo>
                  <a:lnTo>
                    <a:pt x="4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4590;p64">
              <a:extLst>
                <a:ext uri="{FF2B5EF4-FFF2-40B4-BE49-F238E27FC236}">
                  <a16:creationId xmlns:a16="http://schemas.microsoft.com/office/drawing/2014/main" xmlns="" id="{DB85D76D-71DB-4F44-9073-C0FF1AC7A912}"/>
                </a:ext>
              </a:extLst>
            </p:cNvPr>
            <p:cNvSpPr/>
            <p:nvPr/>
          </p:nvSpPr>
          <p:spPr>
            <a:xfrm>
              <a:off x="5276325" y="3085775"/>
              <a:ext cx="118350" cy="101700"/>
            </a:xfrm>
            <a:custGeom>
              <a:avLst/>
              <a:gdLst/>
              <a:ahLst/>
              <a:cxnLst/>
              <a:rect l="l" t="t" r="r" b="b"/>
              <a:pathLst>
                <a:path w="4734" h="4068" extrusionOk="0">
                  <a:moveTo>
                    <a:pt x="4733" y="1"/>
                  </a:moveTo>
                  <a:lnTo>
                    <a:pt x="1517" y="334"/>
                  </a:lnTo>
                  <a:lnTo>
                    <a:pt x="1" y="4068"/>
                  </a:lnTo>
                  <a:lnTo>
                    <a:pt x="3291" y="3772"/>
                  </a:lnTo>
                  <a:lnTo>
                    <a:pt x="47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4591;p64">
              <a:extLst>
                <a:ext uri="{FF2B5EF4-FFF2-40B4-BE49-F238E27FC236}">
                  <a16:creationId xmlns:a16="http://schemas.microsoft.com/office/drawing/2014/main" xmlns="" id="{62A4C78B-D2AD-872F-FEDE-5FF7E9253A73}"/>
                </a:ext>
              </a:extLst>
            </p:cNvPr>
            <p:cNvSpPr/>
            <p:nvPr/>
          </p:nvSpPr>
          <p:spPr>
            <a:xfrm>
              <a:off x="5535125" y="3168050"/>
              <a:ext cx="132200" cy="119250"/>
            </a:xfrm>
            <a:custGeom>
              <a:avLst/>
              <a:gdLst/>
              <a:ahLst/>
              <a:cxnLst/>
              <a:rect l="l" t="t" r="r" b="b"/>
              <a:pathLst>
                <a:path w="5288" h="4770" extrusionOk="0">
                  <a:moveTo>
                    <a:pt x="5287" y="0"/>
                  </a:moveTo>
                  <a:lnTo>
                    <a:pt x="1664" y="296"/>
                  </a:lnTo>
                  <a:lnTo>
                    <a:pt x="1" y="4769"/>
                  </a:lnTo>
                  <a:lnTo>
                    <a:pt x="3476" y="4585"/>
                  </a:lnTo>
                  <a:lnTo>
                    <a:pt x="52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4592;p64">
              <a:extLst>
                <a:ext uri="{FF2B5EF4-FFF2-40B4-BE49-F238E27FC236}">
                  <a16:creationId xmlns:a16="http://schemas.microsoft.com/office/drawing/2014/main" xmlns="" id="{9DF609EA-399F-8410-4A6A-B389E6E03369}"/>
                </a:ext>
              </a:extLst>
            </p:cNvPr>
            <p:cNvSpPr/>
            <p:nvPr/>
          </p:nvSpPr>
          <p:spPr>
            <a:xfrm>
              <a:off x="5295750" y="3308525"/>
              <a:ext cx="115550" cy="81375"/>
            </a:xfrm>
            <a:custGeom>
              <a:avLst/>
              <a:gdLst/>
              <a:ahLst/>
              <a:cxnLst/>
              <a:rect l="l" t="t" r="r" b="b"/>
              <a:pathLst>
                <a:path w="4622" h="3255" extrusionOk="0">
                  <a:moveTo>
                    <a:pt x="4622" y="1"/>
                  </a:moveTo>
                  <a:lnTo>
                    <a:pt x="1146" y="223"/>
                  </a:lnTo>
                  <a:lnTo>
                    <a:pt x="0" y="3254"/>
                  </a:lnTo>
                  <a:lnTo>
                    <a:pt x="3402" y="3254"/>
                  </a:lnTo>
                  <a:lnTo>
                    <a:pt x="46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4593;p64">
              <a:extLst>
                <a:ext uri="{FF2B5EF4-FFF2-40B4-BE49-F238E27FC236}">
                  <a16:creationId xmlns:a16="http://schemas.microsoft.com/office/drawing/2014/main" xmlns="" id="{B28A84FA-6A22-5F48-E803-434F1276C274}"/>
                </a:ext>
              </a:extLst>
            </p:cNvPr>
            <p:cNvSpPr/>
            <p:nvPr/>
          </p:nvSpPr>
          <p:spPr>
            <a:xfrm>
              <a:off x="5478750" y="3064525"/>
              <a:ext cx="123875" cy="104475"/>
            </a:xfrm>
            <a:custGeom>
              <a:avLst/>
              <a:gdLst/>
              <a:ahLst/>
              <a:cxnLst/>
              <a:rect l="l" t="t" r="r" b="b"/>
              <a:pathLst>
                <a:path w="4955" h="4179" extrusionOk="0">
                  <a:moveTo>
                    <a:pt x="4954" y="0"/>
                  </a:moveTo>
                  <a:lnTo>
                    <a:pt x="1442" y="370"/>
                  </a:lnTo>
                  <a:lnTo>
                    <a:pt x="0" y="4178"/>
                  </a:lnTo>
                  <a:lnTo>
                    <a:pt x="3513" y="3882"/>
                  </a:lnTo>
                  <a:lnTo>
                    <a:pt x="495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4594;p64">
              <a:extLst>
                <a:ext uri="{FF2B5EF4-FFF2-40B4-BE49-F238E27FC236}">
                  <a16:creationId xmlns:a16="http://schemas.microsoft.com/office/drawing/2014/main" xmlns="" id="{9F22E4E5-71B9-B83D-6C7B-A26FDB508B3E}"/>
                </a:ext>
              </a:extLst>
            </p:cNvPr>
            <p:cNvSpPr/>
            <p:nvPr/>
          </p:nvSpPr>
          <p:spPr>
            <a:xfrm>
              <a:off x="5624775" y="2969325"/>
              <a:ext cx="121100" cy="78575"/>
            </a:xfrm>
            <a:custGeom>
              <a:avLst/>
              <a:gdLst/>
              <a:ahLst/>
              <a:cxnLst/>
              <a:rect l="l" t="t" r="r" b="b"/>
              <a:pathLst>
                <a:path w="4844" h="3143" extrusionOk="0">
                  <a:moveTo>
                    <a:pt x="4844" y="0"/>
                  </a:moveTo>
                  <a:lnTo>
                    <a:pt x="999" y="481"/>
                  </a:lnTo>
                  <a:lnTo>
                    <a:pt x="1" y="3143"/>
                  </a:lnTo>
                  <a:lnTo>
                    <a:pt x="3772" y="2773"/>
                  </a:lnTo>
                  <a:lnTo>
                    <a:pt x="48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4595;p64">
              <a:extLst>
                <a:ext uri="{FF2B5EF4-FFF2-40B4-BE49-F238E27FC236}">
                  <a16:creationId xmlns:a16="http://schemas.microsoft.com/office/drawing/2014/main" xmlns="" id="{2CED7D02-290C-6A4E-548A-6847A311A1C0}"/>
                </a:ext>
              </a:extLst>
            </p:cNvPr>
            <p:cNvSpPr/>
            <p:nvPr/>
          </p:nvSpPr>
          <p:spPr>
            <a:xfrm>
              <a:off x="5193150" y="3315000"/>
              <a:ext cx="115550" cy="74900"/>
            </a:xfrm>
            <a:custGeom>
              <a:avLst/>
              <a:gdLst/>
              <a:ahLst/>
              <a:cxnLst/>
              <a:rect l="l" t="t" r="r" b="b"/>
              <a:pathLst>
                <a:path w="4622" h="2996" extrusionOk="0">
                  <a:moveTo>
                    <a:pt x="4622" y="1"/>
                  </a:moveTo>
                  <a:lnTo>
                    <a:pt x="1147" y="185"/>
                  </a:lnTo>
                  <a:lnTo>
                    <a:pt x="0" y="2995"/>
                  </a:lnTo>
                  <a:lnTo>
                    <a:pt x="3476" y="2995"/>
                  </a:lnTo>
                  <a:lnTo>
                    <a:pt x="46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4596;p64">
              <a:extLst>
                <a:ext uri="{FF2B5EF4-FFF2-40B4-BE49-F238E27FC236}">
                  <a16:creationId xmlns:a16="http://schemas.microsoft.com/office/drawing/2014/main" xmlns="" id="{F5759FA3-9843-4488-F036-503CFE9500F5}"/>
                </a:ext>
              </a:extLst>
            </p:cNvPr>
            <p:cNvSpPr/>
            <p:nvPr/>
          </p:nvSpPr>
          <p:spPr>
            <a:xfrm>
              <a:off x="5320700" y="3009075"/>
              <a:ext cx="102625" cy="69325"/>
            </a:xfrm>
            <a:custGeom>
              <a:avLst/>
              <a:gdLst/>
              <a:ahLst/>
              <a:cxnLst/>
              <a:rect l="l" t="t" r="r" b="b"/>
              <a:pathLst>
                <a:path w="4105" h="2773" extrusionOk="0">
                  <a:moveTo>
                    <a:pt x="4104" y="0"/>
                  </a:moveTo>
                  <a:lnTo>
                    <a:pt x="962" y="370"/>
                  </a:lnTo>
                  <a:lnTo>
                    <a:pt x="0" y="2773"/>
                  </a:lnTo>
                  <a:lnTo>
                    <a:pt x="0" y="2773"/>
                  </a:lnTo>
                  <a:lnTo>
                    <a:pt x="3180" y="2477"/>
                  </a:lnTo>
                  <a:lnTo>
                    <a:pt x="41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4597;p64">
              <a:extLst>
                <a:ext uri="{FF2B5EF4-FFF2-40B4-BE49-F238E27FC236}">
                  <a16:creationId xmlns:a16="http://schemas.microsoft.com/office/drawing/2014/main" xmlns="" id="{D761B287-7601-C616-CE5D-2D975EAD2EF9}"/>
                </a:ext>
              </a:extLst>
            </p:cNvPr>
            <p:cNvSpPr/>
            <p:nvPr/>
          </p:nvSpPr>
          <p:spPr>
            <a:xfrm>
              <a:off x="5497225" y="3297450"/>
              <a:ext cx="119275" cy="92450"/>
            </a:xfrm>
            <a:custGeom>
              <a:avLst/>
              <a:gdLst/>
              <a:ahLst/>
              <a:cxnLst/>
              <a:rect l="l" t="t" r="r" b="b"/>
              <a:pathLst>
                <a:path w="4771" h="3698" extrusionOk="0">
                  <a:moveTo>
                    <a:pt x="4770" y="0"/>
                  </a:moveTo>
                  <a:lnTo>
                    <a:pt x="1295" y="185"/>
                  </a:lnTo>
                  <a:lnTo>
                    <a:pt x="1" y="3697"/>
                  </a:lnTo>
                  <a:lnTo>
                    <a:pt x="3291" y="3697"/>
                  </a:lnTo>
                  <a:lnTo>
                    <a:pt x="47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4598;p64">
              <a:extLst>
                <a:ext uri="{FF2B5EF4-FFF2-40B4-BE49-F238E27FC236}">
                  <a16:creationId xmlns:a16="http://schemas.microsoft.com/office/drawing/2014/main" xmlns="" id="{47EA6A58-135B-4310-D259-F9AB898C3EAE}"/>
                </a:ext>
              </a:extLst>
            </p:cNvPr>
            <p:cNvSpPr/>
            <p:nvPr/>
          </p:nvSpPr>
          <p:spPr>
            <a:xfrm>
              <a:off x="5432525" y="3177275"/>
              <a:ext cx="128500" cy="115575"/>
            </a:xfrm>
            <a:custGeom>
              <a:avLst/>
              <a:gdLst/>
              <a:ahLst/>
              <a:cxnLst/>
              <a:rect l="l" t="t" r="r" b="b"/>
              <a:pathLst>
                <a:path w="5140" h="4623" extrusionOk="0">
                  <a:moveTo>
                    <a:pt x="5140" y="1"/>
                  </a:moveTo>
                  <a:lnTo>
                    <a:pt x="1628" y="297"/>
                  </a:lnTo>
                  <a:lnTo>
                    <a:pt x="1" y="4622"/>
                  </a:lnTo>
                  <a:lnTo>
                    <a:pt x="3476" y="4437"/>
                  </a:lnTo>
                  <a:lnTo>
                    <a:pt x="51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4599;p64">
              <a:extLst>
                <a:ext uri="{FF2B5EF4-FFF2-40B4-BE49-F238E27FC236}">
                  <a16:creationId xmlns:a16="http://schemas.microsoft.com/office/drawing/2014/main" xmlns="" id="{C923AFF9-2CED-39E8-7775-41E3CCFF32EA}"/>
                </a:ext>
              </a:extLst>
            </p:cNvPr>
            <p:cNvSpPr/>
            <p:nvPr/>
          </p:nvSpPr>
          <p:spPr>
            <a:xfrm>
              <a:off x="5329950" y="3185600"/>
              <a:ext cx="126650" cy="112800"/>
            </a:xfrm>
            <a:custGeom>
              <a:avLst/>
              <a:gdLst/>
              <a:ahLst/>
              <a:cxnLst/>
              <a:rect l="l" t="t" r="r" b="b"/>
              <a:pathLst>
                <a:path w="5066" h="4512" extrusionOk="0">
                  <a:moveTo>
                    <a:pt x="5065" y="1"/>
                  </a:moveTo>
                  <a:lnTo>
                    <a:pt x="1590" y="333"/>
                  </a:lnTo>
                  <a:lnTo>
                    <a:pt x="0" y="4511"/>
                  </a:lnTo>
                  <a:lnTo>
                    <a:pt x="3475" y="4326"/>
                  </a:lnTo>
                  <a:lnTo>
                    <a:pt x="50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4600;p64">
              <a:extLst>
                <a:ext uri="{FF2B5EF4-FFF2-40B4-BE49-F238E27FC236}">
                  <a16:creationId xmlns:a16="http://schemas.microsoft.com/office/drawing/2014/main" xmlns="" id="{2DD6ED91-BE0F-5C12-C4F2-C39349238470}"/>
                </a:ext>
              </a:extLst>
            </p:cNvPr>
            <p:cNvSpPr/>
            <p:nvPr/>
          </p:nvSpPr>
          <p:spPr>
            <a:xfrm>
              <a:off x="5228275" y="3194850"/>
              <a:ext cx="124800" cy="110000"/>
            </a:xfrm>
            <a:custGeom>
              <a:avLst/>
              <a:gdLst/>
              <a:ahLst/>
              <a:cxnLst/>
              <a:rect l="l" t="t" r="r" b="b"/>
              <a:pathLst>
                <a:path w="4992" h="4400" extrusionOk="0">
                  <a:moveTo>
                    <a:pt x="4991" y="0"/>
                  </a:moveTo>
                  <a:lnTo>
                    <a:pt x="1664" y="296"/>
                  </a:lnTo>
                  <a:lnTo>
                    <a:pt x="0" y="4400"/>
                  </a:lnTo>
                  <a:lnTo>
                    <a:pt x="3439" y="4178"/>
                  </a:lnTo>
                  <a:lnTo>
                    <a:pt x="49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4601;p64">
              <a:extLst>
                <a:ext uri="{FF2B5EF4-FFF2-40B4-BE49-F238E27FC236}">
                  <a16:creationId xmlns:a16="http://schemas.microsoft.com/office/drawing/2014/main" xmlns="" id="{E36B2BCD-A1F8-2D06-FBA9-D1E8FF818DE8}"/>
                </a:ext>
              </a:extLst>
            </p:cNvPr>
            <p:cNvSpPr/>
            <p:nvPr/>
          </p:nvSpPr>
          <p:spPr>
            <a:xfrm>
              <a:off x="5396500" y="3302975"/>
              <a:ext cx="117400" cy="86925"/>
            </a:xfrm>
            <a:custGeom>
              <a:avLst/>
              <a:gdLst/>
              <a:ahLst/>
              <a:cxnLst/>
              <a:rect l="l" t="t" r="r" b="b"/>
              <a:pathLst>
                <a:path w="4696" h="3477" extrusionOk="0">
                  <a:moveTo>
                    <a:pt x="4695" y="1"/>
                  </a:moveTo>
                  <a:lnTo>
                    <a:pt x="1220" y="186"/>
                  </a:lnTo>
                  <a:lnTo>
                    <a:pt x="0" y="3476"/>
                  </a:lnTo>
                  <a:lnTo>
                    <a:pt x="3401" y="3476"/>
                  </a:lnTo>
                  <a:lnTo>
                    <a:pt x="46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4602;p64">
              <a:extLst>
                <a:ext uri="{FF2B5EF4-FFF2-40B4-BE49-F238E27FC236}">
                  <a16:creationId xmlns:a16="http://schemas.microsoft.com/office/drawing/2014/main" xmlns="" id="{CB5BA622-631B-BCB1-F87B-9BB39933B90A}"/>
                </a:ext>
              </a:extLst>
            </p:cNvPr>
            <p:cNvSpPr/>
            <p:nvPr/>
          </p:nvSpPr>
          <p:spPr>
            <a:xfrm>
              <a:off x="5535125" y="2517350"/>
              <a:ext cx="1469600" cy="1546325"/>
            </a:xfrm>
            <a:custGeom>
              <a:avLst/>
              <a:gdLst/>
              <a:ahLst/>
              <a:cxnLst/>
              <a:rect l="l" t="t" r="r" b="b"/>
              <a:pathLst>
                <a:path w="58784" h="61853" extrusionOk="0">
                  <a:moveTo>
                    <a:pt x="58784" y="1"/>
                  </a:moveTo>
                  <a:lnTo>
                    <a:pt x="14604" y="11129"/>
                  </a:lnTo>
                  <a:lnTo>
                    <a:pt x="1" y="45327"/>
                  </a:lnTo>
                  <a:lnTo>
                    <a:pt x="33422" y="61853"/>
                  </a:lnTo>
                  <a:lnTo>
                    <a:pt x="5878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4603;p64">
              <a:extLst>
                <a:ext uri="{FF2B5EF4-FFF2-40B4-BE49-F238E27FC236}">
                  <a16:creationId xmlns:a16="http://schemas.microsoft.com/office/drawing/2014/main" xmlns="" id="{B6C3AEB6-8954-F16F-32F2-1F610922F114}"/>
                </a:ext>
              </a:extLst>
            </p:cNvPr>
            <p:cNvSpPr/>
            <p:nvPr/>
          </p:nvSpPr>
          <p:spPr>
            <a:xfrm>
              <a:off x="5525875" y="2509600"/>
              <a:ext cx="1487175" cy="1562075"/>
            </a:xfrm>
            <a:custGeom>
              <a:avLst/>
              <a:gdLst/>
              <a:ahLst/>
              <a:cxnLst/>
              <a:rect l="l" t="t" r="r" b="b"/>
              <a:pathLst>
                <a:path w="59487" h="62483" extrusionOk="0">
                  <a:moveTo>
                    <a:pt x="58636" y="754"/>
                  </a:moveTo>
                  <a:lnTo>
                    <a:pt x="33644" y="61756"/>
                  </a:lnTo>
                  <a:lnTo>
                    <a:pt x="734" y="45503"/>
                  </a:lnTo>
                  <a:lnTo>
                    <a:pt x="734" y="45503"/>
                  </a:lnTo>
                  <a:lnTo>
                    <a:pt x="15196" y="11698"/>
                  </a:lnTo>
                  <a:lnTo>
                    <a:pt x="58636" y="754"/>
                  </a:lnTo>
                  <a:close/>
                  <a:moveTo>
                    <a:pt x="59168" y="1"/>
                  </a:moveTo>
                  <a:cubicBezTo>
                    <a:pt x="59139" y="1"/>
                    <a:pt x="59110" y="5"/>
                    <a:pt x="59080" y="15"/>
                  </a:cubicBezTo>
                  <a:lnTo>
                    <a:pt x="14900" y="11143"/>
                  </a:lnTo>
                  <a:cubicBezTo>
                    <a:pt x="14789" y="11180"/>
                    <a:pt x="14715" y="11254"/>
                    <a:pt x="14678" y="11328"/>
                  </a:cubicBezTo>
                  <a:lnTo>
                    <a:pt x="75" y="45526"/>
                  </a:lnTo>
                  <a:cubicBezTo>
                    <a:pt x="1" y="45674"/>
                    <a:pt x="75" y="45859"/>
                    <a:pt x="223" y="45933"/>
                  </a:cubicBezTo>
                  <a:lnTo>
                    <a:pt x="33644" y="62422"/>
                  </a:lnTo>
                  <a:cubicBezTo>
                    <a:pt x="33687" y="62465"/>
                    <a:pt x="33743" y="62483"/>
                    <a:pt x="33797" y="62483"/>
                  </a:cubicBezTo>
                  <a:cubicBezTo>
                    <a:pt x="33835" y="62483"/>
                    <a:pt x="33872" y="62474"/>
                    <a:pt x="33903" y="62459"/>
                  </a:cubicBezTo>
                  <a:cubicBezTo>
                    <a:pt x="33977" y="62422"/>
                    <a:pt x="34051" y="62348"/>
                    <a:pt x="34088" y="62274"/>
                  </a:cubicBezTo>
                  <a:lnTo>
                    <a:pt x="59413" y="422"/>
                  </a:lnTo>
                  <a:cubicBezTo>
                    <a:pt x="59487" y="311"/>
                    <a:pt x="59450" y="200"/>
                    <a:pt x="59376" y="89"/>
                  </a:cubicBezTo>
                  <a:cubicBezTo>
                    <a:pt x="59322" y="35"/>
                    <a:pt x="59248" y="1"/>
                    <a:pt x="59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4604;p64">
              <a:extLst>
                <a:ext uri="{FF2B5EF4-FFF2-40B4-BE49-F238E27FC236}">
                  <a16:creationId xmlns:a16="http://schemas.microsoft.com/office/drawing/2014/main" xmlns="" id="{E9782F98-826F-F5F7-4B77-D0AC0ED1890E}"/>
                </a:ext>
              </a:extLst>
            </p:cNvPr>
            <p:cNvSpPr/>
            <p:nvPr/>
          </p:nvSpPr>
          <p:spPr>
            <a:xfrm>
              <a:off x="2453625" y="2391650"/>
              <a:ext cx="2670225" cy="1257025"/>
            </a:xfrm>
            <a:custGeom>
              <a:avLst/>
              <a:gdLst/>
              <a:ahLst/>
              <a:cxnLst/>
              <a:rect l="l" t="t" r="r" b="b"/>
              <a:pathLst>
                <a:path w="106809" h="50281" extrusionOk="0">
                  <a:moveTo>
                    <a:pt x="8652" y="1"/>
                  </a:moveTo>
                  <a:cubicBezTo>
                    <a:pt x="6766" y="1"/>
                    <a:pt x="5214" y="1406"/>
                    <a:pt x="4992" y="3291"/>
                  </a:cubicBezTo>
                  <a:lnTo>
                    <a:pt x="1" y="50281"/>
                  </a:lnTo>
                  <a:lnTo>
                    <a:pt x="106809" y="50281"/>
                  </a:lnTo>
                  <a:lnTo>
                    <a:pt x="101818" y="3291"/>
                  </a:lnTo>
                  <a:cubicBezTo>
                    <a:pt x="101633" y="1406"/>
                    <a:pt x="100043" y="1"/>
                    <a:pt x="981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4605;p64">
              <a:extLst>
                <a:ext uri="{FF2B5EF4-FFF2-40B4-BE49-F238E27FC236}">
                  <a16:creationId xmlns:a16="http://schemas.microsoft.com/office/drawing/2014/main" xmlns="" id="{E9CAA3B3-CF51-51FE-6108-DB8417BB91BB}"/>
                </a:ext>
              </a:extLst>
            </p:cNvPr>
            <p:cNvSpPr/>
            <p:nvPr/>
          </p:nvSpPr>
          <p:spPr>
            <a:xfrm>
              <a:off x="2446225" y="2384250"/>
              <a:ext cx="2685950" cy="1272750"/>
            </a:xfrm>
            <a:custGeom>
              <a:avLst/>
              <a:gdLst/>
              <a:ahLst/>
              <a:cxnLst/>
              <a:rect l="l" t="t" r="r" b="b"/>
              <a:pathLst>
                <a:path w="107438" h="50910" extrusionOk="0">
                  <a:moveTo>
                    <a:pt x="98454" y="593"/>
                  </a:moveTo>
                  <a:cubicBezTo>
                    <a:pt x="100191" y="593"/>
                    <a:pt x="101633" y="1923"/>
                    <a:pt x="101818" y="3624"/>
                  </a:cubicBezTo>
                  <a:lnTo>
                    <a:pt x="106774" y="50281"/>
                  </a:lnTo>
                  <a:lnTo>
                    <a:pt x="666" y="50281"/>
                  </a:lnTo>
                  <a:lnTo>
                    <a:pt x="5620" y="3624"/>
                  </a:lnTo>
                  <a:cubicBezTo>
                    <a:pt x="5805" y="1923"/>
                    <a:pt x="7247" y="593"/>
                    <a:pt x="8948" y="593"/>
                  </a:cubicBezTo>
                  <a:close/>
                  <a:moveTo>
                    <a:pt x="8948" y="1"/>
                  </a:moveTo>
                  <a:cubicBezTo>
                    <a:pt x="6914" y="1"/>
                    <a:pt x="5214" y="1517"/>
                    <a:pt x="4992" y="3550"/>
                  </a:cubicBezTo>
                  <a:lnTo>
                    <a:pt x="1" y="50540"/>
                  </a:lnTo>
                  <a:cubicBezTo>
                    <a:pt x="1" y="50651"/>
                    <a:pt x="38" y="50725"/>
                    <a:pt x="75" y="50799"/>
                  </a:cubicBezTo>
                  <a:cubicBezTo>
                    <a:pt x="149" y="50873"/>
                    <a:pt x="223" y="50910"/>
                    <a:pt x="297" y="50910"/>
                  </a:cubicBezTo>
                  <a:lnTo>
                    <a:pt x="107105" y="50910"/>
                  </a:lnTo>
                  <a:cubicBezTo>
                    <a:pt x="107216" y="50910"/>
                    <a:pt x="107290" y="50873"/>
                    <a:pt x="107327" y="50799"/>
                  </a:cubicBezTo>
                  <a:cubicBezTo>
                    <a:pt x="107400" y="50725"/>
                    <a:pt x="107437" y="50651"/>
                    <a:pt x="107437" y="50540"/>
                  </a:cubicBezTo>
                  <a:lnTo>
                    <a:pt x="102446" y="3550"/>
                  </a:lnTo>
                  <a:cubicBezTo>
                    <a:pt x="102225" y="1517"/>
                    <a:pt x="100487" y="1"/>
                    <a:pt x="984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4606;p64">
              <a:extLst>
                <a:ext uri="{FF2B5EF4-FFF2-40B4-BE49-F238E27FC236}">
                  <a16:creationId xmlns:a16="http://schemas.microsoft.com/office/drawing/2014/main" xmlns="" id="{EB2A7B10-EBD2-B834-30EE-611343B7577F}"/>
                </a:ext>
              </a:extLst>
            </p:cNvPr>
            <p:cNvSpPr/>
            <p:nvPr/>
          </p:nvSpPr>
          <p:spPr>
            <a:xfrm>
              <a:off x="2453625" y="2391650"/>
              <a:ext cx="1203425" cy="1257025"/>
            </a:xfrm>
            <a:custGeom>
              <a:avLst/>
              <a:gdLst/>
              <a:ahLst/>
              <a:cxnLst/>
              <a:rect l="l" t="t" r="r" b="b"/>
              <a:pathLst>
                <a:path w="48137" h="50281" extrusionOk="0">
                  <a:moveTo>
                    <a:pt x="8319" y="1"/>
                  </a:moveTo>
                  <a:cubicBezTo>
                    <a:pt x="7654" y="75"/>
                    <a:pt x="7062" y="297"/>
                    <a:pt x="6544" y="666"/>
                  </a:cubicBezTo>
                  <a:lnTo>
                    <a:pt x="6397" y="777"/>
                  </a:lnTo>
                  <a:cubicBezTo>
                    <a:pt x="6249" y="888"/>
                    <a:pt x="6101" y="1036"/>
                    <a:pt x="5953" y="1184"/>
                  </a:cubicBezTo>
                  <a:cubicBezTo>
                    <a:pt x="5657" y="1517"/>
                    <a:pt x="5435" y="1886"/>
                    <a:pt x="5250" y="2293"/>
                  </a:cubicBezTo>
                  <a:cubicBezTo>
                    <a:pt x="5140" y="2626"/>
                    <a:pt x="5029" y="2958"/>
                    <a:pt x="4992" y="3291"/>
                  </a:cubicBezTo>
                  <a:lnTo>
                    <a:pt x="1" y="50281"/>
                  </a:lnTo>
                  <a:lnTo>
                    <a:pt x="19004" y="50281"/>
                  </a:lnTo>
                  <a:lnTo>
                    <a:pt x="20113" y="36971"/>
                  </a:lnTo>
                  <a:cubicBezTo>
                    <a:pt x="20445" y="32942"/>
                    <a:pt x="23403" y="29651"/>
                    <a:pt x="27359" y="28875"/>
                  </a:cubicBezTo>
                  <a:cubicBezTo>
                    <a:pt x="39522" y="26583"/>
                    <a:pt x="48136" y="15676"/>
                    <a:pt x="47508" y="3328"/>
                  </a:cubicBezTo>
                  <a:lnTo>
                    <a:pt x="474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4607;p64">
              <a:extLst>
                <a:ext uri="{FF2B5EF4-FFF2-40B4-BE49-F238E27FC236}">
                  <a16:creationId xmlns:a16="http://schemas.microsoft.com/office/drawing/2014/main" xmlns="" id="{0ADF6854-4044-1C83-1D63-382FABF7FB61}"/>
                </a:ext>
              </a:extLst>
            </p:cNvPr>
            <p:cNvSpPr/>
            <p:nvPr/>
          </p:nvSpPr>
          <p:spPr>
            <a:xfrm>
              <a:off x="2446225" y="2384250"/>
              <a:ext cx="1203425" cy="1272750"/>
            </a:xfrm>
            <a:custGeom>
              <a:avLst/>
              <a:gdLst/>
              <a:ahLst/>
              <a:cxnLst/>
              <a:rect l="l" t="t" r="r" b="b"/>
              <a:pathLst>
                <a:path w="48137" h="50910" extrusionOk="0">
                  <a:moveTo>
                    <a:pt x="47434" y="593"/>
                  </a:moveTo>
                  <a:lnTo>
                    <a:pt x="47508" y="3624"/>
                  </a:lnTo>
                  <a:cubicBezTo>
                    <a:pt x="47545" y="4031"/>
                    <a:pt x="47545" y="4437"/>
                    <a:pt x="47545" y="4844"/>
                  </a:cubicBezTo>
                  <a:cubicBezTo>
                    <a:pt x="47545" y="16527"/>
                    <a:pt x="39227" y="26694"/>
                    <a:pt x="27618" y="28875"/>
                  </a:cubicBezTo>
                  <a:cubicBezTo>
                    <a:pt x="23514" y="29652"/>
                    <a:pt x="20446" y="33090"/>
                    <a:pt x="20076" y="37231"/>
                  </a:cubicBezTo>
                  <a:lnTo>
                    <a:pt x="19041" y="50281"/>
                  </a:lnTo>
                  <a:lnTo>
                    <a:pt x="666" y="50281"/>
                  </a:lnTo>
                  <a:lnTo>
                    <a:pt x="5620" y="3624"/>
                  </a:lnTo>
                  <a:cubicBezTo>
                    <a:pt x="5657" y="3291"/>
                    <a:pt x="5731" y="2996"/>
                    <a:pt x="5842" y="2700"/>
                  </a:cubicBezTo>
                  <a:cubicBezTo>
                    <a:pt x="5990" y="2330"/>
                    <a:pt x="6212" y="1997"/>
                    <a:pt x="6471" y="1702"/>
                  </a:cubicBezTo>
                  <a:lnTo>
                    <a:pt x="6508" y="1665"/>
                  </a:lnTo>
                  <a:cubicBezTo>
                    <a:pt x="6609" y="1563"/>
                    <a:pt x="6742" y="1462"/>
                    <a:pt x="6877" y="1332"/>
                  </a:cubicBezTo>
                  <a:lnTo>
                    <a:pt x="6877" y="1332"/>
                  </a:lnTo>
                  <a:lnTo>
                    <a:pt x="6877" y="1332"/>
                  </a:lnTo>
                  <a:lnTo>
                    <a:pt x="7025" y="1221"/>
                  </a:lnTo>
                  <a:cubicBezTo>
                    <a:pt x="7506" y="888"/>
                    <a:pt x="8060" y="666"/>
                    <a:pt x="8652" y="630"/>
                  </a:cubicBezTo>
                  <a:cubicBezTo>
                    <a:pt x="8763" y="593"/>
                    <a:pt x="8874" y="593"/>
                    <a:pt x="8948" y="593"/>
                  </a:cubicBezTo>
                  <a:close/>
                  <a:moveTo>
                    <a:pt x="8578" y="1"/>
                  </a:moveTo>
                  <a:cubicBezTo>
                    <a:pt x="7876" y="75"/>
                    <a:pt x="7210" y="334"/>
                    <a:pt x="6656" y="703"/>
                  </a:cubicBezTo>
                  <a:lnTo>
                    <a:pt x="6656" y="740"/>
                  </a:lnTo>
                  <a:lnTo>
                    <a:pt x="6545" y="814"/>
                  </a:lnTo>
                  <a:lnTo>
                    <a:pt x="6508" y="814"/>
                  </a:lnTo>
                  <a:cubicBezTo>
                    <a:pt x="6360" y="962"/>
                    <a:pt x="6175" y="1110"/>
                    <a:pt x="6027" y="1258"/>
                  </a:cubicBezTo>
                  <a:cubicBezTo>
                    <a:pt x="5694" y="1628"/>
                    <a:pt x="5436" y="2034"/>
                    <a:pt x="5251" y="2478"/>
                  </a:cubicBezTo>
                  <a:cubicBezTo>
                    <a:pt x="5140" y="2811"/>
                    <a:pt x="5029" y="3180"/>
                    <a:pt x="4992" y="3550"/>
                  </a:cubicBezTo>
                  <a:lnTo>
                    <a:pt x="1" y="50540"/>
                  </a:lnTo>
                  <a:cubicBezTo>
                    <a:pt x="1" y="50651"/>
                    <a:pt x="38" y="50725"/>
                    <a:pt x="75" y="50799"/>
                  </a:cubicBezTo>
                  <a:cubicBezTo>
                    <a:pt x="149" y="50873"/>
                    <a:pt x="223" y="50910"/>
                    <a:pt x="297" y="50910"/>
                  </a:cubicBezTo>
                  <a:lnTo>
                    <a:pt x="19300" y="50910"/>
                  </a:lnTo>
                  <a:cubicBezTo>
                    <a:pt x="19484" y="50910"/>
                    <a:pt x="19595" y="50762"/>
                    <a:pt x="19632" y="50614"/>
                  </a:cubicBezTo>
                  <a:lnTo>
                    <a:pt x="20704" y="37304"/>
                  </a:lnTo>
                  <a:cubicBezTo>
                    <a:pt x="21037" y="33386"/>
                    <a:pt x="23884" y="30206"/>
                    <a:pt x="27729" y="29467"/>
                  </a:cubicBezTo>
                  <a:cubicBezTo>
                    <a:pt x="39633" y="27211"/>
                    <a:pt x="48137" y="16823"/>
                    <a:pt x="48137" y="4844"/>
                  </a:cubicBezTo>
                  <a:cubicBezTo>
                    <a:pt x="48137" y="4437"/>
                    <a:pt x="48137" y="3994"/>
                    <a:pt x="48137" y="3587"/>
                  </a:cubicBezTo>
                  <a:lnTo>
                    <a:pt x="48026" y="297"/>
                  </a:lnTo>
                  <a:cubicBezTo>
                    <a:pt x="48026" y="112"/>
                    <a:pt x="47878" y="1"/>
                    <a:pt x="477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4608;p64">
              <a:extLst>
                <a:ext uri="{FF2B5EF4-FFF2-40B4-BE49-F238E27FC236}">
                  <a16:creationId xmlns:a16="http://schemas.microsoft.com/office/drawing/2014/main" xmlns="" id="{F882EDE8-70F7-8808-3C0A-ECFA480767DA}"/>
                </a:ext>
              </a:extLst>
            </p:cNvPr>
            <p:cNvSpPr/>
            <p:nvPr/>
          </p:nvSpPr>
          <p:spPr>
            <a:xfrm>
              <a:off x="4618250" y="2603325"/>
              <a:ext cx="289325" cy="265275"/>
            </a:xfrm>
            <a:custGeom>
              <a:avLst/>
              <a:gdLst/>
              <a:ahLst/>
              <a:cxnLst/>
              <a:rect l="l" t="t" r="r" b="b"/>
              <a:pathLst>
                <a:path w="11573" h="10611" extrusionOk="0">
                  <a:moveTo>
                    <a:pt x="5768" y="0"/>
                  </a:moveTo>
                  <a:cubicBezTo>
                    <a:pt x="2589" y="0"/>
                    <a:pt x="1" y="2366"/>
                    <a:pt x="1" y="5287"/>
                  </a:cubicBezTo>
                  <a:cubicBezTo>
                    <a:pt x="1" y="8208"/>
                    <a:pt x="2589" y="10611"/>
                    <a:pt x="5768" y="10611"/>
                  </a:cubicBezTo>
                  <a:cubicBezTo>
                    <a:pt x="8985" y="10611"/>
                    <a:pt x="11573" y="8208"/>
                    <a:pt x="11573" y="5287"/>
                  </a:cubicBezTo>
                  <a:cubicBezTo>
                    <a:pt x="11573" y="2366"/>
                    <a:pt x="8985" y="0"/>
                    <a:pt x="57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4609;p64">
              <a:extLst>
                <a:ext uri="{FF2B5EF4-FFF2-40B4-BE49-F238E27FC236}">
                  <a16:creationId xmlns:a16="http://schemas.microsoft.com/office/drawing/2014/main" xmlns="" id="{38B6C2D6-B914-331F-BBEF-CD422D45F9D0}"/>
                </a:ext>
              </a:extLst>
            </p:cNvPr>
            <p:cNvSpPr/>
            <p:nvPr/>
          </p:nvSpPr>
          <p:spPr>
            <a:xfrm>
              <a:off x="4609950" y="2595000"/>
              <a:ext cx="305025" cy="281000"/>
            </a:xfrm>
            <a:custGeom>
              <a:avLst/>
              <a:gdLst/>
              <a:ahLst/>
              <a:cxnLst/>
              <a:rect l="l" t="t" r="r" b="b"/>
              <a:pathLst>
                <a:path w="12201" h="11240" extrusionOk="0">
                  <a:moveTo>
                    <a:pt x="6100" y="629"/>
                  </a:moveTo>
                  <a:cubicBezTo>
                    <a:pt x="7616" y="629"/>
                    <a:pt x="9021" y="1183"/>
                    <a:pt x="9982" y="2108"/>
                  </a:cubicBezTo>
                  <a:cubicBezTo>
                    <a:pt x="10980" y="2995"/>
                    <a:pt x="11609" y="4252"/>
                    <a:pt x="11609" y="5620"/>
                  </a:cubicBezTo>
                  <a:cubicBezTo>
                    <a:pt x="11609" y="6988"/>
                    <a:pt x="10980" y="8245"/>
                    <a:pt x="9982" y="9169"/>
                  </a:cubicBezTo>
                  <a:cubicBezTo>
                    <a:pt x="9021" y="10056"/>
                    <a:pt x="7616" y="10611"/>
                    <a:pt x="6100" y="10611"/>
                  </a:cubicBezTo>
                  <a:cubicBezTo>
                    <a:pt x="4584" y="10611"/>
                    <a:pt x="3216" y="10056"/>
                    <a:pt x="2218" y="9169"/>
                  </a:cubicBezTo>
                  <a:cubicBezTo>
                    <a:pt x="1220" y="8245"/>
                    <a:pt x="629" y="6988"/>
                    <a:pt x="629" y="5620"/>
                  </a:cubicBezTo>
                  <a:cubicBezTo>
                    <a:pt x="629" y="4252"/>
                    <a:pt x="1220" y="2995"/>
                    <a:pt x="2218" y="2108"/>
                  </a:cubicBezTo>
                  <a:cubicBezTo>
                    <a:pt x="3216" y="1183"/>
                    <a:pt x="4584" y="629"/>
                    <a:pt x="6100" y="629"/>
                  </a:cubicBezTo>
                  <a:close/>
                  <a:moveTo>
                    <a:pt x="6100" y="0"/>
                  </a:moveTo>
                  <a:cubicBezTo>
                    <a:pt x="4437" y="0"/>
                    <a:pt x="2921" y="629"/>
                    <a:pt x="1812" y="1627"/>
                  </a:cubicBezTo>
                  <a:cubicBezTo>
                    <a:pt x="702" y="2662"/>
                    <a:pt x="0" y="4067"/>
                    <a:pt x="0" y="5620"/>
                  </a:cubicBezTo>
                  <a:cubicBezTo>
                    <a:pt x="0" y="7173"/>
                    <a:pt x="702" y="8578"/>
                    <a:pt x="1812" y="9613"/>
                  </a:cubicBezTo>
                  <a:cubicBezTo>
                    <a:pt x="2921" y="10611"/>
                    <a:pt x="4437" y="11239"/>
                    <a:pt x="6100" y="11239"/>
                  </a:cubicBezTo>
                  <a:cubicBezTo>
                    <a:pt x="7801" y="11239"/>
                    <a:pt x="9317" y="10611"/>
                    <a:pt x="10426" y="9613"/>
                  </a:cubicBezTo>
                  <a:cubicBezTo>
                    <a:pt x="11535" y="8578"/>
                    <a:pt x="12200" y="7173"/>
                    <a:pt x="12200" y="5620"/>
                  </a:cubicBezTo>
                  <a:cubicBezTo>
                    <a:pt x="12200" y="4067"/>
                    <a:pt x="11535" y="2662"/>
                    <a:pt x="10426" y="1627"/>
                  </a:cubicBezTo>
                  <a:cubicBezTo>
                    <a:pt x="9317" y="629"/>
                    <a:pt x="7801" y="0"/>
                    <a:pt x="6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4610;p64">
              <a:extLst>
                <a:ext uri="{FF2B5EF4-FFF2-40B4-BE49-F238E27FC236}">
                  <a16:creationId xmlns:a16="http://schemas.microsoft.com/office/drawing/2014/main" xmlns="" id="{F8512F5D-2C8C-2F25-E986-37C146E5B859}"/>
                </a:ext>
              </a:extLst>
            </p:cNvPr>
            <p:cNvSpPr/>
            <p:nvPr/>
          </p:nvSpPr>
          <p:spPr>
            <a:xfrm>
              <a:off x="4638600" y="2621800"/>
              <a:ext cx="248650" cy="227400"/>
            </a:xfrm>
            <a:custGeom>
              <a:avLst/>
              <a:gdLst/>
              <a:ahLst/>
              <a:cxnLst/>
              <a:rect l="l" t="t" r="r" b="b"/>
              <a:pathLst>
                <a:path w="9946" h="9096" extrusionOk="0">
                  <a:moveTo>
                    <a:pt x="4954" y="0"/>
                  </a:moveTo>
                  <a:cubicBezTo>
                    <a:pt x="2218" y="0"/>
                    <a:pt x="0" y="2034"/>
                    <a:pt x="0" y="4548"/>
                  </a:cubicBezTo>
                  <a:cubicBezTo>
                    <a:pt x="0" y="7062"/>
                    <a:pt x="2218" y="9095"/>
                    <a:pt x="4954" y="9095"/>
                  </a:cubicBezTo>
                  <a:cubicBezTo>
                    <a:pt x="7690" y="9095"/>
                    <a:pt x="9945" y="7062"/>
                    <a:pt x="9945" y="4548"/>
                  </a:cubicBezTo>
                  <a:cubicBezTo>
                    <a:pt x="9945" y="2034"/>
                    <a:pt x="7690" y="0"/>
                    <a:pt x="49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4611;p64">
              <a:extLst>
                <a:ext uri="{FF2B5EF4-FFF2-40B4-BE49-F238E27FC236}">
                  <a16:creationId xmlns:a16="http://schemas.microsoft.com/office/drawing/2014/main" xmlns="" id="{6C74A050-AFF2-8E8A-B593-DCCC0361BD8C}"/>
                </a:ext>
              </a:extLst>
            </p:cNvPr>
            <p:cNvSpPr/>
            <p:nvPr/>
          </p:nvSpPr>
          <p:spPr>
            <a:xfrm>
              <a:off x="4631200" y="2614400"/>
              <a:ext cx="263425" cy="243100"/>
            </a:xfrm>
            <a:custGeom>
              <a:avLst/>
              <a:gdLst/>
              <a:ahLst/>
              <a:cxnLst/>
              <a:rect l="l" t="t" r="r" b="b"/>
              <a:pathLst>
                <a:path w="10537" h="9724" extrusionOk="0">
                  <a:moveTo>
                    <a:pt x="5250" y="592"/>
                  </a:moveTo>
                  <a:cubicBezTo>
                    <a:pt x="6544" y="592"/>
                    <a:pt x="7727" y="1073"/>
                    <a:pt x="8578" y="1849"/>
                  </a:cubicBezTo>
                  <a:cubicBezTo>
                    <a:pt x="9391" y="2626"/>
                    <a:pt x="9908" y="3698"/>
                    <a:pt x="9908" y="4844"/>
                  </a:cubicBezTo>
                  <a:cubicBezTo>
                    <a:pt x="9908" y="6027"/>
                    <a:pt x="9391" y="7062"/>
                    <a:pt x="8578" y="7838"/>
                  </a:cubicBezTo>
                  <a:cubicBezTo>
                    <a:pt x="7727" y="8615"/>
                    <a:pt x="6544" y="9096"/>
                    <a:pt x="5250" y="9096"/>
                  </a:cubicBezTo>
                  <a:cubicBezTo>
                    <a:pt x="3956" y="9096"/>
                    <a:pt x="2810" y="8615"/>
                    <a:pt x="1960" y="7838"/>
                  </a:cubicBezTo>
                  <a:cubicBezTo>
                    <a:pt x="1109" y="7062"/>
                    <a:pt x="592" y="6027"/>
                    <a:pt x="592" y="4844"/>
                  </a:cubicBezTo>
                  <a:cubicBezTo>
                    <a:pt x="592" y="3698"/>
                    <a:pt x="1109" y="2626"/>
                    <a:pt x="1960" y="1849"/>
                  </a:cubicBezTo>
                  <a:cubicBezTo>
                    <a:pt x="2810" y="1073"/>
                    <a:pt x="3956" y="592"/>
                    <a:pt x="5250" y="592"/>
                  </a:cubicBezTo>
                  <a:close/>
                  <a:moveTo>
                    <a:pt x="5250" y="1"/>
                  </a:moveTo>
                  <a:cubicBezTo>
                    <a:pt x="3808" y="1"/>
                    <a:pt x="2514" y="518"/>
                    <a:pt x="1553" y="1406"/>
                  </a:cubicBezTo>
                  <a:cubicBezTo>
                    <a:pt x="592" y="2293"/>
                    <a:pt x="0" y="3513"/>
                    <a:pt x="0" y="4844"/>
                  </a:cubicBezTo>
                  <a:cubicBezTo>
                    <a:pt x="0" y="6212"/>
                    <a:pt x="592" y="7432"/>
                    <a:pt x="1553" y="8282"/>
                  </a:cubicBezTo>
                  <a:cubicBezTo>
                    <a:pt x="2514" y="9169"/>
                    <a:pt x="3808" y="9724"/>
                    <a:pt x="5250" y="9724"/>
                  </a:cubicBezTo>
                  <a:cubicBezTo>
                    <a:pt x="6692" y="9724"/>
                    <a:pt x="8023" y="9169"/>
                    <a:pt x="8984" y="8282"/>
                  </a:cubicBezTo>
                  <a:cubicBezTo>
                    <a:pt x="9945" y="7432"/>
                    <a:pt x="10537" y="6212"/>
                    <a:pt x="10537" y="4844"/>
                  </a:cubicBezTo>
                  <a:cubicBezTo>
                    <a:pt x="10537" y="3513"/>
                    <a:pt x="9945" y="2293"/>
                    <a:pt x="8984" y="1406"/>
                  </a:cubicBezTo>
                  <a:cubicBezTo>
                    <a:pt x="8023" y="518"/>
                    <a:pt x="6692" y="1"/>
                    <a:pt x="52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4612;p64">
              <a:extLst>
                <a:ext uri="{FF2B5EF4-FFF2-40B4-BE49-F238E27FC236}">
                  <a16:creationId xmlns:a16="http://schemas.microsoft.com/office/drawing/2014/main" xmlns="" id="{3B7180A4-C107-13B8-B96D-E7B67157BD9F}"/>
                </a:ext>
              </a:extLst>
            </p:cNvPr>
            <p:cNvSpPr/>
            <p:nvPr/>
          </p:nvSpPr>
          <p:spPr>
            <a:xfrm>
              <a:off x="913800" y="2888150"/>
              <a:ext cx="246800" cy="260350"/>
            </a:xfrm>
            <a:custGeom>
              <a:avLst/>
              <a:gdLst/>
              <a:ahLst/>
              <a:cxnLst/>
              <a:rect l="l" t="t" r="r" b="b"/>
              <a:pathLst>
                <a:path w="9872" h="10414" extrusionOk="0">
                  <a:moveTo>
                    <a:pt x="4270" y="0"/>
                  </a:moveTo>
                  <a:cubicBezTo>
                    <a:pt x="3903" y="0"/>
                    <a:pt x="3536" y="58"/>
                    <a:pt x="3180" y="179"/>
                  </a:cubicBezTo>
                  <a:cubicBezTo>
                    <a:pt x="999" y="955"/>
                    <a:pt x="1" y="3802"/>
                    <a:pt x="962" y="6575"/>
                  </a:cubicBezTo>
                  <a:cubicBezTo>
                    <a:pt x="1766" y="8895"/>
                    <a:pt x="3684" y="10413"/>
                    <a:pt x="5567" y="10413"/>
                  </a:cubicBezTo>
                  <a:cubicBezTo>
                    <a:pt x="5934" y="10413"/>
                    <a:pt x="6300" y="10356"/>
                    <a:pt x="6655" y="10235"/>
                  </a:cubicBezTo>
                  <a:cubicBezTo>
                    <a:pt x="8874" y="9459"/>
                    <a:pt x="9872" y="6575"/>
                    <a:pt x="8911" y="3802"/>
                  </a:cubicBezTo>
                  <a:cubicBezTo>
                    <a:pt x="8075" y="1513"/>
                    <a:pt x="6153" y="0"/>
                    <a:pt x="42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4613;p64">
              <a:extLst>
                <a:ext uri="{FF2B5EF4-FFF2-40B4-BE49-F238E27FC236}">
                  <a16:creationId xmlns:a16="http://schemas.microsoft.com/office/drawing/2014/main" xmlns="" id="{EC92D1A0-7EB8-C10A-6D10-4F4E3C568E4F}"/>
                </a:ext>
              </a:extLst>
            </p:cNvPr>
            <p:cNvSpPr/>
            <p:nvPr/>
          </p:nvSpPr>
          <p:spPr>
            <a:xfrm>
              <a:off x="920275" y="2880600"/>
              <a:ext cx="232950" cy="275450"/>
            </a:xfrm>
            <a:custGeom>
              <a:avLst/>
              <a:gdLst/>
              <a:ahLst/>
              <a:cxnLst/>
              <a:rect l="l" t="t" r="r" b="b"/>
              <a:pathLst>
                <a:path w="9318" h="11018" extrusionOk="0">
                  <a:moveTo>
                    <a:pt x="4096" y="628"/>
                  </a:moveTo>
                  <a:cubicBezTo>
                    <a:pt x="5813" y="628"/>
                    <a:pt x="7589" y="2061"/>
                    <a:pt x="8356" y="4215"/>
                  </a:cubicBezTo>
                  <a:cubicBezTo>
                    <a:pt x="8578" y="4917"/>
                    <a:pt x="8689" y="5583"/>
                    <a:pt x="8689" y="6248"/>
                  </a:cubicBezTo>
                  <a:cubicBezTo>
                    <a:pt x="8689" y="7210"/>
                    <a:pt x="8467" y="8060"/>
                    <a:pt x="8060" y="8762"/>
                  </a:cubicBezTo>
                  <a:cubicBezTo>
                    <a:pt x="7653" y="9465"/>
                    <a:pt x="7062" y="9982"/>
                    <a:pt x="6322" y="10241"/>
                  </a:cubicBezTo>
                  <a:cubicBezTo>
                    <a:pt x="5990" y="10352"/>
                    <a:pt x="5620" y="10389"/>
                    <a:pt x="5287" y="10389"/>
                  </a:cubicBezTo>
                  <a:cubicBezTo>
                    <a:pt x="5266" y="10390"/>
                    <a:pt x="5245" y="10390"/>
                    <a:pt x="5223" y="10390"/>
                  </a:cubicBezTo>
                  <a:cubicBezTo>
                    <a:pt x="3540" y="10390"/>
                    <a:pt x="1729" y="8957"/>
                    <a:pt x="999" y="6803"/>
                  </a:cubicBezTo>
                  <a:cubicBezTo>
                    <a:pt x="740" y="6100"/>
                    <a:pt x="629" y="5398"/>
                    <a:pt x="629" y="4769"/>
                  </a:cubicBezTo>
                  <a:cubicBezTo>
                    <a:pt x="629" y="3808"/>
                    <a:pt x="851" y="2958"/>
                    <a:pt x="1257" y="2255"/>
                  </a:cubicBezTo>
                  <a:cubicBezTo>
                    <a:pt x="1701" y="1553"/>
                    <a:pt x="2293" y="1035"/>
                    <a:pt x="3032" y="777"/>
                  </a:cubicBezTo>
                  <a:cubicBezTo>
                    <a:pt x="3365" y="666"/>
                    <a:pt x="3698" y="629"/>
                    <a:pt x="4030" y="629"/>
                  </a:cubicBezTo>
                  <a:cubicBezTo>
                    <a:pt x="4052" y="628"/>
                    <a:pt x="4074" y="628"/>
                    <a:pt x="4096" y="628"/>
                  </a:cubicBezTo>
                  <a:close/>
                  <a:moveTo>
                    <a:pt x="4030" y="0"/>
                  </a:moveTo>
                  <a:cubicBezTo>
                    <a:pt x="3624" y="0"/>
                    <a:pt x="3217" y="74"/>
                    <a:pt x="2810" y="185"/>
                  </a:cubicBezTo>
                  <a:cubicBezTo>
                    <a:pt x="1923" y="518"/>
                    <a:pt x="1220" y="1146"/>
                    <a:pt x="740" y="1923"/>
                  </a:cubicBezTo>
                  <a:cubicBezTo>
                    <a:pt x="259" y="2736"/>
                    <a:pt x="0" y="3734"/>
                    <a:pt x="0" y="4769"/>
                  </a:cubicBezTo>
                  <a:cubicBezTo>
                    <a:pt x="0" y="5472"/>
                    <a:pt x="148" y="6248"/>
                    <a:pt x="407" y="6988"/>
                  </a:cubicBezTo>
                  <a:cubicBezTo>
                    <a:pt x="1257" y="9391"/>
                    <a:pt x="3254" y="11018"/>
                    <a:pt x="5287" y="11018"/>
                  </a:cubicBezTo>
                  <a:cubicBezTo>
                    <a:pt x="5694" y="11018"/>
                    <a:pt x="6101" y="10944"/>
                    <a:pt x="6507" y="10796"/>
                  </a:cubicBezTo>
                  <a:cubicBezTo>
                    <a:pt x="7395" y="10500"/>
                    <a:pt x="8097" y="9871"/>
                    <a:pt x="8578" y="9058"/>
                  </a:cubicBezTo>
                  <a:cubicBezTo>
                    <a:pt x="9058" y="8282"/>
                    <a:pt x="9317" y="7284"/>
                    <a:pt x="9317" y="6248"/>
                  </a:cubicBezTo>
                  <a:cubicBezTo>
                    <a:pt x="9317" y="5546"/>
                    <a:pt x="9169" y="4769"/>
                    <a:pt x="8910" y="4030"/>
                  </a:cubicBezTo>
                  <a:cubicBezTo>
                    <a:pt x="8097" y="1627"/>
                    <a:pt x="6101" y="0"/>
                    <a:pt x="4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4614;p64">
              <a:extLst>
                <a:ext uri="{FF2B5EF4-FFF2-40B4-BE49-F238E27FC236}">
                  <a16:creationId xmlns:a16="http://schemas.microsoft.com/office/drawing/2014/main" xmlns="" id="{D770655A-D791-092A-3DB5-F4C434D08901}"/>
                </a:ext>
              </a:extLst>
            </p:cNvPr>
            <p:cNvSpPr/>
            <p:nvPr/>
          </p:nvSpPr>
          <p:spPr>
            <a:xfrm>
              <a:off x="931375" y="2906950"/>
              <a:ext cx="211675" cy="222725"/>
            </a:xfrm>
            <a:custGeom>
              <a:avLst/>
              <a:gdLst/>
              <a:ahLst/>
              <a:cxnLst/>
              <a:rect l="l" t="t" r="r" b="b"/>
              <a:pathLst>
                <a:path w="8467" h="8909" extrusionOk="0">
                  <a:moveTo>
                    <a:pt x="3692" y="1"/>
                  </a:moveTo>
                  <a:cubicBezTo>
                    <a:pt x="3369" y="1"/>
                    <a:pt x="3047" y="54"/>
                    <a:pt x="2736" y="166"/>
                  </a:cubicBezTo>
                  <a:cubicBezTo>
                    <a:pt x="850" y="795"/>
                    <a:pt x="0" y="3272"/>
                    <a:pt x="813" y="5638"/>
                  </a:cubicBezTo>
                  <a:cubicBezTo>
                    <a:pt x="1490" y="7606"/>
                    <a:pt x="3138" y="8909"/>
                    <a:pt x="4759" y="8909"/>
                  </a:cubicBezTo>
                  <a:cubicBezTo>
                    <a:pt x="5086" y="8909"/>
                    <a:pt x="5413" y="8856"/>
                    <a:pt x="5731" y="8744"/>
                  </a:cubicBezTo>
                  <a:cubicBezTo>
                    <a:pt x="7616" y="8078"/>
                    <a:pt x="8466" y="5638"/>
                    <a:pt x="7616" y="3272"/>
                  </a:cubicBezTo>
                  <a:cubicBezTo>
                    <a:pt x="6940" y="1304"/>
                    <a:pt x="5291" y="1"/>
                    <a:pt x="36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4615;p64">
              <a:extLst>
                <a:ext uri="{FF2B5EF4-FFF2-40B4-BE49-F238E27FC236}">
                  <a16:creationId xmlns:a16="http://schemas.microsoft.com/office/drawing/2014/main" xmlns="" id="{22C1181A-9B5E-C4D0-97B1-BB7A5533919B}"/>
                </a:ext>
              </a:extLst>
            </p:cNvPr>
            <p:cNvSpPr/>
            <p:nvPr/>
          </p:nvSpPr>
          <p:spPr>
            <a:xfrm>
              <a:off x="935975" y="2899075"/>
              <a:ext cx="201525" cy="238500"/>
            </a:xfrm>
            <a:custGeom>
              <a:avLst/>
              <a:gdLst/>
              <a:ahLst/>
              <a:cxnLst/>
              <a:rect l="l" t="t" r="r" b="b"/>
              <a:pathLst>
                <a:path w="8061" h="9540" extrusionOk="0">
                  <a:moveTo>
                    <a:pt x="3577" y="628"/>
                  </a:moveTo>
                  <a:cubicBezTo>
                    <a:pt x="5001" y="628"/>
                    <a:pt x="6517" y="1840"/>
                    <a:pt x="7136" y="3698"/>
                  </a:cubicBezTo>
                  <a:cubicBezTo>
                    <a:pt x="7358" y="4252"/>
                    <a:pt x="7432" y="4844"/>
                    <a:pt x="7432" y="5398"/>
                  </a:cubicBezTo>
                  <a:cubicBezTo>
                    <a:pt x="7432" y="6212"/>
                    <a:pt x="7247" y="6951"/>
                    <a:pt x="6914" y="7543"/>
                  </a:cubicBezTo>
                  <a:cubicBezTo>
                    <a:pt x="6545" y="8134"/>
                    <a:pt x="6064" y="8541"/>
                    <a:pt x="5436" y="8763"/>
                  </a:cubicBezTo>
                  <a:cubicBezTo>
                    <a:pt x="5140" y="8874"/>
                    <a:pt x="4881" y="8911"/>
                    <a:pt x="4585" y="8911"/>
                  </a:cubicBezTo>
                  <a:cubicBezTo>
                    <a:pt x="3143" y="8911"/>
                    <a:pt x="1591" y="7728"/>
                    <a:pt x="925" y="5842"/>
                  </a:cubicBezTo>
                  <a:cubicBezTo>
                    <a:pt x="703" y="5287"/>
                    <a:pt x="629" y="4696"/>
                    <a:pt x="629" y="4141"/>
                  </a:cubicBezTo>
                  <a:cubicBezTo>
                    <a:pt x="629" y="3328"/>
                    <a:pt x="814" y="2589"/>
                    <a:pt x="1184" y="1997"/>
                  </a:cubicBezTo>
                  <a:cubicBezTo>
                    <a:pt x="1517" y="1406"/>
                    <a:pt x="2034" y="962"/>
                    <a:pt x="2626" y="777"/>
                  </a:cubicBezTo>
                  <a:cubicBezTo>
                    <a:pt x="2922" y="666"/>
                    <a:pt x="3217" y="629"/>
                    <a:pt x="3513" y="629"/>
                  </a:cubicBezTo>
                  <a:cubicBezTo>
                    <a:pt x="3534" y="629"/>
                    <a:pt x="3556" y="628"/>
                    <a:pt x="3577" y="628"/>
                  </a:cubicBezTo>
                  <a:close/>
                  <a:moveTo>
                    <a:pt x="3513" y="1"/>
                  </a:moveTo>
                  <a:cubicBezTo>
                    <a:pt x="3143" y="1"/>
                    <a:pt x="2774" y="75"/>
                    <a:pt x="2441" y="186"/>
                  </a:cubicBezTo>
                  <a:cubicBezTo>
                    <a:pt x="1665" y="444"/>
                    <a:pt x="1036" y="999"/>
                    <a:pt x="629" y="1701"/>
                  </a:cubicBezTo>
                  <a:cubicBezTo>
                    <a:pt x="223" y="2367"/>
                    <a:pt x="1" y="3217"/>
                    <a:pt x="1" y="4141"/>
                  </a:cubicBezTo>
                  <a:cubicBezTo>
                    <a:pt x="1" y="4770"/>
                    <a:pt x="112" y="5398"/>
                    <a:pt x="334" y="6064"/>
                  </a:cubicBezTo>
                  <a:cubicBezTo>
                    <a:pt x="1073" y="8134"/>
                    <a:pt x="2774" y="9539"/>
                    <a:pt x="4585" y="9539"/>
                  </a:cubicBezTo>
                  <a:cubicBezTo>
                    <a:pt x="4918" y="9539"/>
                    <a:pt x="5288" y="9465"/>
                    <a:pt x="5620" y="9354"/>
                  </a:cubicBezTo>
                  <a:cubicBezTo>
                    <a:pt x="6397" y="9095"/>
                    <a:pt x="7025" y="8541"/>
                    <a:pt x="7432" y="7838"/>
                  </a:cubicBezTo>
                  <a:cubicBezTo>
                    <a:pt x="7839" y="7136"/>
                    <a:pt x="8061" y="6323"/>
                    <a:pt x="8061" y="5398"/>
                  </a:cubicBezTo>
                  <a:cubicBezTo>
                    <a:pt x="8061" y="4770"/>
                    <a:pt x="7950" y="4141"/>
                    <a:pt x="7728" y="3476"/>
                  </a:cubicBezTo>
                  <a:cubicBezTo>
                    <a:pt x="6988" y="1406"/>
                    <a:pt x="5288" y="1"/>
                    <a:pt x="3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4616;p64">
              <a:extLst>
                <a:ext uri="{FF2B5EF4-FFF2-40B4-BE49-F238E27FC236}">
                  <a16:creationId xmlns:a16="http://schemas.microsoft.com/office/drawing/2014/main" xmlns="" id="{3BA35B63-54CD-E162-26D8-0F875AFB86DF}"/>
                </a:ext>
              </a:extLst>
            </p:cNvPr>
            <p:cNvSpPr/>
            <p:nvPr/>
          </p:nvSpPr>
          <p:spPr>
            <a:xfrm>
              <a:off x="1254850" y="2924675"/>
              <a:ext cx="196900" cy="207625"/>
            </a:xfrm>
            <a:custGeom>
              <a:avLst/>
              <a:gdLst/>
              <a:ahLst/>
              <a:cxnLst/>
              <a:rect l="l" t="t" r="r" b="b"/>
              <a:pathLst>
                <a:path w="7876" h="8305" extrusionOk="0">
                  <a:moveTo>
                    <a:pt x="3465" y="1"/>
                  </a:moveTo>
                  <a:cubicBezTo>
                    <a:pt x="3156" y="1"/>
                    <a:pt x="2849" y="52"/>
                    <a:pt x="2552" y="160"/>
                  </a:cubicBezTo>
                  <a:cubicBezTo>
                    <a:pt x="814" y="751"/>
                    <a:pt x="1" y="3043"/>
                    <a:pt x="777" y="5262"/>
                  </a:cubicBezTo>
                  <a:cubicBezTo>
                    <a:pt x="1421" y="7101"/>
                    <a:pt x="2928" y="8304"/>
                    <a:pt x="4436" y="8304"/>
                  </a:cubicBezTo>
                  <a:cubicBezTo>
                    <a:pt x="4747" y="8304"/>
                    <a:pt x="5058" y="8253"/>
                    <a:pt x="5362" y="8145"/>
                  </a:cubicBezTo>
                  <a:cubicBezTo>
                    <a:pt x="7099" y="7554"/>
                    <a:pt x="7876" y="5262"/>
                    <a:pt x="7136" y="3043"/>
                  </a:cubicBezTo>
                  <a:cubicBezTo>
                    <a:pt x="6493" y="1205"/>
                    <a:pt x="4960" y="1"/>
                    <a:pt x="34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4617;p64">
              <a:extLst>
                <a:ext uri="{FF2B5EF4-FFF2-40B4-BE49-F238E27FC236}">
                  <a16:creationId xmlns:a16="http://schemas.microsoft.com/office/drawing/2014/main" xmlns="" id="{6ED7D99A-42D1-BBFB-9A85-33D5F8DCE831}"/>
                </a:ext>
              </a:extLst>
            </p:cNvPr>
            <p:cNvSpPr/>
            <p:nvPr/>
          </p:nvSpPr>
          <p:spPr>
            <a:xfrm>
              <a:off x="1259475" y="2916650"/>
              <a:ext cx="188575" cy="223700"/>
            </a:xfrm>
            <a:custGeom>
              <a:avLst/>
              <a:gdLst/>
              <a:ahLst/>
              <a:cxnLst/>
              <a:rect l="l" t="t" r="r" b="b"/>
              <a:pathLst>
                <a:path w="7543" h="8948" extrusionOk="0">
                  <a:moveTo>
                    <a:pt x="3254" y="629"/>
                  </a:moveTo>
                  <a:cubicBezTo>
                    <a:pt x="4585" y="629"/>
                    <a:pt x="6027" y="1738"/>
                    <a:pt x="6655" y="3475"/>
                  </a:cubicBezTo>
                  <a:cubicBezTo>
                    <a:pt x="6840" y="3993"/>
                    <a:pt x="6914" y="4548"/>
                    <a:pt x="6914" y="5065"/>
                  </a:cubicBezTo>
                  <a:cubicBezTo>
                    <a:pt x="6914" y="5805"/>
                    <a:pt x="6729" y="6507"/>
                    <a:pt x="6434" y="7025"/>
                  </a:cubicBezTo>
                  <a:cubicBezTo>
                    <a:pt x="6101" y="7579"/>
                    <a:pt x="5620" y="7986"/>
                    <a:pt x="5066" y="8171"/>
                  </a:cubicBezTo>
                  <a:cubicBezTo>
                    <a:pt x="4807" y="8282"/>
                    <a:pt x="4548" y="8319"/>
                    <a:pt x="4252" y="8319"/>
                  </a:cubicBezTo>
                  <a:cubicBezTo>
                    <a:pt x="2921" y="8319"/>
                    <a:pt x="1479" y="7209"/>
                    <a:pt x="888" y="5472"/>
                  </a:cubicBezTo>
                  <a:cubicBezTo>
                    <a:pt x="703" y="4917"/>
                    <a:pt x="592" y="4400"/>
                    <a:pt x="592" y="3882"/>
                  </a:cubicBezTo>
                  <a:cubicBezTo>
                    <a:pt x="592" y="3143"/>
                    <a:pt x="777" y="2440"/>
                    <a:pt x="1110" y="1886"/>
                  </a:cubicBezTo>
                  <a:cubicBezTo>
                    <a:pt x="1443" y="1368"/>
                    <a:pt x="1886" y="961"/>
                    <a:pt x="2478" y="740"/>
                  </a:cubicBezTo>
                  <a:cubicBezTo>
                    <a:pt x="2736" y="666"/>
                    <a:pt x="2995" y="629"/>
                    <a:pt x="3254" y="629"/>
                  </a:cubicBezTo>
                  <a:close/>
                  <a:moveTo>
                    <a:pt x="3254" y="0"/>
                  </a:moveTo>
                  <a:cubicBezTo>
                    <a:pt x="2921" y="0"/>
                    <a:pt x="2589" y="74"/>
                    <a:pt x="2256" y="185"/>
                  </a:cubicBezTo>
                  <a:cubicBezTo>
                    <a:pt x="1553" y="407"/>
                    <a:pt x="962" y="924"/>
                    <a:pt x="592" y="1590"/>
                  </a:cubicBezTo>
                  <a:cubicBezTo>
                    <a:pt x="186" y="2255"/>
                    <a:pt x="1" y="3032"/>
                    <a:pt x="1" y="3882"/>
                  </a:cubicBezTo>
                  <a:cubicBezTo>
                    <a:pt x="1" y="4474"/>
                    <a:pt x="75" y="5065"/>
                    <a:pt x="296" y="5694"/>
                  </a:cubicBezTo>
                  <a:cubicBezTo>
                    <a:pt x="962" y="7616"/>
                    <a:pt x="2589" y="8910"/>
                    <a:pt x="4252" y="8947"/>
                  </a:cubicBezTo>
                  <a:cubicBezTo>
                    <a:pt x="4585" y="8947"/>
                    <a:pt x="4918" y="8873"/>
                    <a:pt x="5250" y="8762"/>
                  </a:cubicBezTo>
                  <a:cubicBezTo>
                    <a:pt x="5990" y="8503"/>
                    <a:pt x="6544" y="7986"/>
                    <a:pt x="6951" y="7357"/>
                  </a:cubicBezTo>
                  <a:cubicBezTo>
                    <a:pt x="7321" y="6692"/>
                    <a:pt x="7543" y="5915"/>
                    <a:pt x="7543" y="5065"/>
                  </a:cubicBezTo>
                  <a:cubicBezTo>
                    <a:pt x="7543" y="4474"/>
                    <a:pt x="7432" y="3882"/>
                    <a:pt x="7210" y="3254"/>
                  </a:cubicBezTo>
                  <a:cubicBezTo>
                    <a:pt x="6544" y="1331"/>
                    <a:pt x="4918" y="0"/>
                    <a:pt x="32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4618;p64">
              <a:extLst>
                <a:ext uri="{FF2B5EF4-FFF2-40B4-BE49-F238E27FC236}">
                  <a16:creationId xmlns:a16="http://schemas.microsoft.com/office/drawing/2014/main" xmlns="" id="{FAABB452-F66E-05CC-BF56-45144409EFFD}"/>
                </a:ext>
              </a:extLst>
            </p:cNvPr>
            <p:cNvSpPr/>
            <p:nvPr/>
          </p:nvSpPr>
          <p:spPr>
            <a:xfrm>
              <a:off x="1268725" y="2939350"/>
              <a:ext cx="169150" cy="178300"/>
            </a:xfrm>
            <a:custGeom>
              <a:avLst/>
              <a:gdLst/>
              <a:ahLst/>
              <a:cxnLst/>
              <a:rect l="l" t="t" r="r" b="b"/>
              <a:pathLst>
                <a:path w="6766" h="7132" extrusionOk="0">
                  <a:moveTo>
                    <a:pt x="2950" y="0"/>
                  </a:moveTo>
                  <a:cubicBezTo>
                    <a:pt x="2692" y="0"/>
                    <a:pt x="2434" y="41"/>
                    <a:pt x="2182" y="127"/>
                  </a:cubicBezTo>
                  <a:cubicBezTo>
                    <a:pt x="703" y="645"/>
                    <a:pt x="0" y="2604"/>
                    <a:pt x="666" y="4527"/>
                  </a:cubicBezTo>
                  <a:cubicBezTo>
                    <a:pt x="1221" y="6099"/>
                    <a:pt x="2546" y="7131"/>
                    <a:pt x="3829" y="7131"/>
                  </a:cubicBezTo>
                  <a:cubicBezTo>
                    <a:pt x="4085" y="7131"/>
                    <a:pt x="4339" y="7090"/>
                    <a:pt x="4585" y="7004"/>
                  </a:cubicBezTo>
                  <a:cubicBezTo>
                    <a:pt x="6101" y="6486"/>
                    <a:pt x="6766" y="4490"/>
                    <a:pt x="6101" y="2604"/>
                  </a:cubicBezTo>
                  <a:cubicBezTo>
                    <a:pt x="5546" y="1032"/>
                    <a:pt x="4246" y="0"/>
                    <a:pt x="2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4619;p64">
              <a:extLst>
                <a:ext uri="{FF2B5EF4-FFF2-40B4-BE49-F238E27FC236}">
                  <a16:creationId xmlns:a16="http://schemas.microsoft.com/office/drawing/2014/main" xmlns="" id="{003C1427-9C1B-1585-C73C-9EB5A27A8CDA}"/>
                </a:ext>
              </a:extLst>
            </p:cNvPr>
            <p:cNvSpPr/>
            <p:nvPr/>
          </p:nvSpPr>
          <p:spPr>
            <a:xfrm>
              <a:off x="1271500" y="2931425"/>
              <a:ext cx="163625" cy="194125"/>
            </a:xfrm>
            <a:custGeom>
              <a:avLst/>
              <a:gdLst/>
              <a:ahLst/>
              <a:cxnLst/>
              <a:rect l="l" t="t" r="r" b="b"/>
              <a:pathLst>
                <a:path w="6545" h="7765" extrusionOk="0">
                  <a:moveTo>
                    <a:pt x="2847" y="629"/>
                  </a:moveTo>
                  <a:cubicBezTo>
                    <a:pt x="3956" y="629"/>
                    <a:pt x="5176" y="1553"/>
                    <a:pt x="5694" y="3032"/>
                  </a:cubicBezTo>
                  <a:cubicBezTo>
                    <a:pt x="5879" y="3476"/>
                    <a:pt x="5953" y="3957"/>
                    <a:pt x="5953" y="4400"/>
                  </a:cubicBezTo>
                  <a:cubicBezTo>
                    <a:pt x="5953" y="5029"/>
                    <a:pt x="5805" y="5583"/>
                    <a:pt x="5509" y="6064"/>
                  </a:cubicBezTo>
                  <a:cubicBezTo>
                    <a:pt x="5250" y="6508"/>
                    <a:pt x="4843" y="6840"/>
                    <a:pt x="4363" y="7025"/>
                  </a:cubicBezTo>
                  <a:cubicBezTo>
                    <a:pt x="4141" y="7099"/>
                    <a:pt x="3919" y="7136"/>
                    <a:pt x="3697" y="7136"/>
                  </a:cubicBezTo>
                  <a:cubicBezTo>
                    <a:pt x="2588" y="7136"/>
                    <a:pt x="1368" y="6212"/>
                    <a:pt x="851" y="4733"/>
                  </a:cubicBezTo>
                  <a:cubicBezTo>
                    <a:pt x="703" y="4252"/>
                    <a:pt x="629" y="3809"/>
                    <a:pt x="629" y="3365"/>
                  </a:cubicBezTo>
                  <a:cubicBezTo>
                    <a:pt x="629" y="2736"/>
                    <a:pt x="777" y="2145"/>
                    <a:pt x="1035" y="1701"/>
                  </a:cubicBezTo>
                  <a:cubicBezTo>
                    <a:pt x="1331" y="1258"/>
                    <a:pt x="1701" y="888"/>
                    <a:pt x="2182" y="740"/>
                  </a:cubicBezTo>
                  <a:cubicBezTo>
                    <a:pt x="2403" y="666"/>
                    <a:pt x="2625" y="629"/>
                    <a:pt x="2847" y="629"/>
                  </a:cubicBezTo>
                  <a:close/>
                  <a:moveTo>
                    <a:pt x="2847" y="1"/>
                  </a:moveTo>
                  <a:cubicBezTo>
                    <a:pt x="2551" y="1"/>
                    <a:pt x="2255" y="38"/>
                    <a:pt x="1997" y="149"/>
                  </a:cubicBezTo>
                  <a:cubicBezTo>
                    <a:pt x="1368" y="370"/>
                    <a:pt x="851" y="814"/>
                    <a:pt x="518" y="1369"/>
                  </a:cubicBezTo>
                  <a:cubicBezTo>
                    <a:pt x="185" y="1960"/>
                    <a:pt x="0" y="2626"/>
                    <a:pt x="0" y="3365"/>
                  </a:cubicBezTo>
                  <a:cubicBezTo>
                    <a:pt x="0" y="3883"/>
                    <a:pt x="74" y="4400"/>
                    <a:pt x="259" y="4918"/>
                  </a:cubicBezTo>
                  <a:cubicBezTo>
                    <a:pt x="851" y="6618"/>
                    <a:pt x="2255" y="7728"/>
                    <a:pt x="3697" y="7765"/>
                  </a:cubicBezTo>
                  <a:cubicBezTo>
                    <a:pt x="3993" y="7765"/>
                    <a:pt x="4289" y="7691"/>
                    <a:pt x="4585" y="7617"/>
                  </a:cubicBezTo>
                  <a:cubicBezTo>
                    <a:pt x="5213" y="7395"/>
                    <a:pt x="5694" y="6951"/>
                    <a:pt x="6063" y="6360"/>
                  </a:cubicBezTo>
                  <a:cubicBezTo>
                    <a:pt x="6396" y="5805"/>
                    <a:pt x="6544" y="5103"/>
                    <a:pt x="6544" y="4400"/>
                  </a:cubicBezTo>
                  <a:cubicBezTo>
                    <a:pt x="6544" y="3883"/>
                    <a:pt x="6470" y="3365"/>
                    <a:pt x="6285" y="2810"/>
                  </a:cubicBezTo>
                  <a:cubicBezTo>
                    <a:pt x="5694" y="1147"/>
                    <a:pt x="4326" y="1"/>
                    <a:pt x="28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4620;p64">
              <a:extLst>
                <a:ext uri="{FF2B5EF4-FFF2-40B4-BE49-F238E27FC236}">
                  <a16:creationId xmlns:a16="http://schemas.microsoft.com/office/drawing/2014/main" xmlns="" id="{A0A607DA-955E-F1A3-5290-4DEEC1C502F7}"/>
                </a:ext>
              </a:extLst>
            </p:cNvPr>
            <p:cNvSpPr/>
            <p:nvPr/>
          </p:nvSpPr>
          <p:spPr>
            <a:xfrm>
              <a:off x="1540450" y="2960750"/>
              <a:ext cx="151600" cy="159500"/>
            </a:xfrm>
            <a:custGeom>
              <a:avLst/>
              <a:gdLst/>
              <a:ahLst/>
              <a:cxnLst/>
              <a:rect l="l" t="t" r="r" b="b"/>
              <a:pathLst>
                <a:path w="6064" h="6380" extrusionOk="0">
                  <a:moveTo>
                    <a:pt x="2656" y="1"/>
                  </a:moveTo>
                  <a:cubicBezTo>
                    <a:pt x="2420" y="1"/>
                    <a:pt x="2187" y="40"/>
                    <a:pt x="1960" y="122"/>
                  </a:cubicBezTo>
                  <a:cubicBezTo>
                    <a:pt x="629" y="565"/>
                    <a:pt x="1" y="2340"/>
                    <a:pt x="592" y="4041"/>
                  </a:cubicBezTo>
                  <a:cubicBezTo>
                    <a:pt x="1083" y="5452"/>
                    <a:pt x="2262" y="6379"/>
                    <a:pt x="3409" y="6379"/>
                  </a:cubicBezTo>
                  <a:cubicBezTo>
                    <a:pt x="3644" y="6379"/>
                    <a:pt x="3878" y="6341"/>
                    <a:pt x="4104" y="6259"/>
                  </a:cubicBezTo>
                  <a:cubicBezTo>
                    <a:pt x="5435" y="5778"/>
                    <a:pt x="6064" y="4041"/>
                    <a:pt x="5472" y="2340"/>
                  </a:cubicBezTo>
                  <a:cubicBezTo>
                    <a:pt x="4981" y="928"/>
                    <a:pt x="3803" y="1"/>
                    <a:pt x="26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4621;p64">
              <a:extLst>
                <a:ext uri="{FF2B5EF4-FFF2-40B4-BE49-F238E27FC236}">
                  <a16:creationId xmlns:a16="http://schemas.microsoft.com/office/drawing/2014/main" xmlns="" id="{EF641245-EA58-7170-7FB6-F8EEB34A9662}"/>
                </a:ext>
              </a:extLst>
            </p:cNvPr>
            <p:cNvSpPr/>
            <p:nvPr/>
          </p:nvSpPr>
          <p:spPr>
            <a:xfrm>
              <a:off x="1542300" y="2952675"/>
              <a:ext cx="147900" cy="174725"/>
            </a:xfrm>
            <a:custGeom>
              <a:avLst/>
              <a:gdLst/>
              <a:ahLst/>
              <a:cxnLst/>
              <a:rect l="l" t="t" r="r" b="b"/>
              <a:pathLst>
                <a:path w="5916" h="6989" extrusionOk="0">
                  <a:moveTo>
                    <a:pt x="2589" y="629"/>
                  </a:moveTo>
                  <a:cubicBezTo>
                    <a:pt x="3550" y="629"/>
                    <a:pt x="4659" y="1443"/>
                    <a:pt x="5103" y="2774"/>
                  </a:cubicBezTo>
                  <a:cubicBezTo>
                    <a:pt x="5250" y="3180"/>
                    <a:pt x="5324" y="3587"/>
                    <a:pt x="5324" y="3957"/>
                  </a:cubicBezTo>
                  <a:cubicBezTo>
                    <a:pt x="5324" y="4511"/>
                    <a:pt x="5177" y="5029"/>
                    <a:pt x="4918" y="5436"/>
                  </a:cubicBezTo>
                  <a:cubicBezTo>
                    <a:pt x="4696" y="5842"/>
                    <a:pt x="4363" y="6138"/>
                    <a:pt x="3920" y="6286"/>
                  </a:cubicBezTo>
                  <a:cubicBezTo>
                    <a:pt x="3735" y="6360"/>
                    <a:pt x="3550" y="6397"/>
                    <a:pt x="3328" y="6397"/>
                  </a:cubicBezTo>
                  <a:cubicBezTo>
                    <a:pt x="2367" y="6397"/>
                    <a:pt x="1258" y="5547"/>
                    <a:pt x="814" y="4253"/>
                  </a:cubicBezTo>
                  <a:cubicBezTo>
                    <a:pt x="666" y="3846"/>
                    <a:pt x="592" y="3439"/>
                    <a:pt x="592" y="3033"/>
                  </a:cubicBezTo>
                  <a:cubicBezTo>
                    <a:pt x="592" y="2478"/>
                    <a:pt x="740" y="1960"/>
                    <a:pt x="999" y="1554"/>
                  </a:cubicBezTo>
                  <a:cubicBezTo>
                    <a:pt x="1221" y="1184"/>
                    <a:pt x="1553" y="888"/>
                    <a:pt x="1997" y="740"/>
                  </a:cubicBezTo>
                  <a:cubicBezTo>
                    <a:pt x="2182" y="666"/>
                    <a:pt x="2367" y="629"/>
                    <a:pt x="2589" y="629"/>
                  </a:cubicBezTo>
                  <a:close/>
                  <a:moveTo>
                    <a:pt x="2589" y="1"/>
                  </a:moveTo>
                  <a:cubicBezTo>
                    <a:pt x="2330" y="1"/>
                    <a:pt x="2034" y="38"/>
                    <a:pt x="1775" y="149"/>
                  </a:cubicBezTo>
                  <a:cubicBezTo>
                    <a:pt x="1221" y="334"/>
                    <a:pt x="777" y="740"/>
                    <a:pt x="444" y="1258"/>
                  </a:cubicBezTo>
                  <a:cubicBezTo>
                    <a:pt x="149" y="1776"/>
                    <a:pt x="1" y="2404"/>
                    <a:pt x="1" y="3033"/>
                  </a:cubicBezTo>
                  <a:cubicBezTo>
                    <a:pt x="1" y="3513"/>
                    <a:pt x="75" y="3994"/>
                    <a:pt x="222" y="4437"/>
                  </a:cubicBezTo>
                  <a:cubicBezTo>
                    <a:pt x="777" y="5953"/>
                    <a:pt x="2034" y="6988"/>
                    <a:pt x="3328" y="6988"/>
                  </a:cubicBezTo>
                  <a:cubicBezTo>
                    <a:pt x="3624" y="6988"/>
                    <a:pt x="3883" y="6951"/>
                    <a:pt x="4141" y="6878"/>
                  </a:cubicBezTo>
                  <a:cubicBezTo>
                    <a:pt x="4696" y="6656"/>
                    <a:pt x="5177" y="6249"/>
                    <a:pt x="5472" y="5768"/>
                  </a:cubicBezTo>
                  <a:cubicBezTo>
                    <a:pt x="5768" y="5251"/>
                    <a:pt x="5916" y="4622"/>
                    <a:pt x="5916" y="3957"/>
                  </a:cubicBezTo>
                  <a:cubicBezTo>
                    <a:pt x="5916" y="3513"/>
                    <a:pt x="5842" y="3033"/>
                    <a:pt x="5694" y="2552"/>
                  </a:cubicBezTo>
                  <a:cubicBezTo>
                    <a:pt x="5140" y="1036"/>
                    <a:pt x="3883" y="1"/>
                    <a:pt x="2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4622;p64">
              <a:extLst>
                <a:ext uri="{FF2B5EF4-FFF2-40B4-BE49-F238E27FC236}">
                  <a16:creationId xmlns:a16="http://schemas.microsoft.com/office/drawing/2014/main" xmlns="" id="{91175AE6-9469-A03F-4316-70AEF080D039}"/>
                </a:ext>
              </a:extLst>
            </p:cNvPr>
            <p:cNvSpPr/>
            <p:nvPr/>
          </p:nvSpPr>
          <p:spPr>
            <a:xfrm>
              <a:off x="1551550" y="2972325"/>
              <a:ext cx="129425" cy="136350"/>
            </a:xfrm>
            <a:custGeom>
              <a:avLst/>
              <a:gdLst/>
              <a:ahLst/>
              <a:cxnLst/>
              <a:rect l="l" t="t" r="r" b="b"/>
              <a:pathLst>
                <a:path w="5177" h="5454" extrusionOk="0">
                  <a:moveTo>
                    <a:pt x="2260" y="1"/>
                  </a:moveTo>
                  <a:cubicBezTo>
                    <a:pt x="2059" y="1"/>
                    <a:pt x="1858" y="33"/>
                    <a:pt x="1664" y="102"/>
                  </a:cubicBezTo>
                  <a:cubicBezTo>
                    <a:pt x="518" y="472"/>
                    <a:pt x="0" y="1988"/>
                    <a:pt x="518" y="3430"/>
                  </a:cubicBezTo>
                  <a:cubicBezTo>
                    <a:pt x="917" y="4659"/>
                    <a:pt x="1930" y="5454"/>
                    <a:pt x="2918" y="5454"/>
                  </a:cubicBezTo>
                  <a:cubicBezTo>
                    <a:pt x="3119" y="5454"/>
                    <a:pt x="3319" y="5421"/>
                    <a:pt x="3513" y="5352"/>
                  </a:cubicBezTo>
                  <a:cubicBezTo>
                    <a:pt x="4659" y="4945"/>
                    <a:pt x="5176" y="3430"/>
                    <a:pt x="4659" y="1988"/>
                  </a:cubicBezTo>
                  <a:cubicBezTo>
                    <a:pt x="4259" y="790"/>
                    <a:pt x="3248" y="1"/>
                    <a:pt x="22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4623;p64">
              <a:extLst>
                <a:ext uri="{FF2B5EF4-FFF2-40B4-BE49-F238E27FC236}">
                  <a16:creationId xmlns:a16="http://schemas.microsoft.com/office/drawing/2014/main" xmlns="" id="{5348EAA2-635A-D271-3423-18C614C15BC7}"/>
                </a:ext>
              </a:extLst>
            </p:cNvPr>
            <p:cNvSpPr/>
            <p:nvPr/>
          </p:nvSpPr>
          <p:spPr>
            <a:xfrm>
              <a:off x="1551550" y="2963775"/>
              <a:ext cx="129425" cy="152525"/>
            </a:xfrm>
            <a:custGeom>
              <a:avLst/>
              <a:gdLst/>
              <a:ahLst/>
              <a:cxnLst/>
              <a:rect l="l" t="t" r="r" b="b"/>
              <a:pathLst>
                <a:path w="5177" h="6101" extrusionOk="0">
                  <a:moveTo>
                    <a:pt x="2256" y="629"/>
                  </a:moveTo>
                  <a:cubicBezTo>
                    <a:pt x="3069" y="629"/>
                    <a:pt x="3993" y="1332"/>
                    <a:pt x="4400" y="2441"/>
                  </a:cubicBezTo>
                  <a:cubicBezTo>
                    <a:pt x="4511" y="2773"/>
                    <a:pt x="4548" y="3143"/>
                    <a:pt x="4548" y="3439"/>
                  </a:cubicBezTo>
                  <a:cubicBezTo>
                    <a:pt x="4548" y="3920"/>
                    <a:pt x="4437" y="4363"/>
                    <a:pt x="4252" y="4696"/>
                  </a:cubicBezTo>
                  <a:cubicBezTo>
                    <a:pt x="4030" y="5029"/>
                    <a:pt x="3771" y="5287"/>
                    <a:pt x="3402" y="5398"/>
                  </a:cubicBezTo>
                  <a:cubicBezTo>
                    <a:pt x="3254" y="5472"/>
                    <a:pt x="3069" y="5472"/>
                    <a:pt x="2921" y="5472"/>
                  </a:cubicBezTo>
                  <a:cubicBezTo>
                    <a:pt x="2901" y="5473"/>
                    <a:pt x="2880" y="5474"/>
                    <a:pt x="2859" y="5474"/>
                  </a:cubicBezTo>
                  <a:cubicBezTo>
                    <a:pt x="2062" y="5474"/>
                    <a:pt x="1174" y="4779"/>
                    <a:pt x="814" y="3698"/>
                  </a:cubicBezTo>
                  <a:cubicBezTo>
                    <a:pt x="666" y="3328"/>
                    <a:pt x="629" y="2995"/>
                    <a:pt x="629" y="2663"/>
                  </a:cubicBezTo>
                  <a:cubicBezTo>
                    <a:pt x="629" y="2182"/>
                    <a:pt x="740" y="1775"/>
                    <a:pt x="925" y="1442"/>
                  </a:cubicBezTo>
                  <a:cubicBezTo>
                    <a:pt x="1146" y="1073"/>
                    <a:pt x="1405" y="851"/>
                    <a:pt x="1775" y="703"/>
                  </a:cubicBezTo>
                  <a:cubicBezTo>
                    <a:pt x="1923" y="666"/>
                    <a:pt x="2108" y="629"/>
                    <a:pt x="2256" y="629"/>
                  </a:cubicBezTo>
                  <a:close/>
                  <a:moveTo>
                    <a:pt x="2256" y="1"/>
                  </a:moveTo>
                  <a:cubicBezTo>
                    <a:pt x="2034" y="1"/>
                    <a:pt x="1812" y="75"/>
                    <a:pt x="1590" y="149"/>
                  </a:cubicBezTo>
                  <a:cubicBezTo>
                    <a:pt x="1073" y="296"/>
                    <a:pt x="666" y="666"/>
                    <a:pt x="407" y="1110"/>
                  </a:cubicBezTo>
                  <a:cubicBezTo>
                    <a:pt x="148" y="1553"/>
                    <a:pt x="0" y="2108"/>
                    <a:pt x="0" y="2663"/>
                  </a:cubicBezTo>
                  <a:cubicBezTo>
                    <a:pt x="0" y="3069"/>
                    <a:pt x="74" y="3476"/>
                    <a:pt x="222" y="3883"/>
                  </a:cubicBezTo>
                  <a:cubicBezTo>
                    <a:pt x="666" y="5214"/>
                    <a:pt x="1775" y="6101"/>
                    <a:pt x="2921" y="6101"/>
                  </a:cubicBezTo>
                  <a:cubicBezTo>
                    <a:pt x="3143" y="6101"/>
                    <a:pt x="3402" y="6064"/>
                    <a:pt x="3623" y="5990"/>
                  </a:cubicBezTo>
                  <a:cubicBezTo>
                    <a:pt x="4104" y="5805"/>
                    <a:pt x="4511" y="5472"/>
                    <a:pt x="4770" y="4992"/>
                  </a:cubicBezTo>
                  <a:cubicBezTo>
                    <a:pt x="5028" y="4548"/>
                    <a:pt x="5176" y="4030"/>
                    <a:pt x="5176" y="3439"/>
                  </a:cubicBezTo>
                  <a:cubicBezTo>
                    <a:pt x="5176" y="3069"/>
                    <a:pt x="5102" y="2626"/>
                    <a:pt x="4954" y="2219"/>
                  </a:cubicBezTo>
                  <a:cubicBezTo>
                    <a:pt x="4511" y="925"/>
                    <a:pt x="3439" y="38"/>
                    <a:pt x="22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4624;p64">
              <a:extLst>
                <a:ext uri="{FF2B5EF4-FFF2-40B4-BE49-F238E27FC236}">
                  <a16:creationId xmlns:a16="http://schemas.microsoft.com/office/drawing/2014/main" xmlns="" id="{00186B81-BA99-6510-32C4-461594EC1507}"/>
                </a:ext>
              </a:extLst>
            </p:cNvPr>
            <p:cNvSpPr/>
            <p:nvPr/>
          </p:nvSpPr>
          <p:spPr>
            <a:xfrm>
              <a:off x="4390900" y="2603325"/>
              <a:ext cx="29600" cy="247725"/>
            </a:xfrm>
            <a:custGeom>
              <a:avLst/>
              <a:gdLst/>
              <a:ahLst/>
              <a:cxnLst/>
              <a:rect l="l" t="t" r="r" b="b"/>
              <a:pathLst>
                <a:path w="1184" h="9909" extrusionOk="0">
                  <a:moveTo>
                    <a:pt x="0" y="0"/>
                  </a:moveTo>
                  <a:lnTo>
                    <a:pt x="0" y="9908"/>
                  </a:lnTo>
                  <a:lnTo>
                    <a:pt x="1183" y="9908"/>
                  </a:lnTo>
                  <a:lnTo>
                    <a:pt x="11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4625;p64">
              <a:extLst>
                <a:ext uri="{FF2B5EF4-FFF2-40B4-BE49-F238E27FC236}">
                  <a16:creationId xmlns:a16="http://schemas.microsoft.com/office/drawing/2014/main" xmlns="" id="{6A1005A2-70A7-06F4-C843-4A9F8E301CF1}"/>
                </a:ext>
              </a:extLst>
            </p:cNvPr>
            <p:cNvSpPr/>
            <p:nvPr/>
          </p:nvSpPr>
          <p:spPr>
            <a:xfrm>
              <a:off x="4291075" y="2603325"/>
              <a:ext cx="28675" cy="247725"/>
            </a:xfrm>
            <a:custGeom>
              <a:avLst/>
              <a:gdLst/>
              <a:ahLst/>
              <a:cxnLst/>
              <a:rect l="l" t="t" r="r" b="b"/>
              <a:pathLst>
                <a:path w="1147" h="9909" extrusionOk="0">
                  <a:moveTo>
                    <a:pt x="0" y="0"/>
                  </a:moveTo>
                  <a:lnTo>
                    <a:pt x="0" y="9908"/>
                  </a:lnTo>
                  <a:lnTo>
                    <a:pt x="1146" y="9908"/>
                  </a:lnTo>
                  <a:lnTo>
                    <a:pt x="11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4626;p64">
              <a:extLst>
                <a:ext uri="{FF2B5EF4-FFF2-40B4-BE49-F238E27FC236}">
                  <a16:creationId xmlns:a16="http://schemas.microsoft.com/office/drawing/2014/main" xmlns="" id="{041D1939-0EE2-BE0F-5665-52700905F475}"/>
                </a:ext>
              </a:extLst>
            </p:cNvPr>
            <p:cNvSpPr/>
            <p:nvPr/>
          </p:nvSpPr>
          <p:spPr>
            <a:xfrm>
              <a:off x="4190325" y="2603325"/>
              <a:ext cx="29600" cy="247725"/>
            </a:xfrm>
            <a:custGeom>
              <a:avLst/>
              <a:gdLst/>
              <a:ahLst/>
              <a:cxnLst/>
              <a:rect l="l" t="t" r="r" b="b"/>
              <a:pathLst>
                <a:path w="1184" h="9909" extrusionOk="0">
                  <a:moveTo>
                    <a:pt x="0" y="0"/>
                  </a:moveTo>
                  <a:lnTo>
                    <a:pt x="0" y="9908"/>
                  </a:lnTo>
                  <a:lnTo>
                    <a:pt x="1183" y="9908"/>
                  </a:lnTo>
                  <a:lnTo>
                    <a:pt x="11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4627;p64">
              <a:extLst>
                <a:ext uri="{FF2B5EF4-FFF2-40B4-BE49-F238E27FC236}">
                  <a16:creationId xmlns:a16="http://schemas.microsoft.com/office/drawing/2014/main" xmlns="" id="{EF4C8021-B30B-09D9-12F4-4B5BE2D7CC9A}"/>
                </a:ext>
              </a:extLst>
            </p:cNvPr>
            <p:cNvSpPr/>
            <p:nvPr/>
          </p:nvSpPr>
          <p:spPr>
            <a:xfrm>
              <a:off x="4090500" y="2603325"/>
              <a:ext cx="28675" cy="247725"/>
            </a:xfrm>
            <a:custGeom>
              <a:avLst/>
              <a:gdLst/>
              <a:ahLst/>
              <a:cxnLst/>
              <a:rect l="l" t="t" r="r" b="b"/>
              <a:pathLst>
                <a:path w="1147" h="9909" extrusionOk="0">
                  <a:moveTo>
                    <a:pt x="1" y="0"/>
                  </a:moveTo>
                  <a:lnTo>
                    <a:pt x="1" y="9908"/>
                  </a:lnTo>
                  <a:lnTo>
                    <a:pt x="1147" y="9908"/>
                  </a:lnTo>
                  <a:lnTo>
                    <a:pt x="1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4628;p64">
              <a:extLst>
                <a:ext uri="{FF2B5EF4-FFF2-40B4-BE49-F238E27FC236}">
                  <a16:creationId xmlns:a16="http://schemas.microsoft.com/office/drawing/2014/main" xmlns="" id="{9E02F7AD-B03B-5B2B-E149-3839D8EC7DE5}"/>
                </a:ext>
              </a:extLst>
            </p:cNvPr>
            <p:cNvSpPr/>
            <p:nvPr/>
          </p:nvSpPr>
          <p:spPr>
            <a:xfrm>
              <a:off x="4561875" y="2950850"/>
              <a:ext cx="378050" cy="36050"/>
            </a:xfrm>
            <a:custGeom>
              <a:avLst/>
              <a:gdLst/>
              <a:ahLst/>
              <a:cxnLst/>
              <a:rect l="l" t="t" r="r" b="b"/>
              <a:pathLst>
                <a:path w="15122" h="1442" extrusionOk="0">
                  <a:moveTo>
                    <a:pt x="703" y="0"/>
                  </a:moveTo>
                  <a:cubicBezTo>
                    <a:pt x="333" y="0"/>
                    <a:pt x="1" y="333"/>
                    <a:pt x="1" y="739"/>
                  </a:cubicBezTo>
                  <a:cubicBezTo>
                    <a:pt x="1" y="1109"/>
                    <a:pt x="333" y="1442"/>
                    <a:pt x="703" y="1442"/>
                  </a:cubicBezTo>
                  <a:lnTo>
                    <a:pt x="14419" y="1442"/>
                  </a:lnTo>
                  <a:cubicBezTo>
                    <a:pt x="14789" y="1442"/>
                    <a:pt x="15122" y="1109"/>
                    <a:pt x="15122" y="739"/>
                  </a:cubicBezTo>
                  <a:cubicBezTo>
                    <a:pt x="15122" y="333"/>
                    <a:pt x="14789" y="0"/>
                    <a:pt x="144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4629;p64">
              <a:extLst>
                <a:ext uri="{FF2B5EF4-FFF2-40B4-BE49-F238E27FC236}">
                  <a16:creationId xmlns:a16="http://schemas.microsoft.com/office/drawing/2014/main" xmlns="" id="{F5A66DBF-D783-5510-5E11-41D1AB73935C}"/>
                </a:ext>
              </a:extLst>
            </p:cNvPr>
            <p:cNvSpPr/>
            <p:nvPr/>
          </p:nvSpPr>
          <p:spPr>
            <a:xfrm>
              <a:off x="4561875" y="3063600"/>
              <a:ext cx="378050" cy="35150"/>
            </a:xfrm>
            <a:custGeom>
              <a:avLst/>
              <a:gdLst/>
              <a:ahLst/>
              <a:cxnLst/>
              <a:rect l="l" t="t" r="r" b="b"/>
              <a:pathLst>
                <a:path w="15122" h="1406" extrusionOk="0">
                  <a:moveTo>
                    <a:pt x="703" y="0"/>
                  </a:moveTo>
                  <a:cubicBezTo>
                    <a:pt x="333" y="0"/>
                    <a:pt x="1" y="296"/>
                    <a:pt x="1" y="703"/>
                  </a:cubicBezTo>
                  <a:cubicBezTo>
                    <a:pt x="1" y="1073"/>
                    <a:pt x="333" y="1405"/>
                    <a:pt x="703" y="1405"/>
                  </a:cubicBezTo>
                  <a:lnTo>
                    <a:pt x="14419" y="1405"/>
                  </a:lnTo>
                  <a:cubicBezTo>
                    <a:pt x="14789" y="1405"/>
                    <a:pt x="15122" y="1073"/>
                    <a:pt x="15122" y="703"/>
                  </a:cubicBezTo>
                  <a:cubicBezTo>
                    <a:pt x="15122" y="296"/>
                    <a:pt x="14789" y="0"/>
                    <a:pt x="144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4630;p64">
              <a:extLst>
                <a:ext uri="{FF2B5EF4-FFF2-40B4-BE49-F238E27FC236}">
                  <a16:creationId xmlns:a16="http://schemas.microsoft.com/office/drawing/2014/main" xmlns="" id="{3A554F20-9267-51E0-5BF9-2672A8B4305F}"/>
                </a:ext>
              </a:extLst>
            </p:cNvPr>
            <p:cNvSpPr/>
            <p:nvPr/>
          </p:nvSpPr>
          <p:spPr>
            <a:xfrm>
              <a:off x="2656050" y="3012775"/>
              <a:ext cx="159925" cy="146050"/>
            </a:xfrm>
            <a:custGeom>
              <a:avLst/>
              <a:gdLst/>
              <a:ahLst/>
              <a:cxnLst/>
              <a:rect l="l" t="t" r="r" b="b"/>
              <a:pathLst>
                <a:path w="6397" h="5842" extrusionOk="0">
                  <a:moveTo>
                    <a:pt x="3217" y="0"/>
                  </a:moveTo>
                  <a:cubicBezTo>
                    <a:pt x="1442" y="0"/>
                    <a:pt x="0" y="1331"/>
                    <a:pt x="0" y="2921"/>
                  </a:cubicBezTo>
                  <a:cubicBezTo>
                    <a:pt x="0" y="4547"/>
                    <a:pt x="1442" y="5841"/>
                    <a:pt x="3217" y="5841"/>
                  </a:cubicBezTo>
                  <a:cubicBezTo>
                    <a:pt x="4954" y="5841"/>
                    <a:pt x="6396" y="4547"/>
                    <a:pt x="6396" y="2921"/>
                  </a:cubicBezTo>
                  <a:cubicBezTo>
                    <a:pt x="6396" y="1331"/>
                    <a:pt x="4954" y="0"/>
                    <a:pt x="32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4631;p64">
              <a:extLst>
                <a:ext uri="{FF2B5EF4-FFF2-40B4-BE49-F238E27FC236}">
                  <a16:creationId xmlns:a16="http://schemas.microsoft.com/office/drawing/2014/main" xmlns="" id="{26466B8B-D19D-F2B0-AA5F-003DEB6D7D48}"/>
                </a:ext>
              </a:extLst>
            </p:cNvPr>
            <p:cNvSpPr/>
            <p:nvPr/>
          </p:nvSpPr>
          <p:spPr>
            <a:xfrm>
              <a:off x="2648650" y="3005375"/>
              <a:ext cx="174700" cy="161775"/>
            </a:xfrm>
            <a:custGeom>
              <a:avLst/>
              <a:gdLst/>
              <a:ahLst/>
              <a:cxnLst/>
              <a:rect l="l" t="t" r="r" b="b"/>
              <a:pathLst>
                <a:path w="6988" h="6471" extrusionOk="0">
                  <a:moveTo>
                    <a:pt x="3513" y="629"/>
                  </a:moveTo>
                  <a:cubicBezTo>
                    <a:pt x="4289" y="629"/>
                    <a:pt x="5028" y="925"/>
                    <a:pt x="5546" y="1368"/>
                  </a:cubicBezTo>
                  <a:cubicBezTo>
                    <a:pt x="6064" y="1849"/>
                    <a:pt x="6359" y="2514"/>
                    <a:pt x="6359" y="3217"/>
                  </a:cubicBezTo>
                  <a:cubicBezTo>
                    <a:pt x="6359" y="3919"/>
                    <a:pt x="6064" y="4585"/>
                    <a:pt x="5546" y="5065"/>
                  </a:cubicBezTo>
                  <a:cubicBezTo>
                    <a:pt x="5028" y="5546"/>
                    <a:pt x="4289" y="5842"/>
                    <a:pt x="3513" y="5842"/>
                  </a:cubicBezTo>
                  <a:cubicBezTo>
                    <a:pt x="2699" y="5842"/>
                    <a:pt x="1960" y="5546"/>
                    <a:pt x="1442" y="5065"/>
                  </a:cubicBezTo>
                  <a:cubicBezTo>
                    <a:pt x="925" y="4585"/>
                    <a:pt x="629" y="3919"/>
                    <a:pt x="629" y="3217"/>
                  </a:cubicBezTo>
                  <a:cubicBezTo>
                    <a:pt x="629" y="2514"/>
                    <a:pt x="925" y="1849"/>
                    <a:pt x="1442" y="1368"/>
                  </a:cubicBezTo>
                  <a:cubicBezTo>
                    <a:pt x="1960" y="925"/>
                    <a:pt x="2699" y="629"/>
                    <a:pt x="3513" y="629"/>
                  </a:cubicBezTo>
                  <a:close/>
                  <a:moveTo>
                    <a:pt x="3513" y="0"/>
                  </a:moveTo>
                  <a:cubicBezTo>
                    <a:pt x="2551" y="0"/>
                    <a:pt x="1664" y="333"/>
                    <a:pt x="1036" y="925"/>
                  </a:cubicBezTo>
                  <a:cubicBezTo>
                    <a:pt x="407" y="1516"/>
                    <a:pt x="0" y="2329"/>
                    <a:pt x="0" y="3217"/>
                  </a:cubicBezTo>
                  <a:cubicBezTo>
                    <a:pt x="0" y="4104"/>
                    <a:pt x="407" y="4917"/>
                    <a:pt x="1036" y="5509"/>
                  </a:cubicBezTo>
                  <a:cubicBezTo>
                    <a:pt x="1664" y="6100"/>
                    <a:pt x="2551" y="6470"/>
                    <a:pt x="3513" y="6470"/>
                  </a:cubicBezTo>
                  <a:cubicBezTo>
                    <a:pt x="4437" y="6470"/>
                    <a:pt x="5324" y="6100"/>
                    <a:pt x="5953" y="5509"/>
                  </a:cubicBezTo>
                  <a:cubicBezTo>
                    <a:pt x="6581" y="4917"/>
                    <a:pt x="6988" y="4104"/>
                    <a:pt x="6988" y="3217"/>
                  </a:cubicBezTo>
                  <a:cubicBezTo>
                    <a:pt x="6988" y="2329"/>
                    <a:pt x="6581" y="1516"/>
                    <a:pt x="5953" y="925"/>
                  </a:cubicBezTo>
                  <a:cubicBezTo>
                    <a:pt x="5324" y="333"/>
                    <a:pt x="4437" y="0"/>
                    <a:pt x="3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4632;p64">
              <a:extLst>
                <a:ext uri="{FF2B5EF4-FFF2-40B4-BE49-F238E27FC236}">
                  <a16:creationId xmlns:a16="http://schemas.microsoft.com/office/drawing/2014/main" xmlns="" id="{CEF3733E-1894-4793-CFD0-D54B1FBD5B8A}"/>
                </a:ext>
              </a:extLst>
            </p:cNvPr>
            <p:cNvSpPr/>
            <p:nvPr/>
          </p:nvSpPr>
          <p:spPr>
            <a:xfrm>
              <a:off x="2644950" y="3225350"/>
              <a:ext cx="159000" cy="146050"/>
            </a:xfrm>
            <a:custGeom>
              <a:avLst/>
              <a:gdLst/>
              <a:ahLst/>
              <a:cxnLst/>
              <a:rect l="l" t="t" r="r" b="b"/>
              <a:pathLst>
                <a:path w="6360" h="5842" extrusionOk="0">
                  <a:moveTo>
                    <a:pt x="3180" y="0"/>
                  </a:moveTo>
                  <a:cubicBezTo>
                    <a:pt x="1405" y="0"/>
                    <a:pt x="1" y="1294"/>
                    <a:pt x="1" y="2921"/>
                  </a:cubicBezTo>
                  <a:cubicBezTo>
                    <a:pt x="1" y="4548"/>
                    <a:pt x="1405" y="5842"/>
                    <a:pt x="3180" y="5842"/>
                  </a:cubicBezTo>
                  <a:cubicBezTo>
                    <a:pt x="4918" y="5842"/>
                    <a:pt x="6360" y="4548"/>
                    <a:pt x="6360" y="2921"/>
                  </a:cubicBezTo>
                  <a:cubicBezTo>
                    <a:pt x="6360" y="1294"/>
                    <a:pt x="4918" y="0"/>
                    <a:pt x="31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4633;p64">
              <a:extLst>
                <a:ext uri="{FF2B5EF4-FFF2-40B4-BE49-F238E27FC236}">
                  <a16:creationId xmlns:a16="http://schemas.microsoft.com/office/drawing/2014/main" xmlns="" id="{479E0359-8633-A4C9-CD02-D7FFCB7A6DC3}"/>
                </a:ext>
              </a:extLst>
            </p:cNvPr>
            <p:cNvSpPr/>
            <p:nvPr/>
          </p:nvSpPr>
          <p:spPr>
            <a:xfrm>
              <a:off x="2636625" y="3217950"/>
              <a:ext cx="174725" cy="160850"/>
            </a:xfrm>
            <a:custGeom>
              <a:avLst/>
              <a:gdLst/>
              <a:ahLst/>
              <a:cxnLst/>
              <a:rect l="l" t="t" r="r" b="b"/>
              <a:pathLst>
                <a:path w="6989" h="6434" extrusionOk="0">
                  <a:moveTo>
                    <a:pt x="3513" y="592"/>
                  </a:moveTo>
                  <a:cubicBezTo>
                    <a:pt x="4289" y="592"/>
                    <a:pt x="5029" y="888"/>
                    <a:pt x="5546" y="1368"/>
                  </a:cubicBezTo>
                  <a:cubicBezTo>
                    <a:pt x="6064" y="1849"/>
                    <a:pt x="6397" y="2515"/>
                    <a:pt x="6397" y="3217"/>
                  </a:cubicBezTo>
                  <a:cubicBezTo>
                    <a:pt x="6397" y="3919"/>
                    <a:pt x="6064" y="4585"/>
                    <a:pt x="5546" y="5066"/>
                  </a:cubicBezTo>
                  <a:cubicBezTo>
                    <a:pt x="5029" y="5546"/>
                    <a:pt x="4289" y="5842"/>
                    <a:pt x="3513" y="5842"/>
                  </a:cubicBezTo>
                  <a:cubicBezTo>
                    <a:pt x="2700" y="5842"/>
                    <a:pt x="1960" y="5546"/>
                    <a:pt x="1443" y="5066"/>
                  </a:cubicBezTo>
                  <a:cubicBezTo>
                    <a:pt x="925" y="4585"/>
                    <a:pt x="629" y="3919"/>
                    <a:pt x="629" y="3217"/>
                  </a:cubicBezTo>
                  <a:cubicBezTo>
                    <a:pt x="629" y="2515"/>
                    <a:pt x="925" y="1849"/>
                    <a:pt x="1443" y="1368"/>
                  </a:cubicBezTo>
                  <a:cubicBezTo>
                    <a:pt x="1960" y="888"/>
                    <a:pt x="2700" y="592"/>
                    <a:pt x="3513" y="592"/>
                  </a:cubicBezTo>
                  <a:close/>
                  <a:moveTo>
                    <a:pt x="3513" y="1"/>
                  </a:moveTo>
                  <a:cubicBezTo>
                    <a:pt x="2552" y="1"/>
                    <a:pt x="1665" y="333"/>
                    <a:pt x="1036" y="925"/>
                  </a:cubicBezTo>
                  <a:cubicBezTo>
                    <a:pt x="408" y="1516"/>
                    <a:pt x="1" y="2330"/>
                    <a:pt x="1" y="3217"/>
                  </a:cubicBezTo>
                  <a:cubicBezTo>
                    <a:pt x="1" y="4104"/>
                    <a:pt x="408" y="4918"/>
                    <a:pt x="1036" y="5509"/>
                  </a:cubicBezTo>
                  <a:cubicBezTo>
                    <a:pt x="1665" y="6101"/>
                    <a:pt x="2552" y="6433"/>
                    <a:pt x="3513" y="6433"/>
                  </a:cubicBezTo>
                  <a:cubicBezTo>
                    <a:pt x="4474" y="6433"/>
                    <a:pt x="5325" y="6101"/>
                    <a:pt x="5953" y="5509"/>
                  </a:cubicBezTo>
                  <a:cubicBezTo>
                    <a:pt x="6582" y="4918"/>
                    <a:pt x="6988" y="4104"/>
                    <a:pt x="6988" y="3217"/>
                  </a:cubicBezTo>
                  <a:cubicBezTo>
                    <a:pt x="6988" y="2330"/>
                    <a:pt x="6582" y="1516"/>
                    <a:pt x="5953" y="925"/>
                  </a:cubicBezTo>
                  <a:cubicBezTo>
                    <a:pt x="5325" y="333"/>
                    <a:pt x="4474" y="1"/>
                    <a:pt x="3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4634;p64">
              <a:extLst>
                <a:ext uri="{FF2B5EF4-FFF2-40B4-BE49-F238E27FC236}">
                  <a16:creationId xmlns:a16="http://schemas.microsoft.com/office/drawing/2014/main" xmlns="" id="{D0AB3248-BB7E-AEEC-E97C-6D33C12E6164}"/>
                </a:ext>
              </a:extLst>
            </p:cNvPr>
            <p:cNvSpPr/>
            <p:nvPr/>
          </p:nvSpPr>
          <p:spPr>
            <a:xfrm>
              <a:off x="2618150" y="3425000"/>
              <a:ext cx="159925" cy="146050"/>
            </a:xfrm>
            <a:custGeom>
              <a:avLst/>
              <a:gdLst/>
              <a:ahLst/>
              <a:cxnLst/>
              <a:rect l="l" t="t" r="r" b="b"/>
              <a:pathLst>
                <a:path w="6397" h="5842" extrusionOk="0">
                  <a:moveTo>
                    <a:pt x="3217" y="0"/>
                  </a:moveTo>
                  <a:cubicBezTo>
                    <a:pt x="1442" y="0"/>
                    <a:pt x="0" y="1331"/>
                    <a:pt x="0" y="2921"/>
                  </a:cubicBezTo>
                  <a:cubicBezTo>
                    <a:pt x="0" y="4547"/>
                    <a:pt x="1442" y="5841"/>
                    <a:pt x="3217" y="5841"/>
                  </a:cubicBezTo>
                  <a:cubicBezTo>
                    <a:pt x="4954" y="5841"/>
                    <a:pt x="6396" y="4547"/>
                    <a:pt x="6396" y="2921"/>
                  </a:cubicBezTo>
                  <a:cubicBezTo>
                    <a:pt x="6396" y="1331"/>
                    <a:pt x="4954" y="0"/>
                    <a:pt x="32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4635;p64">
              <a:extLst>
                <a:ext uri="{FF2B5EF4-FFF2-40B4-BE49-F238E27FC236}">
                  <a16:creationId xmlns:a16="http://schemas.microsoft.com/office/drawing/2014/main" xmlns="" id="{6276723B-B41C-ED56-347C-EECF0797CBD3}"/>
                </a:ext>
              </a:extLst>
            </p:cNvPr>
            <p:cNvSpPr/>
            <p:nvPr/>
          </p:nvSpPr>
          <p:spPr>
            <a:xfrm>
              <a:off x="2610750" y="3417600"/>
              <a:ext cx="174725" cy="160850"/>
            </a:xfrm>
            <a:custGeom>
              <a:avLst/>
              <a:gdLst/>
              <a:ahLst/>
              <a:cxnLst/>
              <a:rect l="l" t="t" r="r" b="b"/>
              <a:pathLst>
                <a:path w="6989" h="6434" extrusionOk="0">
                  <a:moveTo>
                    <a:pt x="3513" y="592"/>
                  </a:moveTo>
                  <a:cubicBezTo>
                    <a:pt x="4289" y="592"/>
                    <a:pt x="5029" y="925"/>
                    <a:pt x="5546" y="1368"/>
                  </a:cubicBezTo>
                  <a:cubicBezTo>
                    <a:pt x="6064" y="1849"/>
                    <a:pt x="6360" y="2514"/>
                    <a:pt x="6360" y="3217"/>
                  </a:cubicBezTo>
                  <a:cubicBezTo>
                    <a:pt x="6360" y="3919"/>
                    <a:pt x="6064" y="4585"/>
                    <a:pt x="5546" y="5065"/>
                  </a:cubicBezTo>
                  <a:cubicBezTo>
                    <a:pt x="5029" y="5546"/>
                    <a:pt x="4289" y="5842"/>
                    <a:pt x="3513" y="5842"/>
                  </a:cubicBezTo>
                  <a:cubicBezTo>
                    <a:pt x="2700" y="5842"/>
                    <a:pt x="1960" y="5546"/>
                    <a:pt x="1443" y="5065"/>
                  </a:cubicBezTo>
                  <a:cubicBezTo>
                    <a:pt x="925" y="4585"/>
                    <a:pt x="629" y="3919"/>
                    <a:pt x="629" y="3217"/>
                  </a:cubicBezTo>
                  <a:cubicBezTo>
                    <a:pt x="629" y="2514"/>
                    <a:pt x="925" y="1849"/>
                    <a:pt x="1443" y="1368"/>
                  </a:cubicBezTo>
                  <a:cubicBezTo>
                    <a:pt x="1960" y="925"/>
                    <a:pt x="2700" y="592"/>
                    <a:pt x="3513" y="592"/>
                  </a:cubicBezTo>
                  <a:close/>
                  <a:moveTo>
                    <a:pt x="3513" y="0"/>
                  </a:moveTo>
                  <a:cubicBezTo>
                    <a:pt x="2552" y="0"/>
                    <a:pt x="1664" y="333"/>
                    <a:pt x="1036" y="925"/>
                  </a:cubicBezTo>
                  <a:cubicBezTo>
                    <a:pt x="407" y="1516"/>
                    <a:pt x="1" y="2329"/>
                    <a:pt x="1" y="3217"/>
                  </a:cubicBezTo>
                  <a:cubicBezTo>
                    <a:pt x="1" y="4104"/>
                    <a:pt x="407" y="4917"/>
                    <a:pt x="1036" y="5509"/>
                  </a:cubicBezTo>
                  <a:cubicBezTo>
                    <a:pt x="1664" y="6100"/>
                    <a:pt x="2552" y="6433"/>
                    <a:pt x="3513" y="6433"/>
                  </a:cubicBezTo>
                  <a:cubicBezTo>
                    <a:pt x="4437" y="6433"/>
                    <a:pt x="5324" y="6100"/>
                    <a:pt x="5953" y="5509"/>
                  </a:cubicBezTo>
                  <a:cubicBezTo>
                    <a:pt x="6581" y="4917"/>
                    <a:pt x="6988" y="4104"/>
                    <a:pt x="6988" y="3217"/>
                  </a:cubicBezTo>
                  <a:cubicBezTo>
                    <a:pt x="6988" y="2329"/>
                    <a:pt x="6581" y="1516"/>
                    <a:pt x="5953" y="925"/>
                  </a:cubicBezTo>
                  <a:cubicBezTo>
                    <a:pt x="5324" y="333"/>
                    <a:pt x="4437" y="0"/>
                    <a:pt x="3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4636;p64">
              <a:extLst>
                <a:ext uri="{FF2B5EF4-FFF2-40B4-BE49-F238E27FC236}">
                  <a16:creationId xmlns:a16="http://schemas.microsoft.com/office/drawing/2014/main" xmlns="" id="{F66BA2C5-D14E-BEB7-F814-AD534BFB5FEC}"/>
                </a:ext>
              </a:extLst>
            </p:cNvPr>
            <p:cNvSpPr/>
            <p:nvPr/>
          </p:nvSpPr>
          <p:spPr>
            <a:xfrm>
              <a:off x="5515725" y="3650500"/>
              <a:ext cx="855875" cy="1305100"/>
            </a:xfrm>
            <a:custGeom>
              <a:avLst/>
              <a:gdLst/>
              <a:ahLst/>
              <a:cxnLst/>
              <a:rect l="l" t="t" r="r" b="b"/>
              <a:pathLst>
                <a:path w="34235" h="52204" extrusionOk="0">
                  <a:moveTo>
                    <a:pt x="777" y="1"/>
                  </a:moveTo>
                  <a:lnTo>
                    <a:pt x="0" y="25769"/>
                  </a:lnTo>
                  <a:lnTo>
                    <a:pt x="34235" y="52204"/>
                  </a:lnTo>
                  <a:lnTo>
                    <a:pt x="34235" y="52204"/>
                  </a:lnTo>
                  <a:lnTo>
                    <a:pt x="34198" y="16527"/>
                  </a:lnTo>
                  <a:lnTo>
                    <a:pt x="7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4637;p64">
              <a:extLst>
                <a:ext uri="{FF2B5EF4-FFF2-40B4-BE49-F238E27FC236}">
                  <a16:creationId xmlns:a16="http://schemas.microsoft.com/office/drawing/2014/main" xmlns="" id="{D18DFE45-C649-58DA-CE88-EBEAF77958F5}"/>
                </a:ext>
              </a:extLst>
            </p:cNvPr>
            <p:cNvSpPr/>
            <p:nvPr/>
          </p:nvSpPr>
          <p:spPr>
            <a:xfrm>
              <a:off x="5508325" y="3642975"/>
              <a:ext cx="871600" cy="1320100"/>
            </a:xfrm>
            <a:custGeom>
              <a:avLst/>
              <a:gdLst/>
              <a:ahLst/>
              <a:cxnLst/>
              <a:rect l="l" t="t" r="r" b="b"/>
              <a:pathLst>
                <a:path w="34864" h="52804" extrusionOk="0">
                  <a:moveTo>
                    <a:pt x="1368" y="782"/>
                  </a:moveTo>
                  <a:lnTo>
                    <a:pt x="34198" y="17014"/>
                  </a:lnTo>
                  <a:lnTo>
                    <a:pt x="34235" y="51876"/>
                  </a:lnTo>
                  <a:lnTo>
                    <a:pt x="34235" y="51876"/>
                  </a:lnTo>
                  <a:lnTo>
                    <a:pt x="629" y="25923"/>
                  </a:lnTo>
                  <a:lnTo>
                    <a:pt x="1368" y="782"/>
                  </a:lnTo>
                  <a:close/>
                  <a:moveTo>
                    <a:pt x="1073" y="0"/>
                  </a:moveTo>
                  <a:cubicBezTo>
                    <a:pt x="1016" y="0"/>
                    <a:pt x="952" y="22"/>
                    <a:pt x="888" y="43"/>
                  </a:cubicBezTo>
                  <a:cubicBezTo>
                    <a:pt x="814" y="80"/>
                    <a:pt x="777" y="191"/>
                    <a:pt x="740" y="302"/>
                  </a:cubicBezTo>
                  <a:lnTo>
                    <a:pt x="0" y="26070"/>
                  </a:lnTo>
                  <a:cubicBezTo>
                    <a:pt x="0" y="26144"/>
                    <a:pt x="37" y="26255"/>
                    <a:pt x="111" y="26292"/>
                  </a:cubicBezTo>
                  <a:lnTo>
                    <a:pt x="34346" y="52726"/>
                  </a:lnTo>
                  <a:cubicBezTo>
                    <a:pt x="34415" y="52772"/>
                    <a:pt x="34483" y="52804"/>
                    <a:pt x="34552" y="52804"/>
                  </a:cubicBezTo>
                  <a:cubicBezTo>
                    <a:pt x="34594" y="52804"/>
                    <a:pt x="34637" y="52792"/>
                    <a:pt x="34679" y="52763"/>
                  </a:cubicBezTo>
                  <a:cubicBezTo>
                    <a:pt x="34790" y="52726"/>
                    <a:pt x="34864" y="52615"/>
                    <a:pt x="34864" y="52505"/>
                  </a:cubicBezTo>
                  <a:lnTo>
                    <a:pt x="34790" y="16828"/>
                  </a:lnTo>
                  <a:cubicBezTo>
                    <a:pt x="34790" y="16717"/>
                    <a:pt x="34716" y="16606"/>
                    <a:pt x="34642" y="16569"/>
                  </a:cubicBezTo>
                  <a:lnTo>
                    <a:pt x="1184" y="43"/>
                  </a:lnTo>
                  <a:cubicBezTo>
                    <a:pt x="1152" y="12"/>
                    <a:pt x="1114" y="0"/>
                    <a:pt x="10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4638;p64">
              <a:extLst>
                <a:ext uri="{FF2B5EF4-FFF2-40B4-BE49-F238E27FC236}">
                  <a16:creationId xmlns:a16="http://schemas.microsoft.com/office/drawing/2014/main" xmlns="" id="{5215C62B-BA31-7649-D9E7-B4BBFE17BE1C}"/>
                </a:ext>
              </a:extLst>
            </p:cNvPr>
            <p:cNvSpPr/>
            <p:nvPr/>
          </p:nvSpPr>
          <p:spPr>
            <a:xfrm>
              <a:off x="1200325" y="3650500"/>
              <a:ext cx="854975" cy="1305100"/>
            </a:xfrm>
            <a:custGeom>
              <a:avLst/>
              <a:gdLst/>
              <a:ahLst/>
              <a:cxnLst/>
              <a:rect l="l" t="t" r="r" b="b"/>
              <a:pathLst>
                <a:path w="34199" h="52204" extrusionOk="0">
                  <a:moveTo>
                    <a:pt x="33459" y="1"/>
                  </a:moveTo>
                  <a:lnTo>
                    <a:pt x="1" y="16527"/>
                  </a:lnTo>
                  <a:lnTo>
                    <a:pt x="1" y="52204"/>
                  </a:lnTo>
                  <a:lnTo>
                    <a:pt x="34198" y="25769"/>
                  </a:lnTo>
                  <a:lnTo>
                    <a:pt x="334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4639;p64">
              <a:extLst>
                <a:ext uri="{FF2B5EF4-FFF2-40B4-BE49-F238E27FC236}">
                  <a16:creationId xmlns:a16="http://schemas.microsoft.com/office/drawing/2014/main" xmlns="" id="{CCF4DC5D-BC33-BD30-0303-C09AC6F0D83B}"/>
                </a:ext>
              </a:extLst>
            </p:cNvPr>
            <p:cNvSpPr/>
            <p:nvPr/>
          </p:nvSpPr>
          <p:spPr>
            <a:xfrm>
              <a:off x="1192925" y="3642975"/>
              <a:ext cx="869775" cy="1320100"/>
            </a:xfrm>
            <a:custGeom>
              <a:avLst/>
              <a:gdLst/>
              <a:ahLst/>
              <a:cxnLst/>
              <a:rect l="l" t="t" r="r" b="b"/>
              <a:pathLst>
                <a:path w="34791" h="52804" extrusionOk="0">
                  <a:moveTo>
                    <a:pt x="33459" y="782"/>
                  </a:moveTo>
                  <a:lnTo>
                    <a:pt x="34162" y="25923"/>
                  </a:lnTo>
                  <a:lnTo>
                    <a:pt x="629" y="51876"/>
                  </a:lnTo>
                  <a:lnTo>
                    <a:pt x="629" y="16995"/>
                  </a:lnTo>
                  <a:lnTo>
                    <a:pt x="629" y="16995"/>
                  </a:lnTo>
                  <a:lnTo>
                    <a:pt x="33459" y="782"/>
                  </a:lnTo>
                  <a:close/>
                  <a:moveTo>
                    <a:pt x="33718" y="0"/>
                  </a:moveTo>
                  <a:cubicBezTo>
                    <a:pt x="33676" y="0"/>
                    <a:pt x="33638" y="12"/>
                    <a:pt x="33607" y="43"/>
                  </a:cubicBezTo>
                  <a:lnTo>
                    <a:pt x="186" y="16569"/>
                  </a:lnTo>
                  <a:cubicBezTo>
                    <a:pt x="75" y="16606"/>
                    <a:pt x="1" y="16717"/>
                    <a:pt x="1" y="16828"/>
                  </a:cubicBezTo>
                  <a:lnTo>
                    <a:pt x="1" y="52505"/>
                  </a:lnTo>
                  <a:cubicBezTo>
                    <a:pt x="1" y="52615"/>
                    <a:pt x="75" y="52726"/>
                    <a:pt x="186" y="52763"/>
                  </a:cubicBezTo>
                  <a:cubicBezTo>
                    <a:pt x="228" y="52792"/>
                    <a:pt x="270" y="52804"/>
                    <a:pt x="313" y="52804"/>
                  </a:cubicBezTo>
                  <a:cubicBezTo>
                    <a:pt x="381" y="52804"/>
                    <a:pt x="450" y="52772"/>
                    <a:pt x="518" y="52726"/>
                  </a:cubicBezTo>
                  <a:lnTo>
                    <a:pt x="34679" y="26292"/>
                  </a:lnTo>
                  <a:cubicBezTo>
                    <a:pt x="34753" y="26255"/>
                    <a:pt x="34790" y="26144"/>
                    <a:pt x="34790" y="26070"/>
                  </a:cubicBezTo>
                  <a:lnTo>
                    <a:pt x="34051" y="302"/>
                  </a:lnTo>
                  <a:cubicBezTo>
                    <a:pt x="34051" y="191"/>
                    <a:pt x="33977" y="80"/>
                    <a:pt x="33903" y="43"/>
                  </a:cubicBezTo>
                  <a:cubicBezTo>
                    <a:pt x="33839" y="22"/>
                    <a:pt x="33775" y="0"/>
                    <a:pt x="337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4640;p64">
              <a:extLst>
                <a:ext uri="{FF2B5EF4-FFF2-40B4-BE49-F238E27FC236}">
                  <a16:creationId xmlns:a16="http://schemas.microsoft.com/office/drawing/2014/main" xmlns="" id="{7A5B267B-5653-430B-8816-B453DF1C3C60}"/>
                </a:ext>
              </a:extLst>
            </p:cNvPr>
            <p:cNvSpPr/>
            <p:nvPr/>
          </p:nvSpPr>
          <p:spPr>
            <a:xfrm>
              <a:off x="2685625" y="2486850"/>
              <a:ext cx="543475" cy="497275"/>
            </a:xfrm>
            <a:custGeom>
              <a:avLst/>
              <a:gdLst/>
              <a:ahLst/>
              <a:cxnLst/>
              <a:rect l="l" t="t" r="r" b="b"/>
              <a:pathLst>
                <a:path w="21739" h="19891" extrusionOk="0">
                  <a:moveTo>
                    <a:pt x="10870" y="1"/>
                  </a:moveTo>
                  <a:cubicBezTo>
                    <a:pt x="4880" y="1"/>
                    <a:pt x="0" y="4437"/>
                    <a:pt x="0" y="9946"/>
                  </a:cubicBezTo>
                  <a:cubicBezTo>
                    <a:pt x="0" y="15455"/>
                    <a:pt x="4880" y="19891"/>
                    <a:pt x="10870" y="19891"/>
                  </a:cubicBezTo>
                  <a:cubicBezTo>
                    <a:pt x="16859" y="19891"/>
                    <a:pt x="21739" y="15455"/>
                    <a:pt x="21739" y="9946"/>
                  </a:cubicBezTo>
                  <a:cubicBezTo>
                    <a:pt x="21739" y="4437"/>
                    <a:pt x="16859" y="1"/>
                    <a:pt x="108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4641;p64">
              <a:extLst>
                <a:ext uri="{FF2B5EF4-FFF2-40B4-BE49-F238E27FC236}">
                  <a16:creationId xmlns:a16="http://schemas.microsoft.com/office/drawing/2014/main" xmlns="" id="{16208EAE-26AF-EC6F-1B39-FDFC1314D277}"/>
                </a:ext>
              </a:extLst>
            </p:cNvPr>
            <p:cNvSpPr/>
            <p:nvPr/>
          </p:nvSpPr>
          <p:spPr>
            <a:xfrm>
              <a:off x="2678225" y="2479450"/>
              <a:ext cx="558275" cy="513000"/>
            </a:xfrm>
            <a:custGeom>
              <a:avLst/>
              <a:gdLst/>
              <a:ahLst/>
              <a:cxnLst/>
              <a:rect l="l" t="t" r="r" b="b"/>
              <a:pathLst>
                <a:path w="22331" h="20520" extrusionOk="0">
                  <a:moveTo>
                    <a:pt x="11166" y="593"/>
                  </a:moveTo>
                  <a:cubicBezTo>
                    <a:pt x="14086" y="593"/>
                    <a:pt x="16711" y="1702"/>
                    <a:pt x="18634" y="3439"/>
                  </a:cubicBezTo>
                  <a:cubicBezTo>
                    <a:pt x="20519" y="5177"/>
                    <a:pt x="21702" y="7580"/>
                    <a:pt x="21702" y="10242"/>
                  </a:cubicBezTo>
                  <a:cubicBezTo>
                    <a:pt x="21702" y="12904"/>
                    <a:pt x="20519" y="15307"/>
                    <a:pt x="18634" y="17044"/>
                  </a:cubicBezTo>
                  <a:cubicBezTo>
                    <a:pt x="16711" y="18819"/>
                    <a:pt x="14086" y="19891"/>
                    <a:pt x="11166" y="19891"/>
                  </a:cubicBezTo>
                  <a:cubicBezTo>
                    <a:pt x="8245" y="19891"/>
                    <a:pt x="5583" y="18819"/>
                    <a:pt x="3698" y="17044"/>
                  </a:cubicBezTo>
                  <a:cubicBezTo>
                    <a:pt x="1775" y="15307"/>
                    <a:pt x="629" y="12904"/>
                    <a:pt x="629" y="10242"/>
                  </a:cubicBezTo>
                  <a:cubicBezTo>
                    <a:pt x="629" y="7580"/>
                    <a:pt x="1775" y="5177"/>
                    <a:pt x="3698" y="3439"/>
                  </a:cubicBezTo>
                  <a:cubicBezTo>
                    <a:pt x="5583" y="1702"/>
                    <a:pt x="8245" y="593"/>
                    <a:pt x="11166" y="593"/>
                  </a:cubicBezTo>
                  <a:close/>
                  <a:moveTo>
                    <a:pt x="11166" y="1"/>
                  </a:moveTo>
                  <a:cubicBezTo>
                    <a:pt x="8097" y="1"/>
                    <a:pt x="5287" y="1147"/>
                    <a:pt x="3291" y="2996"/>
                  </a:cubicBezTo>
                  <a:cubicBezTo>
                    <a:pt x="1258" y="4844"/>
                    <a:pt x="1" y="7395"/>
                    <a:pt x="1" y="10242"/>
                  </a:cubicBezTo>
                  <a:cubicBezTo>
                    <a:pt x="1" y="13089"/>
                    <a:pt x="1258" y="15677"/>
                    <a:pt x="3291" y="17525"/>
                  </a:cubicBezTo>
                  <a:cubicBezTo>
                    <a:pt x="5287" y="19374"/>
                    <a:pt x="8097" y="20520"/>
                    <a:pt x="11166" y="20520"/>
                  </a:cubicBezTo>
                  <a:cubicBezTo>
                    <a:pt x="14234" y="20520"/>
                    <a:pt x="17007" y="19374"/>
                    <a:pt x="19040" y="17525"/>
                  </a:cubicBezTo>
                  <a:cubicBezTo>
                    <a:pt x="21074" y="15677"/>
                    <a:pt x="22331" y="13089"/>
                    <a:pt x="22331" y="10242"/>
                  </a:cubicBezTo>
                  <a:cubicBezTo>
                    <a:pt x="22331" y="7395"/>
                    <a:pt x="21074" y="4844"/>
                    <a:pt x="19040" y="2996"/>
                  </a:cubicBezTo>
                  <a:cubicBezTo>
                    <a:pt x="17007" y="1147"/>
                    <a:pt x="14234" y="1"/>
                    <a:pt x="111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4642;p64">
              <a:extLst>
                <a:ext uri="{FF2B5EF4-FFF2-40B4-BE49-F238E27FC236}">
                  <a16:creationId xmlns:a16="http://schemas.microsoft.com/office/drawing/2014/main" xmlns="" id="{DC987AB0-E089-A799-3B27-79D1BF695121}"/>
                </a:ext>
              </a:extLst>
            </p:cNvPr>
            <p:cNvSpPr/>
            <p:nvPr/>
          </p:nvSpPr>
          <p:spPr>
            <a:xfrm>
              <a:off x="2722600" y="2520125"/>
              <a:ext cx="469550" cy="430750"/>
            </a:xfrm>
            <a:custGeom>
              <a:avLst/>
              <a:gdLst/>
              <a:ahLst/>
              <a:cxnLst/>
              <a:rect l="l" t="t" r="r" b="b"/>
              <a:pathLst>
                <a:path w="18782" h="17230" extrusionOk="0">
                  <a:moveTo>
                    <a:pt x="9391" y="1"/>
                  </a:moveTo>
                  <a:cubicBezTo>
                    <a:pt x="4215" y="1"/>
                    <a:pt x="0" y="3846"/>
                    <a:pt x="0" y="8615"/>
                  </a:cubicBezTo>
                  <a:cubicBezTo>
                    <a:pt x="0" y="13384"/>
                    <a:pt x="4215" y="17229"/>
                    <a:pt x="9391" y="17229"/>
                  </a:cubicBezTo>
                  <a:cubicBezTo>
                    <a:pt x="14567" y="17229"/>
                    <a:pt x="18781" y="13384"/>
                    <a:pt x="18781" y="8615"/>
                  </a:cubicBezTo>
                  <a:cubicBezTo>
                    <a:pt x="18781" y="3846"/>
                    <a:pt x="14567" y="1"/>
                    <a:pt x="93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4643;p64">
              <a:extLst>
                <a:ext uri="{FF2B5EF4-FFF2-40B4-BE49-F238E27FC236}">
                  <a16:creationId xmlns:a16="http://schemas.microsoft.com/office/drawing/2014/main" xmlns="" id="{848721EE-1209-7B12-D5C8-1341EFF014FC}"/>
                </a:ext>
              </a:extLst>
            </p:cNvPr>
            <p:cNvSpPr/>
            <p:nvPr/>
          </p:nvSpPr>
          <p:spPr>
            <a:xfrm>
              <a:off x="2714275" y="2512725"/>
              <a:ext cx="485250" cy="445525"/>
            </a:xfrm>
            <a:custGeom>
              <a:avLst/>
              <a:gdLst/>
              <a:ahLst/>
              <a:cxnLst/>
              <a:rect l="l" t="t" r="r" b="b"/>
              <a:pathLst>
                <a:path w="19410" h="17821" extrusionOk="0">
                  <a:moveTo>
                    <a:pt x="9724" y="592"/>
                  </a:moveTo>
                  <a:cubicBezTo>
                    <a:pt x="12238" y="592"/>
                    <a:pt x="14530" y="1554"/>
                    <a:pt x="16157" y="3069"/>
                  </a:cubicBezTo>
                  <a:cubicBezTo>
                    <a:pt x="17783" y="4548"/>
                    <a:pt x="18818" y="6619"/>
                    <a:pt x="18818" y="8911"/>
                  </a:cubicBezTo>
                  <a:cubicBezTo>
                    <a:pt x="18818" y="11203"/>
                    <a:pt x="17783" y="13273"/>
                    <a:pt x="16157" y="14789"/>
                  </a:cubicBezTo>
                  <a:cubicBezTo>
                    <a:pt x="14530" y="16305"/>
                    <a:pt x="12238" y="17229"/>
                    <a:pt x="9724" y="17229"/>
                  </a:cubicBezTo>
                  <a:cubicBezTo>
                    <a:pt x="7210" y="17229"/>
                    <a:pt x="4917" y="16305"/>
                    <a:pt x="3291" y="14789"/>
                  </a:cubicBezTo>
                  <a:cubicBezTo>
                    <a:pt x="1627" y="13273"/>
                    <a:pt x="629" y="11203"/>
                    <a:pt x="629" y="8911"/>
                  </a:cubicBezTo>
                  <a:cubicBezTo>
                    <a:pt x="629" y="6619"/>
                    <a:pt x="1627" y="4548"/>
                    <a:pt x="3291" y="3069"/>
                  </a:cubicBezTo>
                  <a:cubicBezTo>
                    <a:pt x="4917" y="1554"/>
                    <a:pt x="7210" y="592"/>
                    <a:pt x="9724" y="592"/>
                  </a:cubicBezTo>
                  <a:close/>
                  <a:moveTo>
                    <a:pt x="9724" y="1"/>
                  </a:moveTo>
                  <a:cubicBezTo>
                    <a:pt x="7062" y="1"/>
                    <a:pt x="4622" y="999"/>
                    <a:pt x="2884" y="2589"/>
                  </a:cubicBezTo>
                  <a:cubicBezTo>
                    <a:pt x="1109" y="4216"/>
                    <a:pt x="0" y="6434"/>
                    <a:pt x="0" y="8911"/>
                  </a:cubicBezTo>
                  <a:cubicBezTo>
                    <a:pt x="0" y="11388"/>
                    <a:pt x="1109" y="13606"/>
                    <a:pt x="2884" y="15233"/>
                  </a:cubicBezTo>
                  <a:cubicBezTo>
                    <a:pt x="4622" y="16860"/>
                    <a:pt x="7062" y="17821"/>
                    <a:pt x="9724" y="17821"/>
                  </a:cubicBezTo>
                  <a:cubicBezTo>
                    <a:pt x="12386" y="17821"/>
                    <a:pt x="14826" y="16860"/>
                    <a:pt x="16563" y="15233"/>
                  </a:cubicBezTo>
                  <a:cubicBezTo>
                    <a:pt x="18338" y="13606"/>
                    <a:pt x="19410" y="11388"/>
                    <a:pt x="19410" y="8911"/>
                  </a:cubicBezTo>
                  <a:cubicBezTo>
                    <a:pt x="19410" y="6434"/>
                    <a:pt x="18338" y="4216"/>
                    <a:pt x="16563" y="2589"/>
                  </a:cubicBezTo>
                  <a:cubicBezTo>
                    <a:pt x="14826" y="999"/>
                    <a:pt x="12386" y="1"/>
                    <a:pt x="97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4644;p64">
              <a:extLst>
                <a:ext uri="{FF2B5EF4-FFF2-40B4-BE49-F238E27FC236}">
                  <a16:creationId xmlns:a16="http://schemas.microsoft.com/office/drawing/2014/main" xmlns="" id="{1C9C975D-496C-8DCB-6F02-6AD9FF0B36D6}"/>
                </a:ext>
              </a:extLst>
            </p:cNvPr>
            <p:cNvSpPr/>
            <p:nvPr/>
          </p:nvSpPr>
          <p:spPr>
            <a:xfrm>
              <a:off x="2772500" y="2565425"/>
              <a:ext cx="369725" cy="340150"/>
            </a:xfrm>
            <a:custGeom>
              <a:avLst/>
              <a:gdLst/>
              <a:ahLst/>
              <a:cxnLst/>
              <a:rect l="l" t="t" r="r" b="b"/>
              <a:pathLst>
                <a:path w="14789" h="13606" extrusionOk="0">
                  <a:moveTo>
                    <a:pt x="7395" y="629"/>
                  </a:moveTo>
                  <a:cubicBezTo>
                    <a:pt x="9280" y="629"/>
                    <a:pt x="10981" y="1331"/>
                    <a:pt x="12201" y="2440"/>
                  </a:cubicBezTo>
                  <a:cubicBezTo>
                    <a:pt x="13421" y="3586"/>
                    <a:pt x="14160" y="5102"/>
                    <a:pt x="14160" y="6803"/>
                  </a:cubicBezTo>
                  <a:cubicBezTo>
                    <a:pt x="14160" y="8504"/>
                    <a:pt x="13421" y="10056"/>
                    <a:pt x="12201" y="11165"/>
                  </a:cubicBezTo>
                  <a:cubicBezTo>
                    <a:pt x="10981" y="12275"/>
                    <a:pt x="9280" y="12977"/>
                    <a:pt x="7395" y="12977"/>
                  </a:cubicBezTo>
                  <a:cubicBezTo>
                    <a:pt x="5509" y="12977"/>
                    <a:pt x="3808" y="12275"/>
                    <a:pt x="2588" y="11165"/>
                  </a:cubicBezTo>
                  <a:cubicBezTo>
                    <a:pt x="1368" y="10056"/>
                    <a:pt x="629" y="8504"/>
                    <a:pt x="629" y="6803"/>
                  </a:cubicBezTo>
                  <a:cubicBezTo>
                    <a:pt x="629" y="5102"/>
                    <a:pt x="1368" y="3586"/>
                    <a:pt x="2588" y="2440"/>
                  </a:cubicBezTo>
                  <a:cubicBezTo>
                    <a:pt x="3808" y="1331"/>
                    <a:pt x="5509" y="629"/>
                    <a:pt x="7395" y="629"/>
                  </a:cubicBezTo>
                  <a:close/>
                  <a:moveTo>
                    <a:pt x="7395" y="0"/>
                  </a:moveTo>
                  <a:cubicBezTo>
                    <a:pt x="5361" y="0"/>
                    <a:pt x="3513" y="777"/>
                    <a:pt x="2182" y="1997"/>
                  </a:cubicBezTo>
                  <a:cubicBezTo>
                    <a:pt x="851" y="3217"/>
                    <a:pt x="1" y="4917"/>
                    <a:pt x="1" y="6803"/>
                  </a:cubicBezTo>
                  <a:cubicBezTo>
                    <a:pt x="1" y="8688"/>
                    <a:pt x="851" y="10389"/>
                    <a:pt x="2182" y="11609"/>
                  </a:cubicBezTo>
                  <a:cubicBezTo>
                    <a:pt x="3513" y="12866"/>
                    <a:pt x="5361" y="13605"/>
                    <a:pt x="7395" y="13605"/>
                  </a:cubicBezTo>
                  <a:cubicBezTo>
                    <a:pt x="9428" y="13605"/>
                    <a:pt x="11277" y="12866"/>
                    <a:pt x="12607" y="11609"/>
                  </a:cubicBezTo>
                  <a:cubicBezTo>
                    <a:pt x="13938" y="10389"/>
                    <a:pt x="14789" y="8688"/>
                    <a:pt x="14789" y="6803"/>
                  </a:cubicBezTo>
                  <a:cubicBezTo>
                    <a:pt x="14789" y="4917"/>
                    <a:pt x="13938" y="3217"/>
                    <a:pt x="12607" y="1997"/>
                  </a:cubicBezTo>
                  <a:cubicBezTo>
                    <a:pt x="11277" y="777"/>
                    <a:pt x="9428" y="0"/>
                    <a:pt x="73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4645;p64">
              <a:extLst>
                <a:ext uri="{FF2B5EF4-FFF2-40B4-BE49-F238E27FC236}">
                  <a16:creationId xmlns:a16="http://schemas.microsoft.com/office/drawing/2014/main" xmlns="" id="{16470C35-5766-13CA-65E8-26A1EB615401}"/>
                </a:ext>
              </a:extLst>
            </p:cNvPr>
            <p:cNvSpPr/>
            <p:nvPr/>
          </p:nvSpPr>
          <p:spPr>
            <a:xfrm>
              <a:off x="2850150" y="2636600"/>
              <a:ext cx="214450" cy="197800"/>
            </a:xfrm>
            <a:custGeom>
              <a:avLst/>
              <a:gdLst/>
              <a:ahLst/>
              <a:cxnLst/>
              <a:rect l="l" t="t" r="r" b="b"/>
              <a:pathLst>
                <a:path w="8578" h="7912" extrusionOk="0">
                  <a:moveTo>
                    <a:pt x="4289" y="629"/>
                  </a:moveTo>
                  <a:cubicBezTo>
                    <a:pt x="5324" y="629"/>
                    <a:pt x="6248" y="998"/>
                    <a:pt x="6914" y="1590"/>
                  </a:cubicBezTo>
                  <a:cubicBezTo>
                    <a:pt x="7579" y="2218"/>
                    <a:pt x="7949" y="3032"/>
                    <a:pt x="7949" y="3956"/>
                  </a:cubicBezTo>
                  <a:cubicBezTo>
                    <a:pt x="7949" y="4880"/>
                    <a:pt x="7579" y="5693"/>
                    <a:pt x="6914" y="6322"/>
                  </a:cubicBezTo>
                  <a:cubicBezTo>
                    <a:pt x="6248" y="6914"/>
                    <a:pt x="5324" y="7320"/>
                    <a:pt x="4289" y="7320"/>
                  </a:cubicBezTo>
                  <a:cubicBezTo>
                    <a:pt x="3253" y="7320"/>
                    <a:pt x="2329" y="6914"/>
                    <a:pt x="1664" y="6322"/>
                  </a:cubicBezTo>
                  <a:cubicBezTo>
                    <a:pt x="998" y="5693"/>
                    <a:pt x="592" y="4880"/>
                    <a:pt x="592" y="3956"/>
                  </a:cubicBezTo>
                  <a:cubicBezTo>
                    <a:pt x="592" y="3032"/>
                    <a:pt x="998" y="2218"/>
                    <a:pt x="1664" y="1590"/>
                  </a:cubicBezTo>
                  <a:cubicBezTo>
                    <a:pt x="2329" y="998"/>
                    <a:pt x="3253" y="629"/>
                    <a:pt x="4289" y="629"/>
                  </a:cubicBezTo>
                  <a:close/>
                  <a:moveTo>
                    <a:pt x="4289" y="0"/>
                  </a:moveTo>
                  <a:cubicBezTo>
                    <a:pt x="3106" y="0"/>
                    <a:pt x="2033" y="444"/>
                    <a:pt x="1257" y="1146"/>
                  </a:cubicBezTo>
                  <a:cubicBezTo>
                    <a:pt x="481" y="1849"/>
                    <a:pt x="0" y="2847"/>
                    <a:pt x="0" y="3956"/>
                  </a:cubicBezTo>
                  <a:cubicBezTo>
                    <a:pt x="0" y="5065"/>
                    <a:pt x="481" y="6063"/>
                    <a:pt x="1257" y="6766"/>
                  </a:cubicBezTo>
                  <a:cubicBezTo>
                    <a:pt x="2033" y="7505"/>
                    <a:pt x="3106" y="7912"/>
                    <a:pt x="4289" y="7912"/>
                  </a:cubicBezTo>
                  <a:cubicBezTo>
                    <a:pt x="5472" y="7912"/>
                    <a:pt x="6544" y="7505"/>
                    <a:pt x="7320" y="6766"/>
                  </a:cubicBezTo>
                  <a:cubicBezTo>
                    <a:pt x="8097" y="6063"/>
                    <a:pt x="8577" y="5065"/>
                    <a:pt x="8577" y="3956"/>
                  </a:cubicBezTo>
                  <a:cubicBezTo>
                    <a:pt x="8577" y="2847"/>
                    <a:pt x="8097" y="1849"/>
                    <a:pt x="7320" y="1146"/>
                  </a:cubicBezTo>
                  <a:cubicBezTo>
                    <a:pt x="6544" y="444"/>
                    <a:pt x="5472" y="0"/>
                    <a:pt x="42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4646;p64">
              <a:extLst>
                <a:ext uri="{FF2B5EF4-FFF2-40B4-BE49-F238E27FC236}">
                  <a16:creationId xmlns:a16="http://schemas.microsoft.com/office/drawing/2014/main" xmlns="" id="{29E95AD4-D702-946E-F4BF-9F4F9246C8C4}"/>
                </a:ext>
              </a:extLst>
            </p:cNvPr>
            <p:cNvSpPr/>
            <p:nvPr/>
          </p:nvSpPr>
          <p:spPr>
            <a:xfrm>
              <a:off x="2957350" y="2520125"/>
              <a:ext cx="25" cy="430750"/>
            </a:xfrm>
            <a:custGeom>
              <a:avLst/>
              <a:gdLst/>
              <a:ahLst/>
              <a:cxnLst/>
              <a:rect l="l" t="t" r="r" b="b"/>
              <a:pathLst>
                <a:path w="1" h="17230" extrusionOk="0">
                  <a:moveTo>
                    <a:pt x="1" y="1"/>
                  </a:moveTo>
                  <a:lnTo>
                    <a:pt x="1" y="17229"/>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4647;p64">
              <a:extLst>
                <a:ext uri="{FF2B5EF4-FFF2-40B4-BE49-F238E27FC236}">
                  <a16:creationId xmlns:a16="http://schemas.microsoft.com/office/drawing/2014/main" xmlns="" id="{52D6C6AE-1561-0CBD-0D2B-66BA4A5C1125}"/>
                </a:ext>
              </a:extLst>
            </p:cNvPr>
            <p:cNvSpPr/>
            <p:nvPr/>
          </p:nvSpPr>
          <p:spPr>
            <a:xfrm>
              <a:off x="2949950" y="2512725"/>
              <a:ext cx="14825" cy="445525"/>
            </a:xfrm>
            <a:custGeom>
              <a:avLst/>
              <a:gdLst/>
              <a:ahLst/>
              <a:cxnLst/>
              <a:rect l="l" t="t" r="r" b="b"/>
              <a:pathLst>
                <a:path w="593" h="17821" extrusionOk="0">
                  <a:moveTo>
                    <a:pt x="297" y="1"/>
                  </a:moveTo>
                  <a:cubicBezTo>
                    <a:pt x="112" y="1"/>
                    <a:pt x="1" y="149"/>
                    <a:pt x="1" y="297"/>
                  </a:cubicBezTo>
                  <a:lnTo>
                    <a:pt x="1" y="17525"/>
                  </a:lnTo>
                  <a:cubicBezTo>
                    <a:pt x="1" y="17710"/>
                    <a:pt x="112" y="17821"/>
                    <a:pt x="297" y="17821"/>
                  </a:cubicBezTo>
                  <a:cubicBezTo>
                    <a:pt x="445" y="17821"/>
                    <a:pt x="592" y="17710"/>
                    <a:pt x="592" y="17525"/>
                  </a:cubicBezTo>
                  <a:lnTo>
                    <a:pt x="592" y="297"/>
                  </a:lnTo>
                  <a:cubicBezTo>
                    <a:pt x="592" y="149"/>
                    <a:pt x="445" y="1"/>
                    <a:pt x="2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4648;p64">
              <a:extLst>
                <a:ext uri="{FF2B5EF4-FFF2-40B4-BE49-F238E27FC236}">
                  <a16:creationId xmlns:a16="http://schemas.microsoft.com/office/drawing/2014/main" xmlns="" id="{6BDB6395-E903-0C42-A555-852CD6EDBC66}"/>
                </a:ext>
              </a:extLst>
            </p:cNvPr>
            <p:cNvSpPr/>
            <p:nvPr/>
          </p:nvSpPr>
          <p:spPr>
            <a:xfrm>
              <a:off x="2722600" y="2735475"/>
              <a:ext cx="469550" cy="25"/>
            </a:xfrm>
            <a:custGeom>
              <a:avLst/>
              <a:gdLst/>
              <a:ahLst/>
              <a:cxnLst/>
              <a:rect l="l" t="t" r="r" b="b"/>
              <a:pathLst>
                <a:path w="18782" h="1" extrusionOk="0">
                  <a:moveTo>
                    <a:pt x="0" y="1"/>
                  </a:moveTo>
                  <a:lnTo>
                    <a:pt x="1878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4649;p64">
              <a:extLst>
                <a:ext uri="{FF2B5EF4-FFF2-40B4-BE49-F238E27FC236}">
                  <a16:creationId xmlns:a16="http://schemas.microsoft.com/office/drawing/2014/main" xmlns="" id="{24D79E02-ADEA-FA65-E9F0-73775ACCCAA5}"/>
                </a:ext>
              </a:extLst>
            </p:cNvPr>
            <p:cNvSpPr/>
            <p:nvPr/>
          </p:nvSpPr>
          <p:spPr>
            <a:xfrm>
              <a:off x="2714275" y="2728100"/>
              <a:ext cx="485250" cy="14800"/>
            </a:xfrm>
            <a:custGeom>
              <a:avLst/>
              <a:gdLst/>
              <a:ahLst/>
              <a:cxnLst/>
              <a:rect l="l" t="t" r="r" b="b"/>
              <a:pathLst>
                <a:path w="19410" h="592" extrusionOk="0">
                  <a:moveTo>
                    <a:pt x="333" y="0"/>
                  </a:moveTo>
                  <a:cubicBezTo>
                    <a:pt x="148" y="0"/>
                    <a:pt x="0" y="148"/>
                    <a:pt x="0" y="296"/>
                  </a:cubicBezTo>
                  <a:cubicBezTo>
                    <a:pt x="0" y="481"/>
                    <a:pt x="148" y="592"/>
                    <a:pt x="333" y="592"/>
                  </a:cubicBezTo>
                  <a:lnTo>
                    <a:pt x="19114" y="592"/>
                  </a:lnTo>
                  <a:cubicBezTo>
                    <a:pt x="19299" y="592"/>
                    <a:pt x="19410" y="481"/>
                    <a:pt x="19410" y="296"/>
                  </a:cubicBezTo>
                  <a:cubicBezTo>
                    <a:pt x="19410" y="148"/>
                    <a:pt x="19299" y="0"/>
                    <a:pt x="191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4650;p64">
              <a:extLst>
                <a:ext uri="{FF2B5EF4-FFF2-40B4-BE49-F238E27FC236}">
                  <a16:creationId xmlns:a16="http://schemas.microsoft.com/office/drawing/2014/main" xmlns="" id="{7FD481D6-B1B2-6B14-F3F3-F1BDC66A1786}"/>
                </a:ext>
              </a:extLst>
            </p:cNvPr>
            <p:cNvSpPr/>
            <p:nvPr/>
          </p:nvSpPr>
          <p:spPr>
            <a:xfrm>
              <a:off x="1932350" y="3051575"/>
              <a:ext cx="224625" cy="411425"/>
            </a:xfrm>
            <a:custGeom>
              <a:avLst/>
              <a:gdLst/>
              <a:ahLst/>
              <a:cxnLst/>
              <a:rect l="l" t="t" r="r" b="b"/>
              <a:pathLst>
                <a:path w="8985" h="16457" extrusionOk="0">
                  <a:moveTo>
                    <a:pt x="1183" y="1"/>
                  </a:moveTo>
                  <a:cubicBezTo>
                    <a:pt x="481" y="1"/>
                    <a:pt x="0" y="740"/>
                    <a:pt x="296" y="1369"/>
                  </a:cubicBezTo>
                  <a:lnTo>
                    <a:pt x="6729" y="15861"/>
                  </a:lnTo>
                  <a:cubicBezTo>
                    <a:pt x="6866" y="16239"/>
                    <a:pt x="7226" y="16457"/>
                    <a:pt x="7632" y="16457"/>
                  </a:cubicBezTo>
                  <a:cubicBezTo>
                    <a:pt x="7663" y="16457"/>
                    <a:pt x="7695" y="16455"/>
                    <a:pt x="7727" y="16453"/>
                  </a:cubicBezTo>
                  <a:lnTo>
                    <a:pt x="7949" y="16416"/>
                  </a:lnTo>
                  <a:cubicBezTo>
                    <a:pt x="8614" y="16342"/>
                    <a:pt x="8984" y="15639"/>
                    <a:pt x="8725" y="15048"/>
                  </a:cubicBezTo>
                  <a:lnTo>
                    <a:pt x="2071" y="592"/>
                  </a:lnTo>
                  <a:cubicBezTo>
                    <a:pt x="1923" y="223"/>
                    <a:pt x="1590" y="1"/>
                    <a:pt x="11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4651;p64">
              <a:extLst>
                <a:ext uri="{FF2B5EF4-FFF2-40B4-BE49-F238E27FC236}">
                  <a16:creationId xmlns:a16="http://schemas.microsoft.com/office/drawing/2014/main" xmlns="" id="{979E2146-B0F3-121D-EAD0-C60108525E77}"/>
                </a:ext>
              </a:extLst>
            </p:cNvPr>
            <p:cNvSpPr/>
            <p:nvPr/>
          </p:nvSpPr>
          <p:spPr>
            <a:xfrm>
              <a:off x="1929575" y="3044200"/>
              <a:ext cx="230175" cy="426100"/>
            </a:xfrm>
            <a:custGeom>
              <a:avLst/>
              <a:gdLst/>
              <a:ahLst/>
              <a:cxnLst/>
              <a:rect l="l" t="t" r="r" b="b"/>
              <a:pathLst>
                <a:path w="9207" h="17044" extrusionOk="0">
                  <a:moveTo>
                    <a:pt x="1294" y="629"/>
                  </a:moveTo>
                  <a:cubicBezTo>
                    <a:pt x="1553" y="629"/>
                    <a:pt x="1812" y="776"/>
                    <a:pt x="1923" y="998"/>
                  </a:cubicBezTo>
                  <a:lnTo>
                    <a:pt x="8541" y="15454"/>
                  </a:lnTo>
                  <a:cubicBezTo>
                    <a:pt x="8578" y="15565"/>
                    <a:pt x="8614" y="15639"/>
                    <a:pt x="8614" y="15750"/>
                  </a:cubicBezTo>
                  <a:cubicBezTo>
                    <a:pt x="8614" y="16082"/>
                    <a:pt x="8356" y="16378"/>
                    <a:pt x="8023" y="16415"/>
                  </a:cubicBezTo>
                  <a:lnTo>
                    <a:pt x="7801" y="16452"/>
                  </a:lnTo>
                  <a:lnTo>
                    <a:pt x="7727" y="16452"/>
                  </a:lnTo>
                  <a:cubicBezTo>
                    <a:pt x="7468" y="16452"/>
                    <a:pt x="7210" y="16304"/>
                    <a:pt x="7099" y="16045"/>
                  </a:cubicBezTo>
                  <a:lnTo>
                    <a:pt x="703" y="1553"/>
                  </a:lnTo>
                  <a:cubicBezTo>
                    <a:pt x="666" y="1442"/>
                    <a:pt x="629" y="1368"/>
                    <a:pt x="629" y="1294"/>
                  </a:cubicBezTo>
                  <a:cubicBezTo>
                    <a:pt x="629" y="1109"/>
                    <a:pt x="703" y="924"/>
                    <a:pt x="814" y="813"/>
                  </a:cubicBezTo>
                  <a:cubicBezTo>
                    <a:pt x="962" y="703"/>
                    <a:pt x="1109" y="629"/>
                    <a:pt x="1294" y="629"/>
                  </a:cubicBezTo>
                  <a:close/>
                  <a:moveTo>
                    <a:pt x="1294" y="0"/>
                  </a:moveTo>
                  <a:cubicBezTo>
                    <a:pt x="925" y="0"/>
                    <a:pt x="592" y="148"/>
                    <a:pt x="370" y="370"/>
                  </a:cubicBezTo>
                  <a:cubicBezTo>
                    <a:pt x="148" y="629"/>
                    <a:pt x="0" y="924"/>
                    <a:pt x="0" y="1294"/>
                  </a:cubicBezTo>
                  <a:cubicBezTo>
                    <a:pt x="0" y="1442"/>
                    <a:pt x="37" y="1627"/>
                    <a:pt x="111" y="1812"/>
                  </a:cubicBezTo>
                  <a:lnTo>
                    <a:pt x="6544" y="16304"/>
                  </a:lnTo>
                  <a:cubicBezTo>
                    <a:pt x="6766" y="16748"/>
                    <a:pt x="7210" y="17044"/>
                    <a:pt x="7727" y="17044"/>
                  </a:cubicBezTo>
                  <a:lnTo>
                    <a:pt x="7875" y="17044"/>
                  </a:lnTo>
                  <a:lnTo>
                    <a:pt x="8097" y="17007"/>
                  </a:lnTo>
                  <a:cubicBezTo>
                    <a:pt x="8762" y="16933"/>
                    <a:pt x="9206" y="16378"/>
                    <a:pt x="9206" y="15750"/>
                  </a:cubicBezTo>
                  <a:cubicBezTo>
                    <a:pt x="9206" y="15565"/>
                    <a:pt x="9169" y="15380"/>
                    <a:pt x="9095" y="15195"/>
                  </a:cubicBezTo>
                  <a:lnTo>
                    <a:pt x="2477" y="740"/>
                  </a:lnTo>
                  <a:cubicBezTo>
                    <a:pt x="2256" y="296"/>
                    <a:pt x="1812" y="0"/>
                    <a:pt x="12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4652;p64">
              <a:extLst>
                <a:ext uri="{FF2B5EF4-FFF2-40B4-BE49-F238E27FC236}">
                  <a16:creationId xmlns:a16="http://schemas.microsoft.com/office/drawing/2014/main" xmlns="" id="{E079763C-0A1D-D450-3F79-62DFCE75F5FB}"/>
                </a:ext>
              </a:extLst>
            </p:cNvPr>
            <p:cNvSpPr/>
            <p:nvPr/>
          </p:nvSpPr>
          <p:spPr>
            <a:xfrm>
              <a:off x="1860250" y="3071925"/>
              <a:ext cx="241250" cy="60100"/>
            </a:xfrm>
            <a:custGeom>
              <a:avLst/>
              <a:gdLst/>
              <a:ahLst/>
              <a:cxnLst/>
              <a:rect l="l" t="t" r="r" b="b"/>
              <a:pathLst>
                <a:path w="9650" h="2404" extrusionOk="0">
                  <a:moveTo>
                    <a:pt x="8467" y="0"/>
                  </a:moveTo>
                  <a:lnTo>
                    <a:pt x="1184" y="74"/>
                  </a:lnTo>
                  <a:cubicBezTo>
                    <a:pt x="555" y="74"/>
                    <a:pt x="1" y="592"/>
                    <a:pt x="1" y="1257"/>
                  </a:cubicBezTo>
                  <a:cubicBezTo>
                    <a:pt x="1" y="1886"/>
                    <a:pt x="555" y="2403"/>
                    <a:pt x="1184" y="2403"/>
                  </a:cubicBezTo>
                  <a:lnTo>
                    <a:pt x="8504" y="2366"/>
                  </a:lnTo>
                  <a:lnTo>
                    <a:pt x="8541" y="2366"/>
                  </a:lnTo>
                  <a:cubicBezTo>
                    <a:pt x="9169" y="2329"/>
                    <a:pt x="9650" y="1812"/>
                    <a:pt x="9650" y="1183"/>
                  </a:cubicBezTo>
                  <a:cubicBezTo>
                    <a:pt x="9650" y="518"/>
                    <a:pt x="9132" y="0"/>
                    <a:pt x="84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4653;p64">
              <a:extLst>
                <a:ext uri="{FF2B5EF4-FFF2-40B4-BE49-F238E27FC236}">
                  <a16:creationId xmlns:a16="http://schemas.microsoft.com/office/drawing/2014/main" xmlns="" id="{133A1A6C-531E-4805-678E-F25F5056ADA6}"/>
                </a:ext>
              </a:extLst>
            </p:cNvPr>
            <p:cNvSpPr/>
            <p:nvPr/>
          </p:nvSpPr>
          <p:spPr>
            <a:xfrm>
              <a:off x="1852850" y="3064525"/>
              <a:ext cx="256050" cy="74900"/>
            </a:xfrm>
            <a:custGeom>
              <a:avLst/>
              <a:gdLst/>
              <a:ahLst/>
              <a:cxnLst/>
              <a:rect l="l" t="t" r="r" b="b"/>
              <a:pathLst>
                <a:path w="10242" h="2996" extrusionOk="0">
                  <a:moveTo>
                    <a:pt x="8763" y="629"/>
                  </a:moveTo>
                  <a:cubicBezTo>
                    <a:pt x="9243" y="629"/>
                    <a:pt x="9650" y="999"/>
                    <a:pt x="9650" y="1479"/>
                  </a:cubicBezTo>
                  <a:cubicBezTo>
                    <a:pt x="9650" y="1960"/>
                    <a:pt x="9280" y="2330"/>
                    <a:pt x="8837" y="2330"/>
                  </a:cubicBezTo>
                  <a:lnTo>
                    <a:pt x="8763" y="2367"/>
                  </a:lnTo>
                  <a:lnTo>
                    <a:pt x="1480" y="2404"/>
                  </a:lnTo>
                  <a:cubicBezTo>
                    <a:pt x="999" y="2404"/>
                    <a:pt x="629" y="1997"/>
                    <a:pt x="629" y="1516"/>
                  </a:cubicBezTo>
                  <a:cubicBezTo>
                    <a:pt x="629" y="1294"/>
                    <a:pt x="703" y="1073"/>
                    <a:pt x="888" y="925"/>
                  </a:cubicBezTo>
                  <a:cubicBezTo>
                    <a:pt x="1036" y="777"/>
                    <a:pt x="1258" y="666"/>
                    <a:pt x="1480" y="666"/>
                  </a:cubicBezTo>
                  <a:lnTo>
                    <a:pt x="8763" y="629"/>
                  </a:lnTo>
                  <a:close/>
                  <a:moveTo>
                    <a:pt x="8763" y="0"/>
                  </a:moveTo>
                  <a:lnTo>
                    <a:pt x="1480" y="37"/>
                  </a:lnTo>
                  <a:cubicBezTo>
                    <a:pt x="666" y="37"/>
                    <a:pt x="1" y="703"/>
                    <a:pt x="1" y="1516"/>
                  </a:cubicBezTo>
                  <a:lnTo>
                    <a:pt x="1" y="1553"/>
                  </a:lnTo>
                  <a:cubicBezTo>
                    <a:pt x="1" y="2367"/>
                    <a:pt x="666" y="2995"/>
                    <a:pt x="1480" y="2995"/>
                  </a:cubicBezTo>
                  <a:lnTo>
                    <a:pt x="8800" y="2958"/>
                  </a:lnTo>
                  <a:lnTo>
                    <a:pt x="8837" y="2958"/>
                  </a:lnTo>
                  <a:cubicBezTo>
                    <a:pt x="9650" y="2921"/>
                    <a:pt x="10242" y="2293"/>
                    <a:pt x="10242" y="1479"/>
                  </a:cubicBezTo>
                  <a:cubicBezTo>
                    <a:pt x="10242" y="666"/>
                    <a:pt x="9576" y="0"/>
                    <a:pt x="87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4654;p64">
              <a:extLst>
                <a:ext uri="{FF2B5EF4-FFF2-40B4-BE49-F238E27FC236}">
                  <a16:creationId xmlns:a16="http://schemas.microsoft.com/office/drawing/2014/main" xmlns="" id="{5214BE21-B6F7-5857-FD04-2947143D609D}"/>
                </a:ext>
              </a:extLst>
            </p:cNvPr>
            <p:cNvSpPr/>
            <p:nvPr/>
          </p:nvSpPr>
          <p:spPr>
            <a:xfrm>
              <a:off x="2226250" y="3045125"/>
              <a:ext cx="224625" cy="411425"/>
            </a:xfrm>
            <a:custGeom>
              <a:avLst/>
              <a:gdLst/>
              <a:ahLst/>
              <a:cxnLst/>
              <a:rect l="l" t="t" r="r" b="b"/>
              <a:pathLst>
                <a:path w="8985" h="16457" extrusionOk="0">
                  <a:moveTo>
                    <a:pt x="1184" y="0"/>
                  </a:moveTo>
                  <a:cubicBezTo>
                    <a:pt x="482" y="0"/>
                    <a:pt x="1" y="739"/>
                    <a:pt x="297" y="1368"/>
                  </a:cubicBezTo>
                  <a:lnTo>
                    <a:pt x="6730" y="15860"/>
                  </a:lnTo>
                  <a:cubicBezTo>
                    <a:pt x="6867" y="16238"/>
                    <a:pt x="7227" y="16456"/>
                    <a:pt x="7632" y="16456"/>
                  </a:cubicBezTo>
                  <a:cubicBezTo>
                    <a:pt x="7664" y="16456"/>
                    <a:pt x="7696" y="16455"/>
                    <a:pt x="7728" y="16452"/>
                  </a:cubicBezTo>
                  <a:lnTo>
                    <a:pt x="7950" y="16415"/>
                  </a:lnTo>
                  <a:cubicBezTo>
                    <a:pt x="8615" y="16341"/>
                    <a:pt x="8985" y="15639"/>
                    <a:pt x="8726" y="15047"/>
                  </a:cubicBezTo>
                  <a:lnTo>
                    <a:pt x="2071" y="592"/>
                  </a:lnTo>
                  <a:cubicBezTo>
                    <a:pt x="1923" y="222"/>
                    <a:pt x="1591" y="0"/>
                    <a:pt x="1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4655;p64">
              <a:extLst>
                <a:ext uri="{FF2B5EF4-FFF2-40B4-BE49-F238E27FC236}">
                  <a16:creationId xmlns:a16="http://schemas.microsoft.com/office/drawing/2014/main" xmlns="" id="{3B532B3B-4A9E-0932-C85D-865FB4D2D703}"/>
                </a:ext>
              </a:extLst>
            </p:cNvPr>
            <p:cNvSpPr/>
            <p:nvPr/>
          </p:nvSpPr>
          <p:spPr>
            <a:xfrm>
              <a:off x="2224400" y="3037725"/>
              <a:ext cx="230175" cy="426100"/>
            </a:xfrm>
            <a:custGeom>
              <a:avLst/>
              <a:gdLst/>
              <a:ahLst/>
              <a:cxnLst/>
              <a:rect l="l" t="t" r="r" b="b"/>
              <a:pathLst>
                <a:path w="9207" h="17044" extrusionOk="0">
                  <a:moveTo>
                    <a:pt x="1258" y="629"/>
                  </a:moveTo>
                  <a:cubicBezTo>
                    <a:pt x="1517" y="629"/>
                    <a:pt x="1776" y="777"/>
                    <a:pt x="1886" y="999"/>
                  </a:cubicBezTo>
                  <a:lnTo>
                    <a:pt x="8504" y="15491"/>
                  </a:lnTo>
                  <a:cubicBezTo>
                    <a:pt x="8541" y="15565"/>
                    <a:pt x="8578" y="15676"/>
                    <a:pt x="8578" y="15750"/>
                  </a:cubicBezTo>
                  <a:cubicBezTo>
                    <a:pt x="8578" y="16083"/>
                    <a:pt x="8319" y="16378"/>
                    <a:pt x="7987" y="16415"/>
                  </a:cubicBezTo>
                  <a:lnTo>
                    <a:pt x="7765" y="16452"/>
                  </a:lnTo>
                  <a:lnTo>
                    <a:pt x="7691" y="16452"/>
                  </a:lnTo>
                  <a:cubicBezTo>
                    <a:pt x="7432" y="16452"/>
                    <a:pt x="7173" y="16304"/>
                    <a:pt x="7062" y="16046"/>
                  </a:cubicBezTo>
                  <a:lnTo>
                    <a:pt x="666" y="1553"/>
                  </a:lnTo>
                  <a:cubicBezTo>
                    <a:pt x="629" y="1442"/>
                    <a:pt x="592" y="1368"/>
                    <a:pt x="592" y="1294"/>
                  </a:cubicBezTo>
                  <a:cubicBezTo>
                    <a:pt x="592" y="1109"/>
                    <a:pt x="666" y="925"/>
                    <a:pt x="777" y="814"/>
                  </a:cubicBezTo>
                  <a:cubicBezTo>
                    <a:pt x="925" y="703"/>
                    <a:pt x="1073" y="629"/>
                    <a:pt x="1258" y="629"/>
                  </a:cubicBezTo>
                  <a:close/>
                  <a:moveTo>
                    <a:pt x="1258" y="0"/>
                  </a:moveTo>
                  <a:cubicBezTo>
                    <a:pt x="888" y="0"/>
                    <a:pt x="592" y="148"/>
                    <a:pt x="334" y="370"/>
                  </a:cubicBezTo>
                  <a:cubicBezTo>
                    <a:pt x="112" y="629"/>
                    <a:pt x="1" y="925"/>
                    <a:pt x="1" y="1294"/>
                  </a:cubicBezTo>
                  <a:cubicBezTo>
                    <a:pt x="1" y="1442"/>
                    <a:pt x="1" y="1627"/>
                    <a:pt x="112" y="1812"/>
                  </a:cubicBezTo>
                  <a:lnTo>
                    <a:pt x="6508" y="16304"/>
                  </a:lnTo>
                  <a:cubicBezTo>
                    <a:pt x="6730" y="16748"/>
                    <a:pt x="7173" y="17044"/>
                    <a:pt x="7691" y="17044"/>
                  </a:cubicBezTo>
                  <a:lnTo>
                    <a:pt x="8061" y="17044"/>
                  </a:lnTo>
                  <a:cubicBezTo>
                    <a:pt x="8726" y="16933"/>
                    <a:pt x="9207" y="16378"/>
                    <a:pt x="9207" y="15750"/>
                  </a:cubicBezTo>
                  <a:cubicBezTo>
                    <a:pt x="9207" y="15565"/>
                    <a:pt x="9170" y="15380"/>
                    <a:pt x="9059" y="15232"/>
                  </a:cubicBezTo>
                  <a:lnTo>
                    <a:pt x="2441" y="740"/>
                  </a:lnTo>
                  <a:cubicBezTo>
                    <a:pt x="2219" y="296"/>
                    <a:pt x="1776" y="0"/>
                    <a:pt x="12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4656;p64">
              <a:extLst>
                <a:ext uri="{FF2B5EF4-FFF2-40B4-BE49-F238E27FC236}">
                  <a16:creationId xmlns:a16="http://schemas.microsoft.com/office/drawing/2014/main" xmlns="" id="{BA948E91-4F3A-A599-7413-4409E4AB2B43}"/>
                </a:ext>
              </a:extLst>
            </p:cNvPr>
            <p:cNvSpPr/>
            <p:nvPr/>
          </p:nvSpPr>
          <p:spPr>
            <a:xfrm>
              <a:off x="2154175" y="3065450"/>
              <a:ext cx="241250" cy="60100"/>
            </a:xfrm>
            <a:custGeom>
              <a:avLst/>
              <a:gdLst/>
              <a:ahLst/>
              <a:cxnLst/>
              <a:rect l="l" t="t" r="r" b="b"/>
              <a:pathLst>
                <a:path w="9650" h="2404" extrusionOk="0">
                  <a:moveTo>
                    <a:pt x="8466" y="0"/>
                  </a:moveTo>
                  <a:lnTo>
                    <a:pt x="1183" y="74"/>
                  </a:lnTo>
                  <a:cubicBezTo>
                    <a:pt x="555" y="74"/>
                    <a:pt x="0" y="592"/>
                    <a:pt x="0" y="1257"/>
                  </a:cubicBezTo>
                  <a:cubicBezTo>
                    <a:pt x="37" y="1886"/>
                    <a:pt x="555" y="2404"/>
                    <a:pt x="1183" y="2404"/>
                  </a:cubicBezTo>
                  <a:lnTo>
                    <a:pt x="8503" y="2367"/>
                  </a:lnTo>
                  <a:lnTo>
                    <a:pt x="8540" y="2367"/>
                  </a:lnTo>
                  <a:cubicBezTo>
                    <a:pt x="9169" y="2330"/>
                    <a:pt x="9650" y="1812"/>
                    <a:pt x="9650" y="1183"/>
                  </a:cubicBezTo>
                  <a:cubicBezTo>
                    <a:pt x="9650" y="518"/>
                    <a:pt x="9132" y="0"/>
                    <a:pt x="84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4657;p64">
              <a:extLst>
                <a:ext uri="{FF2B5EF4-FFF2-40B4-BE49-F238E27FC236}">
                  <a16:creationId xmlns:a16="http://schemas.microsoft.com/office/drawing/2014/main" xmlns="" id="{288B9E73-64BA-47A4-DA49-AAE316C3DEF8}"/>
                </a:ext>
              </a:extLst>
            </p:cNvPr>
            <p:cNvSpPr/>
            <p:nvPr/>
          </p:nvSpPr>
          <p:spPr>
            <a:xfrm>
              <a:off x="2146775" y="3058050"/>
              <a:ext cx="256050" cy="75825"/>
            </a:xfrm>
            <a:custGeom>
              <a:avLst/>
              <a:gdLst/>
              <a:ahLst/>
              <a:cxnLst/>
              <a:rect l="l" t="t" r="r" b="b"/>
              <a:pathLst>
                <a:path w="10242" h="3033" extrusionOk="0">
                  <a:moveTo>
                    <a:pt x="8762" y="629"/>
                  </a:moveTo>
                  <a:cubicBezTo>
                    <a:pt x="9243" y="629"/>
                    <a:pt x="9650" y="999"/>
                    <a:pt x="9650" y="1479"/>
                  </a:cubicBezTo>
                  <a:cubicBezTo>
                    <a:pt x="9650" y="1960"/>
                    <a:pt x="9280" y="2330"/>
                    <a:pt x="8836" y="2367"/>
                  </a:cubicBezTo>
                  <a:lnTo>
                    <a:pt x="8762" y="2367"/>
                  </a:lnTo>
                  <a:lnTo>
                    <a:pt x="1479" y="2404"/>
                  </a:lnTo>
                  <a:cubicBezTo>
                    <a:pt x="999" y="2404"/>
                    <a:pt x="629" y="1997"/>
                    <a:pt x="629" y="1553"/>
                  </a:cubicBezTo>
                  <a:lnTo>
                    <a:pt x="629" y="1516"/>
                  </a:lnTo>
                  <a:cubicBezTo>
                    <a:pt x="629" y="1295"/>
                    <a:pt x="703" y="1073"/>
                    <a:pt x="888" y="925"/>
                  </a:cubicBezTo>
                  <a:cubicBezTo>
                    <a:pt x="1036" y="777"/>
                    <a:pt x="1257" y="666"/>
                    <a:pt x="1479" y="666"/>
                  </a:cubicBezTo>
                  <a:lnTo>
                    <a:pt x="8762" y="629"/>
                  </a:lnTo>
                  <a:close/>
                  <a:moveTo>
                    <a:pt x="8762" y="1"/>
                  </a:moveTo>
                  <a:lnTo>
                    <a:pt x="1479" y="38"/>
                  </a:lnTo>
                  <a:cubicBezTo>
                    <a:pt x="666" y="38"/>
                    <a:pt x="0" y="703"/>
                    <a:pt x="0" y="1516"/>
                  </a:cubicBezTo>
                  <a:lnTo>
                    <a:pt x="0" y="1553"/>
                  </a:lnTo>
                  <a:cubicBezTo>
                    <a:pt x="0" y="2367"/>
                    <a:pt x="666" y="3032"/>
                    <a:pt x="1479" y="3032"/>
                  </a:cubicBezTo>
                  <a:lnTo>
                    <a:pt x="8799" y="2958"/>
                  </a:lnTo>
                  <a:lnTo>
                    <a:pt x="8836" y="2958"/>
                  </a:lnTo>
                  <a:cubicBezTo>
                    <a:pt x="9650" y="2921"/>
                    <a:pt x="10241" y="2293"/>
                    <a:pt x="10241" y="1479"/>
                  </a:cubicBezTo>
                  <a:cubicBezTo>
                    <a:pt x="10241" y="666"/>
                    <a:pt x="9576" y="1"/>
                    <a:pt x="87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4658;p64">
              <a:extLst>
                <a:ext uri="{FF2B5EF4-FFF2-40B4-BE49-F238E27FC236}">
                  <a16:creationId xmlns:a16="http://schemas.microsoft.com/office/drawing/2014/main" xmlns="" id="{7D5D3B74-CA7B-6BB8-957A-34286E30C138}"/>
                </a:ext>
              </a:extLst>
            </p:cNvPr>
            <p:cNvSpPr/>
            <p:nvPr/>
          </p:nvSpPr>
          <p:spPr>
            <a:xfrm>
              <a:off x="6411325" y="2750350"/>
              <a:ext cx="307800" cy="342775"/>
            </a:xfrm>
            <a:custGeom>
              <a:avLst/>
              <a:gdLst/>
              <a:ahLst/>
              <a:cxnLst/>
              <a:rect l="l" t="t" r="r" b="b"/>
              <a:pathLst>
                <a:path w="12312" h="13711" extrusionOk="0">
                  <a:moveTo>
                    <a:pt x="7907" y="0"/>
                  </a:moveTo>
                  <a:cubicBezTo>
                    <a:pt x="5765" y="0"/>
                    <a:pt x="3291" y="1801"/>
                    <a:pt x="1849" y="4656"/>
                  </a:cubicBezTo>
                  <a:cubicBezTo>
                    <a:pt x="1" y="8242"/>
                    <a:pt x="481" y="12124"/>
                    <a:pt x="2884" y="13344"/>
                  </a:cubicBezTo>
                  <a:cubicBezTo>
                    <a:pt x="3367" y="13593"/>
                    <a:pt x="3894" y="13711"/>
                    <a:pt x="4443" y="13711"/>
                  </a:cubicBezTo>
                  <a:cubicBezTo>
                    <a:pt x="6585" y="13711"/>
                    <a:pt x="9058" y="11910"/>
                    <a:pt x="10500" y="9055"/>
                  </a:cubicBezTo>
                  <a:cubicBezTo>
                    <a:pt x="12312" y="5469"/>
                    <a:pt x="11868" y="1587"/>
                    <a:pt x="9465" y="367"/>
                  </a:cubicBezTo>
                  <a:cubicBezTo>
                    <a:pt x="8983" y="118"/>
                    <a:pt x="8456" y="0"/>
                    <a:pt x="79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4659;p64">
              <a:extLst>
                <a:ext uri="{FF2B5EF4-FFF2-40B4-BE49-F238E27FC236}">
                  <a16:creationId xmlns:a16="http://schemas.microsoft.com/office/drawing/2014/main" xmlns="" id="{B97DFC7F-56B5-7C42-845A-A162FC4AA64F}"/>
                </a:ext>
              </a:extLst>
            </p:cNvPr>
            <p:cNvSpPr/>
            <p:nvPr/>
          </p:nvSpPr>
          <p:spPr>
            <a:xfrm>
              <a:off x="6421500" y="2742875"/>
              <a:ext cx="288400" cy="358650"/>
            </a:xfrm>
            <a:custGeom>
              <a:avLst/>
              <a:gdLst/>
              <a:ahLst/>
              <a:cxnLst/>
              <a:rect l="l" t="t" r="r" b="b"/>
              <a:pathLst>
                <a:path w="11536" h="14346" extrusionOk="0">
                  <a:moveTo>
                    <a:pt x="7505" y="592"/>
                  </a:moveTo>
                  <a:cubicBezTo>
                    <a:pt x="8023" y="592"/>
                    <a:pt x="8467" y="703"/>
                    <a:pt x="8910" y="925"/>
                  </a:cubicBezTo>
                  <a:cubicBezTo>
                    <a:pt x="9576" y="1258"/>
                    <a:pt x="10056" y="1775"/>
                    <a:pt x="10389" y="2478"/>
                  </a:cubicBezTo>
                  <a:cubicBezTo>
                    <a:pt x="10722" y="3180"/>
                    <a:pt x="10907" y="4030"/>
                    <a:pt x="10907" y="4992"/>
                  </a:cubicBezTo>
                  <a:cubicBezTo>
                    <a:pt x="10907" y="6286"/>
                    <a:pt x="10537" y="7764"/>
                    <a:pt x="9835" y="9206"/>
                  </a:cubicBezTo>
                  <a:cubicBezTo>
                    <a:pt x="8393" y="12016"/>
                    <a:pt x="5990" y="13717"/>
                    <a:pt x="4030" y="13717"/>
                  </a:cubicBezTo>
                  <a:cubicBezTo>
                    <a:pt x="3513" y="13717"/>
                    <a:pt x="3032" y="13606"/>
                    <a:pt x="2588" y="13384"/>
                  </a:cubicBezTo>
                  <a:cubicBezTo>
                    <a:pt x="1960" y="13051"/>
                    <a:pt x="1479" y="12534"/>
                    <a:pt x="1147" y="11831"/>
                  </a:cubicBezTo>
                  <a:cubicBezTo>
                    <a:pt x="814" y="11129"/>
                    <a:pt x="629" y="10278"/>
                    <a:pt x="629" y="9354"/>
                  </a:cubicBezTo>
                  <a:cubicBezTo>
                    <a:pt x="629" y="8023"/>
                    <a:pt x="962" y="6544"/>
                    <a:pt x="1701" y="5103"/>
                  </a:cubicBezTo>
                  <a:cubicBezTo>
                    <a:pt x="3106" y="2293"/>
                    <a:pt x="5509" y="592"/>
                    <a:pt x="7505" y="592"/>
                  </a:cubicBezTo>
                  <a:close/>
                  <a:moveTo>
                    <a:pt x="7505" y="1"/>
                  </a:moveTo>
                  <a:cubicBezTo>
                    <a:pt x="5176" y="1"/>
                    <a:pt x="2662" y="1886"/>
                    <a:pt x="1147" y="4807"/>
                  </a:cubicBezTo>
                  <a:cubicBezTo>
                    <a:pt x="370" y="6323"/>
                    <a:pt x="0" y="7912"/>
                    <a:pt x="0" y="9354"/>
                  </a:cubicBezTo>
                  <a:cubicBezTo>
                    <a:pt x="0" y="10352"/>
                    <a:pt x="185" y="11314"/>
                    <a:pt x="592" y="12090"/>
                  </a:cubicBezTo>
                  <a:cubicBezTo>
                    <a:pt x="962" y="12903"/>
                    <a:pt x="1553" y="13532"/>
                    <a:pt x="2330" y="13939"/>
                  </a:cubicBezTo>
                  <a:cubicBezTo>
                    <a:pt x="2847" y="14197"/>
                    <a:pt x="3439" y="14345"/>
                    <a:pt x="4030" y="14345"/>
                  </a:cubicBezTo>
                  <a:cubicBezTo>
                    <a:pt x="6359" y="14308"/>
                    <a:pt x="8873" y="12423"/>
                    <a:pt x="10352" y="9502"/>
                  </a:cubicBezTo>
                  <a:cubicBezTo>
                    <a:pt x="11129" y="7986"/>
                    <a:pt x="11535" y="6397"/>
                    <a:pt x="11535" y="4992"/>
                  </a:cubicBezTo>
                  <a:cubicBezTo>
                    <a:pt x="11535" y="3957"/>
                    <a:pt x="11313" y="2995"/>
                    <a:pt x="10944" y="2219"/>
                  </a:cubicBezTo>
                  <a:cubicBezTo>
                    <a:pt x="10574" y="1406"/>
                    <a:pt x="9982" y="777"/>
                    <a:pt x="9206" y="370"/>
                  </a:cubicBezTo>
                  <a:cubicBezTo>
                    <a:pt x="8689" y="112"/>
                    <a:pt x="8097" y="1"/>
                    <a:pt x="75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4660;p64">
              <a:extLst>
                <a:ext uri="{FF2B5EF4-FFF2-40B4-BE49-F238E27FC236}">
                  <a16:creationId xmlns:a16="http://schemas.microsoft.com/office/drawing/2014/main" xmlns="" id="{B720BF9F-AB49-88B5-3CBA-06BCBD22A5B3}"/>
                </a:ext>
              </a:extLst>
            </p:cNvPr>
            <p:cNvSpPr/>
            <p:nvPr/>
          </p:nvSpPr>
          <p:spPr>
            <a:xfrm>
              <a:off x="6367900" y="2718725"/>
              <a:ext cx="380800" cy="356000"/>
            </a:xfrm>
            <a:custGeom>
              <a:avLst/>
              <a:gdLst/>
              <a:ahLst/>
              <a:cxnLst/>
              <a:rect l="l" t="t" r="r" b="b"/>
              <a:pathLst>
                <a:path w="15232" h="14240" extrusionOk="0">
                  <a:moveTo>
                    <a:pt x="13049" y="0"/>
                  </a:moveTo>
                  <a:cubicBezTo>
                    <a:pt x="12563" y="0"/>
                    <a:pt x="12075" y="185"/>
                    <a:pt x="11683" y="560"/>
                  </a:cubicBezTo>
                  <a:lnTo>
                    <a:pt x="850" y="10838"/>
                  </a:lnTo>
                  <a:cubicBezTo>
                    <a:pt x="37" y="11577"/>
                    <a:pt x="0" y="12834"/>
                    <a:pt x="777" y="13611"/>
                  </a:cubicBezTo>
                  <a:cubicBezTo>
                    <a:pt x="1146" y="14017"/>
                    <a:pt x="1664" y="14239"/>
                    <a:pt x="2181" y="14239"/>
                  </a:cubicBezTo>
                  <a:cubicBezTo>
                    <a:pt x="2662" y="14239"/>
                    <a:pt x="3180" y="14054"/>
                    <a:pt x="3549" y="13685"/>
                  </a:cubicBezTo>
                  <a:lnTo>
                    <a:pt x="14419" y="3407"/>
                  </a:lnTo>
                  <a:cubicBezTo>
                    <a:pt x="15195" y="2667"/>
                    <a:pt x="15232" y="1410"/>
                    <a:pt x="14493" y="634"/>
                  </a:cubicBezTo>
                  <a:cubicBezTo>
                    <a:pt x="14091" y="213"/>
                    <a:pt x="13570" y="0"/>
                    <a:pt x="130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4661;p64">
              <a:extLst>
                <a:ext uri="{FF2B5EF4-FFF2-40B4-BE49-F238E27FC236}">
                  <a16:creationId xmlns:a16="http://schemas.microsoft.com/office/drawing/2014/main" xmlns="" id="{944F5244-91B5-7453-2492-30D7DC4E607E}"/>
                </a:ext>
              </a:extLst>
            </p:cNvPr>
            <p:cNvSpPr/>
            <p:nvPr/>
          </p:nvSpPr>
          <p:spPr>
            <a:xfrm>
              <a:off x="6007425" y="2810625"/>
              <a:ext cx="244025" cy="272225"/>
            </a:xfrm>
            <a:custGeom>
              <a:avLst/>
              <a:gdLst/>
              <a:ahLst/>
              <a:cxnLst/>
              <a:rect l="l" t="t" r="r" b="b"/>
              <a:pathLst>
                <a:path w="9761" h="10889" extrusionOk="0">
                  <a:moveTo>
                    <a:pt x="6283" y="0"/>
                  </a:moveTo>
                  <a:cubicBezTo>
                    <a:pt x="4573" y="0"/>
                    <a:pt x="2595" y="1449"/>
                    <a:pt x="1442" y="3724"/>
                  </a:cubicBezTo>
                  <a:cubicBezTo>
                    <a:pt x="1" y="6533"/>
                    <a:pt x="370" y="9639"/>
                    <a:pt x="2256" y="10600"/>
                  </a:cubicBezTo>
                  <a:cubicBezTo>
                    <a:pt x="2647" y="10796"/>
                    <a:pt x="3071" y="10889"/>
                    <a:pt x="3510" y="10889"/>
                  </a:cubicBezTo>
                  <a:cubicBezTo>
                    <a:pt x="5225" y="10889"/>
                    <a:pt x="7171" y="9466"/>
                    <a:pt x="8319" y="7199"/>
                  </a:cubicBezTo>
                  <a:cubicBezTo>
                    <a:pt x="9761" y="4352"/>
                    <a:pt x="9391" y="1247"/>
                    <a:pt x="7506" y="285"/>
                  </a:cubicBezTo>
                  <a:cubicBezTo>
                    <a:pt x="7127" y="92"/>
                    <a:pt x="6713" y="0"/>
                    <a:pt x="62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4662;p64">
              <a:extLst>
                <a:ext uri="{FF2B5EF4-FFF2-40B4-BE49-F238E27FC236}">
                  <a16:creationId xmlns:a16="http://schemas.microsoft.com/office/drawing/2014/main" xmlns="" id="{CAF4917D-0BC7-039B-98BD-6D08BA0121B9}"/>
                </a:ext>
              </a:extLst>
            </p:cNvPr>
            <p:cNvSpPr/>
            <p:nvPr/>
          </p:nvSpPr>
          <p:spPr>
            <a:xfrm>
              <a:off x="6013900" y="2802950"/>
              <a:ext cx="231100" cy="287475"/>
            </a:xfrm>
            <a:custGeom>
              <a:avLst/>
              <a:gdLst/>
              <a:ahLst/>
              <a:cxnLst/>
              <a:rect l="l" t="t" r="r" b="b"/>
              <a:pathLst>
                <a:path w="9244" h="11499" extrusionOk="0">
                  <a:moveTo>
                    <a:pt x="5990" y="629"/>
                  </a:moveTo>
                  <a:cubicBezTo>
                    <a:pt x="6396" y="629"/>
                    <a:pt x="6766" y="703"/>
                    <a:pt x="7099" y="888"/>
                  </a:cubicBezTo>
                  <a:cubicBezTo>
                    <a:pt x="7579" y="1147"/>
                    <a:pt x="7986" y="1554"/>
                    <a:pt x="8245" y="2071"/>
                  </a:cubicBezTo>
                  <a:cubicBezTo>
                    <a:pt x="8504" y="2626"/>
                    <a:pt x="8652" y="3291"/>
                    <a:pt x="8652" y="4031"/>
                  </a:cubicBezTo>
                  <a:cubicBezTo>
                    <a:pt x="8652" y="5066"/>
                    <a:pt x="8356" y="6249"/>
                    <a:pt x="7801" y="7358"/>
                  </a:cubicBezTo>
                  <a:cubicBezTo>
                    <a:pt x="6692" y="9539"/>
                    <a:pt x="4770" y="10907"/>
                    <a:pt x="3254" y="10907"/>
                  </a:cubicBezTo>
                  <a:cubicBezTo>
                    <a:pt x="2847" y="10870"/>
                    <a:pt x="2477" y="10796"/>
                    <a:pt x="2145" y="10648"/>
                  </a:cubicBezTo>
                  <a:cubicBezTo>
                    <a:pt x="1664" y="10390"/>
                    <a:pt x="1294" y="9983"/>
                    <a:pt x="1036" y="9428"/>
                  </a:cubicBezTo>
                  <a:cubicBezTo>
                    <a:pt x="740" y="8911"/>
                    <a:pt x="629" y="8245"/>
                    <a:pt x="629" y="7506"/>
                  </a:cubicBezTo>
                  <a:cubicBezTo>
                    <a:pt x="629" y="6471"/>
                    <a:pt x="888" y="5288"/>
                    <a:pt x="1479" y="4141"/>
                  </a:cubicBezTo>
                  <a:cubicBezTo>
                    <a:pt x="2034" y="3069"/>
                    <a:pt x="2773" y="2182"/>
                    <a:pt x="3587" y="1554"/>
                  </a:cubicBezTo>
                  <a:cubicBezTo>
                    <a:pt x="4363" y="962"/>
                    <a:pt x="5250" y="629"/>
                    <a:pt x="5990" y="629"/>
                  </a:cubicBezTo>
                  <a:close/>
                  <a:moveTo>
                    <a:pt x="5990" y="1"/>
                  </a:moveTo>
                  <a:cubicBezTo>
                    <a:pt x="4141" y="38"/>
                    <a:pt x="2108" y="1517"/>
                    <a:pt x="925" y="3883"/>
                  </a:cubicBezTo>
                  <a:cubicBezTo>
                    <a:pt x="296" y="5103"/>
                    <a:pt x="0" y="6360"/>
                    <a:pt x="0" y="7506"/>
                  </a:cubicBezTo>
                  <a:cubicBezTo>
                    <a:pt x="0" y="8319"/>
                    <a:pt x="148" y="9059"/>
                    <a:pt x="481" y="9687"/>
                  </a:cubicBezTo>
                  <a:cubicBezTo>
                    <a:pt x="777" y="10353"/>
                    <a:pt x="1257" y="10870"/>
                    <a:pt x="1886" y="11166"/>
                  </a:cubicBezTo>
                  <a:cubicBezTo>
                    <a:pt x="2293" y="11388"/>
                    <a:pt x="2773" y="11499"/>
                    <a:pt x="3254" y="11499"/>
                  </a:cubicBezTo>
                  <a:cubicBezTo>
                    <a:pt x="5139" y="11499"/>
                    <a:pt x="7136" y="9983"/>
                    <a:pt x="8319" y="7654"/>
                  </a:cubicBezTo>
                  <a:cubicBezTo>
                    <a:pt x="8947" y="6434"/>
                    <a:pt x="9243" y="5177"/>
                    <a:pt x="9243" y="4031"/>
                  </a:cubicBezTo>
                  <a:cubicBezTo>
                    <a:pt x="9243" y="3217"/>
                    <a:pt x="9095" y="2441"/>
                    <a:pt x="8799" y="1812"/>
                  </a:cubicBezTo>
                  <a:cubicBezTo>
                    <a:pt x="8467" y="1184"/>
                    <a:pt x="8023" y="666"/>
                    <a:pt x="7395" y="333"/>
                  </a:cubicBezTo>
                  <a:cubicBezTo>
                    <a:pt x="6951" y="112"/>
                    <a:pt x="6470" y="1"/>
                    <a:pt x="59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4663;p64">
              <a:extLst>
                <a:ext uri="{FF2B5EF4-FFF2-40B4-BE49-F238E27FC236}">
                  <a16:creationId xmlns:a16="http://schemas.microsoft.com/office/drawing/2014/main" xmlns="" id="{A322A520-9EBF-8505-D463-DD991BD671ED}"/>
                </a:ext>
              </a:extLst>
            </p:cNvPr>
            <p:cNvSpPr/>
            <p:nvPr/>
          </p:nvSpPr>
          <p:spPr>
            <a:xfrm>
              <a:off x="5994500" y="2772900"/>
              <a:ext cx="258800" cy="320975"/>
            </a:xfrm>
            <a:custGeom>
              <a:avLst/>
              <a:gdLst/>
              <a:ahLst/>
              <a:cxnLst/>
              <a:rect l="l" t="t" r="r" b="b"/>
              <a:pathLst>
                <a:path w="10352" h="12839" extrusionOk="0">
                  <a:moveTo>
                    <a:pt x="8574" y="1"/>
                  </a:moveTo>
                  <a:cubicBezTo>
                    <a:pt x="8085" y="1"/>
                    <a:pt x="7601" y="232"/>
                    <a:pt x="7283" y="685"/>
                  </a:cubicBezTo>
                  <a:lnTo>
                    <a:pt x="481" y="10371"/>
                  </a:lnTo>
                  <a:cubicBezTo>
                    <a:pt x="0" y="11074"/>
                    <a:pt x="185" y="12072"/>
                    <a:pt x="887" y="12553"/>
                  </a:cubicBezTo>
                  <a:cubicBezTo>
                    <a:pt x="1167" y="12749"/>
                    <a:pt x="1490" y="12839"/>
                    <a:pt x="1806" y="12839"/>
                  </a:cubicBezTo>
                  <a:cubicBezTo>
                    <a:pt x="1908" y="12839"/>
                    <a:pt x="2009" y="12829"/>
                    <a:pt x="2107" y="12812"/>
                  </a:cubicBezTo>
                  <a:cubicBezTo>
                    <a:pt x="2477" y="12738"/>
                    <a:pt x="2810" y="12516"/>
                    <a:pt x="3069" y="12183"/>
                  </a:cubicBezTo>
                  <a:lnTo>
                    <a:pt x="9871" y="2460"/>
                  </a:lnTo>
                  <a:cubicBezTo>
                    <a:pt x="10352" y="1757"/>
                    <a:pt x="10167" y="796"/>
                    <a:pt x="9464" y="278"/>
                  </a:cubicBezTo>
                  <a:cubicBezTo>
                    <a:pt x="9193" y="93"/>
                    <a:pt x="8882" y="1"/>
                    <a:pt x="85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4664;p64">
              <a:extLst>
                <a:ext uri="{FF2B5EF4-FFF2-40B4-BE49-F238E27FC236}">
                  <a16:creationId xmlns:a16="http://schemas.microsoft.com/office/drawing/2014/main" xmlns="" id="{AF08A620-5063-86DB-145F-40939F6902C7}"/>
                </a:ext>
              </a:extLst>
            </p:cNvPr>
            <p:cNvSpPr/>
            <p:nvPr/>
          </p:nvSpPr>
          <p:spPr>
            <a:xfrm>
              <a:off x="5838275" y="3220725"/>
              <a:ext cx="467725" cy="561975"/>
            </a:xfrm>
            <a:custGeom>
              <a:avLst/>
              <a:gdLst/>
              <a:ahLst/>
              <a:cxnLst/>
              <a:rect l="l" t="t" r="r" b="b"/>
              <a:pathLst>
                <a:path w="18709" h="22479" extrusionOk="0">
                  <a:moveTo>
                    <a:pt x="8467" y="0"/>
                  </a:moveTo>
                  <a:lnTo>
                    <a:pt x="1" y="18523"/>
                  </a:lnTo>
                  <a:lnTo>
                    <a:pt x="8948" y="22479"/>
                  </a:lnTo>
                  <a:lnTo>
                    <a:pt x="18708" y="555"/>
                  </a:lnTo>
                  <a:lnTo>
                    <a:pt x="84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4665;p64">
              <a:extLst>
                <a:ext uri="{FF2B5EF4-FFF2-40B4-BE49-F238E27FC236}">
                  <a16:creationId xmlns:a16="http://schemas.microsoft.com/office/drawing/2014/main" xmlns="" id="{A4B84DA1-93D7-446D-E04F-0A4CA879A92C}"/>
                </a:ext>
              </a:extLst>
            </p:cNvPr>
            <p:cNvSpPr/>
            <p:nvPr/>
          </p:nvSpPr>
          <p:spPr>
            <a:xfrm>
              <a:off x="5829975" y="3213325"/>
              <a:ext cx="484325" cy="577500"/>
            </a:xfrm>
            <a:custGeom>
              <a:avLst/>
              <a:gdLst/>
              <a:ahLst/>
              <a:cxnLst/>
              <a:rect l="l" t="t" r="r" b="b"/>
              <a:pathLst>
                <a:path w="19373" h="23100" extrusionOk="0">
                  <a:moveTo>
                    <a:pt x="9006" y="639"/>
                  </a:moveTo>
                  <a:lnTo>
                    <a:pt x="18596" y="1110"/>
                  </a:lnTo>
                  <a:lnTo>
                    <a:pt x="9132" y="22368"/>
                  </a:lnTo>
                  <a:lnTo>
                    <a:pt x="740" y="18671"/>
                  </a:lnTo>
                  <a:lnTo>
                    <a:pt x="9006" y="639"/>
                  </a:lnTo>
                  <a:close/>
                  <a:moveTo>
                    <a:pt x="8836" y="1"/>
                  </a:moveTo>
                  <a:cubicBezTo>
                    <a:pt x="8688" y="1"/>
                    <a:pt x="8577" y="75"/>
                    <a:pt x="8540" y="186"/>
                  </a:cubicBezTo>
                  <a:lnTo>
                    <a:pt x="37" y="18708"/>
                  </a:lnTo>
                  <a:cubicBezTo>
                    <a:pt x="0" y="18782"/>
                    <a:pt x="0" y="18856"/>
                    <a:pt x="37" y="18930"/>
                  </a:cubicBezTo>
                  <a:cubicBezTo>
                    <a:pt x="74" y="19004"/>
                    <a:pt x="111" y="19078"/>
                    <a:pt x="222" y="19115"/>
                  </a:cubicBezTo>
                  <a:lnTo>
                    <a:pt x="9169" y="23070"/>
                  </a:lnTo>
                  <a:cubicBezTo>
                    <a:pt x="9209" y="23090"/>
                    <a:pt x="9251" y="23099"/>
                    <a:pt x="9293" y="23099"/>
                  </a:cubicBezTo>
                  <a:cubicBezTo>
                    <a:pt x="9408" y="23099"/>
                    <a:pt x="9521" y="23031"/>
                    <a:pt x="9576" y="22923"/>
                  </a:cubicBezTo>
                  <a:lnTo>
                    <a:pt x="19336" y="962"/>
                  </a:lnTo>
                  <a:cubicBezTo>
                    <a:pt x="19373" y="851"/>
                    <a:pt x="19373" y="777"/>
                    <a:pt x="19336" y="666"/>
                  </a:cubicBezTo>
                  <a:cubicBezTo>
                    <a:pt x="19262" y="592"/>
                    <a:pt x="19188" y="518"/>
                    <a:pt x="19077" y="518"/>
                  </a:cubicBezTo>
                  <a:lnTo>
                    <a:pt x="88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4666;p64">
              <a:extLst>
                <a:ext uri="{FF2B5EF4-FFF2-40B4-BE49-F238E27FC236}">
                  <a16:creationId xmlns:a16="http://schemas.microsoft.com/office/drawing/2014/main" xmlns="" id="{F95FA90B-019E-24CB-22C1-3E72370A710A}"/>
                </a:ext>
              </a:extLst>
            </p:cNvPr>
            <p:cNvSpPr/>
            <p:nvPr/>
          </p:nvSpPr>
          <p:spPr>
            <a:xfrm>
              <a:off x="6088775" y="3235525"/>
              <a:ext cx="500975" cy="665475"/>
            </a:xfrm>
            <a:custGeom>
              <a:avLst/>
              <a:gdLst/>
              <a:ahLst/>
              <a:cxnLst/>
              <a:rect l="l" t="t" r="r" b="b"/>
              <a:pathLst>
                <a:path w="20039" h="26619" extrusionOk="0">
                  <a:moveTo>
                    <a:pt x="9945" y="0"/>
                  </a:moveTo>
                  <a:lnTo>
                    <a:pt x="0" y="22367"/>
                  </a:lnTo>
                  <a:lnTo>
                    <a:pt x="9575" y="26619"/>
                  </a:lnTo>
                  <a:lnTo>
                    <a:pt x="20038" y="518"/>
                  </a:lnTo>
                  <a:lnTo>
                    <a:pt x="994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4667;p64">
              <a:extLst>
                <a:ext uri="{FF2B5EF4-FFF2-40B4-BE49-F238E27FC236}">
                  <a16:creationId xmlns:a16="http://schemas.microsoft.com/office/drawing/2014/main" xmlns="" id="{2ADB6E87-1052-2BB7-AF67-F0C3F64985CF}"/>
                </a:ext>
              </a:extLst>
            </p:cNvPr>
            <p:cNvSpPr/>
            <p:nvPr/>
          </p:nvSpPr>
          <p:spPr>
            <a:xfrm>
              <a:off x="6081375" y="3228125"/>
              <a:ext cx="516675" cy="680050"/>
            </a:xfrm>
            <a:custGeom>
              <a:avLst/>
              <a:gdLst/>
              <a:ahLst/>
              <a:cxnLst/>
              <a:rect l="l" t="t" r="r" b="b"/>
              <a:pathLst>
                <a:path w="20667" h="27202" extrusionOk="0">
                  <a:moveTo>
                    <a:pt x="10450" y="639"/>
                  </a:moveTo>
                  <a:lnTo>
                    <a:pt x="19890" y="1109"/>
                  </a:lnTo>
                  <a:lnTo>
                    <a:pt x="9687" y="26471"/>
                  </a:lnTo>
                  <a:lnTo>
                    <a:pt x="740" y="22515"/>
                  </a:lnTo>
                  <a:lnTo>
                    <a:pt x="10450" y="639"/>
                  </a:lnTo>
                  <a:close/>
                  <a:moveTo>
                    <a:pt x="10278" y="0"/>
                  </a:moveTo>
                  <a:cubicBezTo>
                    <a:pt x="10130" y="0"/>
                    <a:pt x="10019" y="74"/>
                    <a:pt x="9982" y="185"/>
                  </a:cubicBezTo>
                  <a:lnTo>
                    <a:pt x="37" y="22552"/>
                  </a:lnTo>
                  <a:cubicBezTo>
                    <a:pt x="0" y="22626"/>
                    <a:pt x="0" y="22700"/>
                    <a:pt x="37" y="22774"/>
                  </a:cubicBezTo>
                  <a:cubicBezTo>
                    <a:pt x="74" y="22848"/>
                    <a:pt x="111" y="22922"/>
                    <a:pt x="185" y="22959"/>
                  </a:cubicBezTo>
                  <a:lnTo>
                    <a:pt x="9724" y="27174"/>
                  </a:lnTo>
                  <a:cubicBezTo>
                    <a:pt x="9779" y="27192"/>
                    <a:pt x="9825" y="27201"/>
                    <a:pt x="9867" y="27201"/>
                  </a:cubicBezTo>
                  <a:cubicBezTo>
                    <a:pt x="9908" y="27201"/>
                    <a:pt x="9945" y="27192"/>
                    <a:pt x="9982" y="27174"/>
                  </a:cubicBezTo>
                  <a:cubicBezTo>
                    <a:pt x="10056" y="27137"/>
                    <a:pt x="10130" y="27100"/>
                    <a:pt x="10167" y="27026"/>
                  </a:cubicBezTo>
                  <a:lnTo>
                    <a:pt x="20630" y="925"/>
                  </a:lnTo>
                  <a:cubicBezTo>
                    <a:pt x="20667" y="851"/>
                    <a:pt x="20667" y="740"/>
                    <a:pt x="20593" y="666"/>
                  </a:cubicBezTo>
                  <a:cubicBezTo>
                    <a:pt x="20556" y="592"/>
                    <a:pt x="20445" y="518"/>
                    <a:pt x="20371" y="518"/>
                  </a:cubicBezTo>
                  <a:lnTo>
                    <a:pt x="102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4668;p64">
              <a:extLst>
                <a:ext uri="{FF2B5EF4-FFF2-40B4-BE49-F238E27FC236}">
                  <a16:creationId xmlns:a16="http://schemas.microsoft.com/office/drawing/2014/main" xmlns="" id="{6805D1EA-57D8-3C2F-35AB-3E86D79E2EA9}"/>
                </a:ext>
              </a:extLst>
            </p:cNvPr>
            <p:cNvSpPr/>
            <p:nvPr/>
          </p:nvSpPr>
          <p:spPr>
            <a:xfrm>
              <a:off x="5663600" y="3210550"/>
              <a:ext cx="354950" cy="461250"/>
            </a:xfrm>
            <a:custGeom>
              <a:avLst/>
              <a:gdLst/>
              <a:ahLst/>
              <a:cxnLst/>
              <a:rect l="l" t="t" r="r" b="b"/>
              <a:pathLst>
                <a:path w="14198" h="18450" extrusionOk="0">
                  <a:moveTo>
                    <a:pt x="7136" y="1"/>
                  </a:moveTo>
                  <a:lnTo>
                    <a:pt x="1" y="15824"/>
                  </a:lnTo>
                  <a:lnTo>
                    <a:pt x="5916" y="18449"/>
                  </a:lnTo>
                  <a:lnTo>
                    <a:pt x="14197" y="371"/>
                  </a:lnTo>
                  <a:lnTo>
                    <a:pt x="71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4669;p64">
              <a:extLst>
                <a:ext uri="{FF2B5EF4-FFF2-40B4-BE49-F238E27FC236}">
                  <a16:creationId xmlns:a16="http://schemas.microsoft.com/office/drawing/2014/main" xmlns="" id="{B268D7E9-5062-37FC-5BC2-829164D638B2}"/>
                </a:ext>
              </a:extLst>
            </p:cNvPr>
            <p:cNvSpPr/>
            <p:nvPr/>
          </p:nvSpPr>
          <p:spPr>
            <a:xfrm>
              <a:off x="5655275" y="3202250"/>
              <a:ext cx="371575" cy="477650"/>
            </a:xfrm>
            <a:custGeom>
              <a:avLst/>
              <a:gdLst/>
              <a:ahLst/>
              <a:cxnLst/>
              <a:rect l="l" t="t" r="r" b="b"/>
              <a:pathLst>
                <a:path w="14863" h="19106" extrusionOk="0">
                  <a:moveTo>
                    <a:pt x="7691" y="629"/>
                  </a:moveTo>
                  <a:lnTo>
                    <a:pt x="14079" y="974"/>
                  </a:lnTo>
                  <a:lnTo>
                    <a:pt x="14079" y="974"/>
                  </a:lnTo>
                  <a:lnTo>
                    <a:pt x="6101" y="18375"/>
                  </a:lnTo>
                  <a:lnTo>
                    <a:pt x="740" y="16008"/>
                  </a:lnTo>
                  <a:lnTo>
                    <a:pt x="7691" y="629"/>
                  </a:lnTo>
                  <a:close/>
                  <a:moveTo>
                    <a:pt x="7506" y="0"/>
                  </a:moveTo>
                  <a:cubicBezTo>
                    <a:pt x="7358" y="0"/>
                    <a:pt x="7247" y="74"/>
                    <a:pt x="7210" y="185"/>
                  </a:cubicBezTo>
                  <a:lnTo>
                    <a:pt x="38" y="16045"/>
                  </a:lnTo>
                  <a:cubicBezTo>
                    <a:pt x="1" y="16119"/>
                    <a:pt x="1" y="16193"/>
                    <a:pt x="38" y="16267"/>
                  </a:cubicBezTo>
                  <a:cubicBezTo>
                    <a:pt x="75" y="16378"/>
                    <a:pt x="112" y="16415"/>
                    <a:pt x="186" y="16452"/>
                  </a:cubicBezTo>
                  <a:lnTo>
                    <a:pt x="6101" y="19077"/>
                  </a:lnTo>
                  <a:cubicBezTo>
                    <a:pt x="6150" y="19097"/>
                    <a:pt x="6200" y="19106"/>
                    <a:pt x="6247" y="19106"/>
                  </a:cubicBezTo>
                  <a:cubicBezTo>
                    <a:pt x="6374" y="19106"/>
                    <a:pt x="6481" y="19037"/>
                    <a:pt x="6508" y="18929"/>
                  </a:cubicBezTo>
                  <a:lnTo>
                    <a:pt x="14826" y="813"/>
                  </a:lnTo>
                  <a:cubicBezTo>
                    <a:pt x="14863" y="739"/>
                    <a:pt x="14863" y="629"/>
                    <a:pt x="14789" y="518"/>
                  </a:cubicBezTo>
                  <a:cubicBezTo>
                    <a:pt x="14752" y="444"/>
                    <a:pt x="14641" y="370"/>
                    <a:pt x="14567" y="370"/>
                  </a:cubicBezTo>
                  <a:lnTo>
                    <a:pt x="75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4670;p64">
              <a:extLst>
                <a:ext uri="{FF2B5EF4-FFF2-40B4-BE49-F238E27FC236}">
                  <a16:creationId xmlns:a16="http://schemas.microsoft.com/office/drawing/2014/main" xmlns="" id="{5166E9E2-87CB-CDCD-97AB-E042BDF8F030}"/>
                </a:ext>
              </a:extLst>
            </p:cNvPr>
            <p:cNvSpPr/>
            <p:nvPr/>
          </p:nvSpPr>
          <p:spPr>
            <a:xfrm>
              <a:off x="1289975" y="3512800"/>
              <a:ext cx="232025" cy="192275"/>
            </a:xfrm>
            <a:custGeom>
              <a:avLst/>
              <a:gdLst/>
              <a:ahLst/>
              <a:cxnLst/>
              <a:rect l="l" t="t" r="r" b="b"/>
              <a:pathLst>
                <a:path w="9281" h="7691" extrusionOk="0">
                  <a:moveTo>
                    <a:pt x="7136" y="0"/>
                  </a:moveTo>
                  <a:lnTo>
                    <a:pt x="1" y="1775"/>
                  </a:lnTo>
                  <a:lnTo>
                    <a:pt x="2441" y="7690"/>
                  </a:lnTo>
                  <a:lnTo>
                    <a:pt x="9280" y="5065"/>
                  </a:lnTo>
                  <a:lnTo>
                    <a:pt x="71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4671;p64">
              <a:extLst>
                <a:ext uri="{FF2B5EF4-FFF2-40B4-BE49-F238E27FC236}">
                  <a16:creationId xmlns:a16="http://schemas.microsoft.com/office/drawing/2014/main" xmlns="" id="{2EB0621E-F843-95DF-3118-F3836DEBAE53}"/>
                </a:ext>
              </a:extLst>
            </p:cNvPr>
            <p:cNvSpPr/>
            <p:nvPr/>
          </p:nvSpPr>
          <p:spPr>
            <a:xfrm>
              <a:off x="1281650" y="3505175"/>
              <a:ext cx="247750" cy="207525"/>
            </a:xfrm>
            <a:custGeom>
              <a:avLst/>
              <a:gdLst/>
              <a:ahLst/>
              <a:cxnLst/>
              <a:rect l="l" t="t" r="r" b="b"/>
              <a:pathLst>
                <a:path w="9910" h="8301" extrusionOk="0">
                  <a:moveTo>
                    <a:pt x="7284" y="675"/>
                  </a:moveTo>
                  <a:lnTo>
                    <a:pt x="9195" y="5192"/>
                  </a:lnTo>
                  <a:lnTo>
                    <a:pt x="9195" y="5192"/>
                  </a:lnTo>
                  <a:lnTo>
                    <a:pt x="2959" y="7588"/>
                  </a:lnTo>
                  <a:lnTo>
                    <a:pt x="740" y="2265"/>
                  </a:lnTo>
                  <a:lnTo>
                    <a:pt x="7284" y="675"/>
                  </a:lnTo>
                  <a:close/>
                  <a:moveTo>
                    <a:pt x="7471" y="0"/>
                  </a:moveTo>
                  <a:cubicBezTo>
                    <a:pt x="7446" y="0"/>
                    <a:pt x="7420" y="3"/>
                    <a:pt x="7395" y="9"/>
                  </a:cubicBezTo>
                  <a:lnTo>
                    <a:pt x="260" y="1784"/>
                  </a:lnTo>
                  <a:cubicBezTo>
                    <a:pt x="186" y="1784"/>
                    <a:pt x="112" y="1858"/>
                    <a:pt x="38" y="1932"/>
                  </a:cubicBezTo>
                  <a:cubicBezTo>
                    <a:pt x="1" y="2006"/>
                    <a:pt x="1" y="2117"/>
                    <a:pt x="38" y="2191"/>
                  </a:cubicBezTo>
                  <a:lnTo>
                    <a:pt x="2478" y="8106"/>
                  </a:lnTo>
                  <a:cubicBezTo>
                    <a:pt x="2539" y="8229"/>
                    <a:pt x="2677" y="8300"/>
                    <a:pt x="2806" y="8300"/>
                  </a:cubicBezTo>
                  <a:cubicBezTo>
                    <a:pt x="2833" y="8300"/>
                    <a:pt x="2859" y="8297"/>
                    <a:pt x="2885" y="8291"/>
                  </a:cubicBezTo>
                  <a:lnTo>
                    <a:pt x="9724" y="5666"/>
                  </a:lnTo>
                  <a:cubicBezTo>
                    <a:pt x="9798" y="5629"/>
                    <a:pt x="9835" y="5555"/>
                    <a:pt x="9872" y="5481"/>
                  </a:cubicBezTo>
                  <a:cubicBezTo>
                    <a:pt x="9909" y="5407"/>
                    <a:pt x="9909" y="5333"/>
                    <a:pt x="9872" y="5259"/>
                  </a:cubicBezTo>
                  <a:lnTo>
                    <a:pt x="7765" y="194"/>
                  </a:lnTo>
                  <a:cubicBezTo>
                    <a:pt x="7704" y="72"/>
                    <a:pt x="7592" y="0"/>
                    <a:pt x="74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4672;p64">
              <a:extLst>
                <a:ext uri="{FF2B5EF4-FFF2-40B4-BE49-F238E27FC236}">
                  <a16:creationId xmlns:a16="http://schemas.microsoft.com/office/drawing/2014/main" xmlns="" id="{012D015C-2776-760C-E968-962DB7006C54}"/>
                </a:ext>
              </a:extLst>
            </p:cNvPr>
            <p:cNvSpPr/>
            <p:nvPr/>
          </p:nvSpPr>
          <p:spPr>
            <a:xfrm>
              <a:off x="1197550" y="3311300"/>
              <a:ext cx="243100" cy="176575"/>
            </a:xfrm>
            <a:custGeom>
              <a:avLst/>
              <a:gdLst/>
              <a:ahLst/>
              <a:cxnLst/>
              <a:rect l="l" t="t" r="r" b="b"/>
              <a:pathLst>
                <a:path w="9724" h="7063" extrusionOk="0">
                  <a:moveTo>
                    <a:pt x="7469" y="1"/>
                  </a:moveTo>
                  <a:lnTo>
                    <a:pt x="1" y="888"/>
                  </a:lnTo>
                  <a:lnTo>
                    <a:pt x="2552" y="7062"/>
                  </a:lnTo>
                  <a:lnTo>
                    <a:pt x="9724" y="5398"/>
                  </a:lnTo>
                  <a:lnTo>
                    <a:pt x="746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4673;p64">
              <a:extLst>
                <a:ext uri="{FF2B5EF4-FFF2-40B4-BE49-F238E27FC236}">
                  <a16:creationId xmlns:a16="http://schemas.microsoft.com/office/drawing/2014/main" xmlns="" id="{C702436D-DC53-8A2B-D14B-2A7636004C77}"/>
                </a:ext>
              </a:extLst>
            </p:cNvPr>
            <p:cNvSpPr/>
            <p:nvPr/>
          </p:nvSpPr>
          <p:spPr>
            <a:xfrm>
              <a:off x="1190150" y="3302975"/>
              <a:ext cx="258825" cy="192475"/>
            </a:xfrm>
            <a:custGeom>
              <a:avLst/>
              <a:gdLst/>
              <a:ahLst/>
              <a:cxnLst/>
              <a:rect l="l" t="t" r="r" b="b"/>
              <a:pathLst>
                <a:path w="10353" h="7699" extrusionOk="0">
                  <a:moveTo>
                    <a:pt x="7543" y="666"/>
                  </a:moveTo>
                  <a:lnTo>
                    <a:pt x="9613" y="5510"/>
                  </a:lnTo>
                  <a:lnTo>
                    <a:pt x="3041" y="7002"/>
                  </a:lnTo>
                  <a:lnTo>
                    <a:pt x="3041" y="7002"/>
                  </a:lnTo>
                  <a:lnTo>
                    <a:pt x="740" y="1480"/>
                  </a:lnTo>
                  <a:lnTo>
                    <a:pt x="7543" y="666"/>
                  </a:lnTo>
                  <a:close/>
                  <a:moveTo>
                    <a:pt x="7728" y="1"/>
                  </a:moveTo>
                  <a:lnTo>
                    <a:pt x="260" y="925"/>
                  </a:lnTo>
                  <a:cubicBezTo>
                    <a:pt x="186" y="925"/>
                    <a:pt x="75" y="999"/>
                    <a:pt x="38" y="1073"/>
                  </a:cubicBezTo>
                  <a:cubicBezTo>
                    <a:pt x="1" y="1147"/>
                    <a:pt x="1" y="1258"/>
                    <a:pt x="38" y="1332"/>
                  </a:cubicBezTo>
                  <a:lnTo>
                    <a:pt x="2552" y="7506"/>
                  </a:lnTo>
                  <a:cubicBezTo>
                    <a:pt x="2616" y="7602"/>
                    <a:pt x="2735" y="7698"/>
                    <a:pt x="2862" y="7698"/>
                  </a:cubicBezTo>
                  <a:cubicBezTo>
                    <a:pt x="2882" y="7698"/>
                    <a:pt x="2902" y="7696"/>
                    <a:pt x="2922" y="7691"/>
                  </a:cubicBezTo>
                  <a:lnTo>
                    <a:pt x="10094" y="6027"/>
                  </a:lnTo>
                  <a:cubicBezTo>
                    <a:pt x="10168" y="6027"/>
                    <a:pt x="10242" y="5953"/>
                    <a:pt x="10316" y="5879"/>
                  </a:cubicBezTo>
                  <a:cubicBezTo>
                    <a:pt x="10353" y="5805"/>
                    <a:pt x="10353" y="5694"/>
                    <a:pt x="10316" y="5620"/>
                  </a:cubicBezTo>
                  <a:lnTo>
                    <a:pt x="8023" y="186"/>
                  </a:lnTo>
                  <a:cubicBezTo>
                    <a:pt x="7987" y="75"/>
                    <a:pt x="7839" y="1"/>
                    <a:pt x="77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4674;p64">
              <a:extLst>
                <a:ext uri="{FF2B5EF4-FFF2-40B4-BE49-F238E27FC236}">
                  <a16:creationId xmlns:a16="http://schemas.microsoft.com/office/drawing/2014/main" xmlns="" id="{16F1E542-9E42-ECD2-CB13-4F3A58B19555}"/>
                </a:ext>
              </a:extLst>
            </p:cNvPr>
            <p:cNvSpPr/>
            <p:nvPr/>
          </p:nvSpPr>
          <p:spPr>
            <a:xfrm>
              <a:off x="1413825" y="3288200"/>
              <a:ext cx="203375" cy="151600"/>
            </a:xfrm>
            <a:custGeom>
              <a:avLst/>
              <a:gdLst/>
              <a:ahLst/>
              <a:cxnLst/>
              <a:rect l="l" t="t" r="r" b="b"/>
              <a:pathLst>
                <a:path w="8135" h="6064" extrusionOk="0">
                  <a:moveTo>
                    <a:pt x="6323" y="0"/>
                  </a:moveTo>
                  <a:lnTo>
                    <a:pt x="1" y="777"/>
                  </a:lnTo>
                  <a:lnTo>
                    <a:pt x="2256" y="6064"/>
                  </a:lnTo>
                  <a:lnTo>
                    <a:pt x="8134" y="4733"/>
                  </a:lnTo>
                  <a:lnTo>
                    <a:pt x="632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4675;p64">
              <a:extLst>
                <a:ext uri="{FF2B5EF4-FFF2-40B4-BE49-F238E27FC236}">
                  <a16:creationId xmlns:a16="http://schemas.microsoft.com/office/drawing/2014/main" xmlns="" id="{2D964906-F87F-87CA-98A7-EE8BBB276D78}"/>
                </a:ext>
              </a:extLst>
            </p:cNvPr>
            <p:cNvSpPr/>
            <p:nvPr/>
          </p:nvSpPr>
          <p:spPr>
            <a:xfrm>
              <a:off x="1406425" y="3280575"/>
              <a:ext cx="219100" cy="166850"/>
            </a:xfrm>
            <a:custGeom>
              <a:avLst/>
              <a:gdLst/>
              <a:ahLst/>
              <a:cxnLst/>
              <a:rect l="l" t="t" r="r" b="b"/>
              <a:pathLst>
                <a:path w="8764" h="6674" extrusionOk="0">
                  <a:moveTo>
                    <a:pt x="6397" y="638"/>
                  </a:moveTo>
                  <a:lnTo>
                    <a:pt x="8024" y="4816"/>
                  </a:lnTo>
                  <a:lnTo>
                    <a:pt x="2711" y="6020"/>
                  </a:lnTo>
                  <a:lnTo>
                    <a:pt x="2711" y="6020"/>
                  </a:lnTo>
                  <a:lnTo>
                    <a:pt x="740" y="1341"/>
                  </a:lnTo>
                  <a:lnTo>
                    <a:pt x="6397" y="638"/>
                  </a:lnTo>
                  <a:close/>
                  <a:moveTo>
                    <a:pt x="6641" y="0"/>
                  </a:moveTo>
                  <a:cubicBezTo>
                    <a:pt x="6621" y="0"/>
                    <a:pt x="6601" y="3"/>
                    <a:pt x="6582" y="10"/>
                  </a:cubicBezTo>
                  <a:lnTo>
                    <a:pt x="260" y="749"/>
                  </a:lnTo>
                  <a:cubicBezTo>
                    <a:pt x="186" y="786"/>
                    <a:pt x="75" y="823"/>
                    <a:pt x="38" y="897"/>
                  </a:cubicBezTo>
                  <a:cubicBezTo>
                    <a:pt x="1" y="1008"/>
                    <a:pt x="1" y="1082"/>
                    <a:pt x="38" y="1193"/>
                  </a:cubicBezTo>
                  <a:lnTo>
                    <a:pt x="2256" y="6479"/>
                  </a:lnTo>
                  <a:cubicBezTo>
                    <a:pt x="2287" y="6602"/>
                    <a:pt x="2394" y="6674"/>
                    <a:pt x="2513" y="6674"/>
                  </a:cubicBezTo>
                  <a:cubicBezTo>
                    <a:pt x="2538" y="6674"/>
                    <a:pt x="2564" y="6671"/>
                    <a:pt x="2589" y="6664"/>
                  </a:cubicBezTo>
                  <a:lnTo>
                    <a:pt x="8504" y="5333"/>
                  </a:lnTo>
                  <a:cubicBezTo>
                    <a:pt x="8615" y="5296"/>
                    <a:pt x="8689" y="5259"/>
                    <a:pt x="8726" y="5149"/>
                  </a:cubicBezTo>
                  <a:cubicBezTo>
                    <a:pt x="8763" y="5075"/>
                    <a:pt x="8763" y="5001"/>
                    <a:pt x="8726" y="4927"/>
                  </a:cubicBezTo>
                  <a:lnTo>
                    <a:pt x="6878" y="194"/>
                  </a:lnTo>
                  <a:cubicBezTo>
                    <a:pt x="6847" y="72"/>
                    <a:pt x="6740" y="0"/>
                    <a:pt x="6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4676;p64">
              <a:extLst>
                <a:ext uri="{FF2B5EF4-FFF2-40B4-BE49-F238E27FC236}">
                  <a16:creationId xmlns:a16="http://schemas.microsoft.com/office/drawing/2014/main" xmlns="" id="{4B6A3B34-C725-67CD-EA70-8CF87D9EB0EF}"/>
                </a:ext>
              </a:extLst>
            </p:cNvPr>
            <p:cNvSpPr/>
            <p:nvPr/>
          </p:nvSpPr>
          <p:spPr>
            <a:xfrm>
              <a:off x="1601450" y="3269700"/>
              <a:ext cx="162700" cy="129425"/>
            </a:xfrm>
            <a:custGeom>
              <a:avLst/>
              <a:gdLst/>
              <a:ahLst/>
              <a:cxnLst/>
              <a:rect l="l" t="t" r="r" b="b"/>
              <a:pathLst>
                <a:path w="6508" h="5177" extrusionOk="0">
                  <a:moveTo>
                    <a:pt x="4844" y="1"/>
                  </a:moveTo>
                  <a:lnTo>
                    <a:pt x="1" y="592"/>
                  </a:lnTo>
                  <a:lnTo>
                    <a:pt x="1812" y="5177"/>
                  </a:lnTo>
                  <a:lnTo>
                    <a:pt x="6508" y="4105"/>
                  </a:lnTo>
                  <a:lnTo>
                    <a:pt x="484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4677;p64">
              <a:extLst>
                <a:ext uri="{FF2B5EF4-FFF2-40B4-BE49-F238E27FC236}">
                  <a16:creationId xmlns:a16="http://schemas.microsoft.com/office/drawing/2014/main" xmlns="" id="{DB53A36F-123F-6EA4-F924-D56246026654}"/>
                </a:ext>
              </a:extLst>
            </p:cNvPr>
            <p:cNvSpPr/>
            <p:nvPr/>
          </p:nvSpPr>
          <p:spPr>
            <a:xfrm>
              <a:off x="1593150" y="3262075"/>
              <a:ext cx="179325" cy="145375"/>
            </a:xfrm>
            <a:custGeom>
              <a:avLst/>
              <a:gdLst/>
              <a:ahLst/>
              <a:cxnLst/>
              <a:rect l="l" t="t" r="r" b="b"/>
              <a:pathLst>
                <a:path w="7173" h="5815" extrusionOk="0">
                  <a:moveTo>
                    <a:pt x="4969" y="632"/>
                  </a:moveTo>
                  <a:lnTo>
                    <a:pt x="6433" y="4188"/>
                  </a:lnTo>
                  <a:lnTo>
                    <a:pt x="2329" y="5149"/>
                  </a:lnTo>
                  <a:lnTo>
                    <a:pt x="776" y="1156"/>
                  </a:lnTo>
                  <a:lnTo>
                    <a:pt x="4969" y="632"/>
                  </a:lnTo>
                  <a:close/>
                  <a:moveTo>
                    <a:pt x="5199" y="1"/>
                  </a:moveTo>
                  <a:cubicBezTo>
                    <a:pt x="5178" y="1"/>
                    <a:pt x="5158" y="4"/>
                    <a:pt x="5139" y="10"/>
                  </a:cubicBezTo>
                  <a:lnTo>
                    <a:pt x="296" y="602"/>
                  </a:lnTo>
                  <a:cubicBezTo>
                    <a:pt x="222" y="602"/>
                    <a:pt x="111" y="639"/>
                    <a:pt x="74" y="750"/>
                  </a:cubicBezTo>
                  <a:cubicBezTo>
                    <a:pt x="37" y="824"/>
                    <a:pt x="0" y="897"/>
                    <a:pt x="37" y="1008"/>
                  </a:cubicBezTo>
                  <a:lnTo>
                    <a:pt x="1849" y="5593"/>
                  </a:lnTo>
                  <a:cubicBezTo>
                    <a:pt x="1886" y="5741"/>
                    <a:pt x="2033" y="5815"/>
                    <a:pt x="2218" y="5815"/>
                  </a:cubicBezTo>
                  <a:lnTo>
                    <a:pt x="6914" y="4742"/>
                  </a:lnTo>
                  <a:cubicBezTo>
                    <a:pt x="6987" y="4705"/>
                    <a:pt x="7061" y="4632"/>
                    <a:pt x="7135" y="4558"/>
                  </a:cubicBezTo>
                  <a:cubicBezTo>
                    <a:pt x="7172" y="4484"/>
                    <a:pt x="7172" y="4373"/>
                    <a:pt x="7135" y="4299"/>
                  </a:cubicBezTo>
                  <a:lnTo>
                    <a:pt x="5435" y="195"/>
                  </a:lnTo>
                  <a:cubicBezTo>
                    <a:pt x="5404" y="73"/>
                    <a:pt x="5297" y="1"/>
                    <a:pt x="51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4678;p64">
              <a:extLst>
                <a:ext uri="{FF2B5EF4-FFF2-40B4-BE49-F238E27FC236}">
                  <a16:creationId xmlns:a16="http://schemas.microsoft.com/office/drawing/2014/main" xmlns="" id="{673095F7-9D77-E7A1-9508-D3BC13BB3C3D}"/>
                </a:ext>
              </a:extLst>
            </p:cNvPr>
            <p:cNvSpPr/>
            <p:nvPr/>
          </p:nvSpPr>
          <p:spPr>
            <a:xfrm>
              <a:off x="1497950" y="3470275"/>
              <a:ext cx="185800" cy="158075"/>
            </a:xfrm>
            <a:custGeom>
              <a:avLst/>
              <a:gdLst/>
              <a:ahLst/>
              <a:cxnLst/>
              <a:rect l="l" t="t" r="r" b="b"/>
              <a:pathLst>
                <a:path w="7432" h="6323" extrusionOk="0">
                  <a:moveTo>
                    <a:pt x="5767" y="1"/>
                  </a:moveTo>
                  <a:lnTo>
                    <a:pt x="0" y="1405"/>
                  </a:lnTo>
                  <a:lnTo>
                    <a:pt x="2033" y="6323"/>
                  </a:lnTo>
                  <a:lnTo>
                    <a:pt x="7431" y="4252"/>
                  </a:lnTo>
                  <a:lnTo>
                    <a:pt x="57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4679;p64">
              <a:extLst>
                <a:ext uri="{FF2B5EF4-FFF2-40B4-BE49-F238E27FC236}">
                  <a16:creationId xmlns:a16="http://schemas.microsoft.com/office/drawing/2014/main" xmlns="" id="{ED4981F3-9DEC-A355-258F-02A5A472391B}"/>
                </a:ext>
              </a:extLst>
            </p:cNvPr>
            <p:cNvSpPr/>
            <p:nvPr/>
          </p:nvSpPr>
          <p:spPr>
            <a:xfrm>
              <a:off x="1489625" y="3462650"/>
              <a:ext cx="202425" cy="173825"/>
            </a:xfrm>
            <a:custGeom>
              <a:avLst/>
              <a:gdLst/>
              <a:ahLst/>
              <a:cxnLst/>
              <a:rect l="l" t="t" r="r" b="b"/>
              <a:pathLst>
                <a:path w="8097" h="6953" extrusionOk="0">
                  <a:moveTo>
                    <a:pt x="5935" y="660"/>
                  </a:moveTo>
                  <a:lnTo>
                    <a:pt x="7357" y="4372"/>
                  </a:lnTo>
                  <a:lnTo>
                    <a:pt x="2551" y="6258"/>
                  </a:lnTo>
                  <a:lnTo>
                    <a:pt x="740" y="1932"/>
                  </a:lnTo>
                  <a:lnTo>
                    <a:pt x="5935" y="660"/>
                  </a:lnTo>
                  <a:close/>
                  <a:moveTo>
                    <a:pt x="6105" y="0"/>
                  </a:moveTo>
                  <a:cubicBezTo>
                    <a:pt x="6078" y="0"/>
                    <a:pt x="6052" y="3"/>
                    <a:pt x="6027" y="10"/>
                  </a:cubicBezTo>
                  <a:lnTo>
                    <a:pt x="259" y="1415"/>
                  </a:lnTo>
                  <a:cubicBezTo>
                    <a:pt x="148" y="1452"/>
                    <a:pt x="74" y="1489"/>
                    <a:pt x="37" y="1600"/>
                  </a:cubicBezTo>
                  <a:cubicBezTo>
                    <a:pt x="0" y="1674"/>
                    <a:pt x="0" y="1747"/>
                    <a:pt x="37" y="1858"/>
                  </a:cubicBezTo>
                  <a:lnTo>
                    <a:pt x="2108" y="6775"/>
                  </a:lnTo>
                  <a:cubicBezTo>
                    <a:pt x="2135" y="6884"/>
                    <a:pt x="2241" y="6952"/>
                    <a:pt x="2354" y="6952"/>
                  </a:cubicBezTo>
                  <a:cubicBezTo>
                    <a:pt x="2395" y="6952"/>
                    <a:pt x="2438" y="6943"/>
                    <a:pt x="2477" y="6923"/>
                  </a:cubicBezTo>
                  <a:lnTo>
                    <a:pt x="7875" y="4853"/>
                  </a:lnTo>
                  <a:cubicBezTo>
                    <a:pt x="7949" y="4816"/>
                    <a:pt x="8023" y="4779"/>
                    <a:pt x="8060" y="4705"/>
                  </a:cubicBezTo>
                  <a:cubicBezTo>
                    <a:pt x="8097" y="4631"/>
                    <a:pt x="8097" y="4520"/>
                    <a:pt x="8060" y="4446"/>
                  </a:cubicBezTo>
                  <a:lnTo>
                    <a:pt x="6396" y="195"/>
                  </a:lnTo>
                  <a:cubicBezTo>
                    <a:pt x="6366" y="72"/>
                    <a:pt x="6233" y="0"/>
                    <a:pt x="61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4680;p64">
              <a:extLst>
                <a:ext uri="{FF2B5EF4-FFF2-40B4-BE49-F238E27FC236}">
                  <a16:creationId xmlns:a16="http://schemas.microsoft.com/office/drawing/2014/main" xmlns="" id="{2BBCF088-8BD4-B96B-396C-A4D31480DEBA}"/>
                </a:ext>
              </a:extLst>
            </p:cNvPr>
            <p:cNvSpPr/>
            <p:nvPr/>
          </p:nvSpPr>
          <p:spPr>
            <a:xfrm>
              <a:off x="1004375" y="3337175"/>
              <a:ext cx="228325" cy="193200"/>
            </a:xfrm>
            <a:custGeom>
              <a:avLst/>
              <a:gdLst/>
              <a:ahLst/>
              <a:cxnLst/>
              <a:rect l="l" t="t" r="r" b="b"/>
              <a:pathLst>
                <a:path w="9133" h="7728" extrusionOk="0">
                  <a:moveTo>
                    <a:pt x="6545" y="1"/>
                  </a:moveTo>
                  <a:lnTo>
                    <a:pt x="1" y="814"/>
                  </a:lnTo>
                  <a:lnTo>
                    <a:pt x="2811" y="7728"/>
                  </a:lnTo>
                  <a:lnTo>
                    <a:pt x="9133" y="6286"/>
                  </a:lnTo>
                  <a:lnTo>
                    <a:pt x="65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4681;p64">
              <a:extLst>
                <a:ext uri="{FF2B5EF4-FFF2-40B4-BE49-F238E27FC236}">
                  <a16:creationId xmlns:a16="http://schemas.microsoft.com/office/drawing/2014/main" xmlns="" id="{D5428273-CEE7-8A5A-21E4-5AC05815C522}"/>
                </a:ext>
              </a:extLst>
            </p:cNvPr>
            <p:cNvSpPr/>
            <p:nvPr/>
          </p:nvSpPr>
          <p:spPr>
            <a:xfrm>
              <a:off x="996075" y="3329800"/>
              <a:ext cx="244025" cy="208150"/>
            </a:xfrm>
            <a:custGeom>
              <a:avLst/>
              <a:gdLst/>
              <a:ahLst/>
              <a:cxnLst/>
              <a:rect l="l" t="t" r="r" b="b"/>
              <a:pathLst>
                <a:path w="9761" h="8326" extrusionOk="0">
                  <a:moveTo>
                    <a:pt x="6683" y="656"/>
                  </a:moveTo>
                  <a:lnTo>
                    <a:pt x="9021" y="6359"/>
                  </a:lnTo>
                  <a:lnTo>
                    <a:pt x="3327" y="7653"/>
                  </a:lnTo>
                  <a:lnTo>
                    <a:pt x="776" y="1368"/>
                  </a:lnTo>
                  <a:lnTo>
                    <a:pt x="6683" y="656"/>
                  </a:lnTo>
                  <a:close/>
                  <a:moveTo>
                    <a:pt x="6840" y="0"/>
                  </a:moveTo>
                  <a:lnTo>
                    <a:pt x="296" y="813"/>
                  </a:lnTo>
                  <a:cubicBezTo>
                    <a:pt x="222" y="813"/>
                    <a:pt x="111" y="850"/>
                    <a:pt x="74" y="961"/>
                  </a:cubicBezTo>
                  <a:cubicBezTo>
                    <a:pt x="37" y="1035"/>
                    <a:pt x="0" y="1146"/>
                    <a:pt x="37" y="1220"/>
                  </a:cubicBezTo>
                  <a:lnTo>
                    <a:pt x="2847" y="8134"/>
                  </a:lnTo>
                  <a:cubicBezTo>
                    <a:pt x="2911" y="8230"/>
                    <a:pt x="3030" y="8326"/>
                    <a:pt x="3157" y="8326"/>
                  </a:cubicBezTo>
                  <a:cubicBezTo>
                    <a:pt x="3177" y="8326"/>
                    <a:pt x="3197" y="8323"/>
                    <a:pt x="3216" y="8318"/>
                  </a:cubicBezTo>
                  <a:lnTo>
                    <a:pt x="9501" y="6877"/>
                  </a:lnTo>
                  <a:cubicBezTo>
                    <a:pt x="9612" y="6840"/>
                    <a:pt x="9686" y="6803"/>
                    <a:pt x="9723" y="6692"/>
                  </a:cubicBezTo>
                  <a:cubicBezTo>
                    <a:pt x="9760" y="6618"/>
                    <a:pt x="9760" y="6544"/>
                    <a:pt x="9723" y="6433"/>
                  </a:cubicBezTo>
                  <a:lnTo>
                    <a:pt x="7135" y="185"/>
                  </a:lnTo>
                  <a:cubicBezTo>
                    <a:pt x="7098" y="74"/>
                    <a:pt x="6951" y="0"/>
                    <a:pt x="68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4682;p64">
              <a:extLst>
                <a:ext uri="{FF2B5EF4-FFF2-40B4-BE49-F238E27FC236}">
                  <a16:creationId xmlns:a16="http://schemas.microsoft.com/office/drawing/2014/main" xmlns="" id="{C5D43794-2173-2B94-E4CA-71D9D33CCFAF}"/>
                </a:ext>
              </a:extLst>
            </p:cNvPr>
            <p:cNvSpPr/>
            <p:nvPr/>
          </p:nvSpPr>
          <p:spPr>
            <a:xfrm>
              <a:off x="1752100" y="3259550"/>
              <a:ext cx="92475" cy="106300"/>
            </a:xfrm>
            <a:custGeom>
              <a:avLst/>
              <a:gdLst/>
              <a:ahLst/>
              <a:cxnLst/>
              <a:rect l="l" t="t" r="r" b="b"/>
              <a:pathLst>
                <a:path w="3699" h="4252" extrusionOk="0">
                  <a:moveTo>
                    <a:pt x="2108" y="0"/>
                  </a:moveTo>
                  <a:lnTo>
                    <a:pt x="1" y="259"/>
                  </a:lnTo>
                  <a:lnTo>
                    <a:pt x="1628" y="4252"/>
                  </a:lnTo>
                  <a:lnTo>
                    <a:pt x="3698" y="3808"/>
                  </a:lnTo>
                  <a:lnTo>
                    <a:pt x="210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4683;p64">
              <a:extLst>
                <a:ext uri="{FF2B5EF4-FFF2-40B4-BE49-F238E27FC236}">
                  <a16:creationId xmlns:a16="http://schemas.microsoft.com/office/drawing/2014/main" xmlns="" id="{3B9CDCFD-6C2F-9A48-FA33-ACEC99D3583E}"/>
                </a:ext>
              </a:extLst>
            </p:cNvPr>
            <p:cNvSpPr/>
            <p:nvPr/>
          </p:nvSpPr>
          <p:spPr>
            <a:xfrm>
              <a:off x="1743800" y="3251925"/>
              <a:ext cx="109075" cy="121575"/>
            </a:xfrm>
            <a:custGeom>
              <a:avLst/>
              <a:gdLst/>
              <a:ahLst/>
              <a:cxnLst/>
              <a:rect l="l" t="t" r="r" b="b"/>
              <a:pathLst>
                <a:path w="4363" h="4863" extrusionOk="0">
                  <a:moveTo>
                    <a:pt x="2218" y="638"/>
                  </a:moveTo>
                  <a:lnTo>
                    <a:pt x="3623" y="3891"/>
                  </a:lnTo>
                  <a:lnTo>
                    <a:pt x="2159" y="4210"/>
                  </a:lnTo>
                  <a:lnTo>
                    <a:pt x="2159" y="4210"/>
                  </a:lnTo>
                  <a:lnTo>
                    <a:pt x="777" y="823"/>
                  </a:lnTo>
                  <a:lnTo>
                    <a:pt x="2218" y="638"/>
                  </a:lnTo>
                  <a:close/>
                  <a:moveTo>
                    <a:pt x="2463" y="0"/>
                  </a:moveTo>
                  <a:cubicBezTo>
                    <a:pt x="2442" y="0"/>
                    <a:pt x="2422" y="3"/>
                    <a:pt x="2403" y="9"/>
                  </a:cubicBezTo>
                  <a:lnTo>
                    <a:pt x="296" y="268"/>
                  </a:lnTo>
                  <a:cubicBezTo>
                    <a:pt x="222" y="268"/>
                    <a:pt x="111" y="305"/>
                    <a:pt x="74" y="416"/>
                  </a:cubicBezTo>
                  <a:cubicBezTo>
                    <a:pt x="37" y="490"/>
                    <a:pt x="0" y="601"/>
                    <a:pt x="37" y="675"/>
                  </a:cubicBezTo>
                  <a:lnTo>
                    <a:pt x="1701" y="4668"/>
                  </a:lnTo>
                  <a:cubicBezTo>
                    <a:pt x="1732" y="4790"/>
                    <a:pt x="1838" y="4862"/>
                    <a:pt x="1958" y="4862"/>
                  </a:cubicBezTo>
                  <a:cubicBezTo>
                    <a:pt x="1983" y="4862"/>
                    <a:pt x="2008" y="4859"/>
                    <a:pt x="2034" y="4853"/>
                  </a:cubicBezTo>
                  <a:lnTo>
                    <a:pt x="4104" y="4409"/>
                  </a:lnTo>
                  <a:cubicBezTo>
                    <a:pt x="4215" y="4372"/>
                    <a:pt x="4289" y="4335"/>
                    <a:pt x="4326" y="4224"/>
                  </a:cubicBezTo>
                  <a:cubicBezTo>
                    <a:pt x="4363" y="4150"/>
                    <a:pt x="4363" y="4076"/>
                    <a:pt x="4326" y="3965"/>
                  </a:cubicBezTo>
                  <a:lnTo>
                    <a:pt x="2699" y="194"/>
                  </a:lnTo>
                  <a:cubicBezTo>
                    <a:pt x="2668" y="72"/>
                    <a:pt x="2562" y="0"/>
                    <a:pt x="24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4684;p64">
              <a:extLst>
                <a:ext uri="{FF2B5EF4-FFF2-40B4-BE49-F238E27FC236}">
                  <a16:creationId xmlns:a16="http://schemas.microsoft.com/office/drawing/2014/main" xmlns="" id="{4AF78000-A33B-CAE0-2831-D3D143C6B257}"/>
                </a:ext>
              </a:extLst>
            </p:cNvPr>
            <p:cNvSpPr/>
            <p:nvPr/>
          </p:nvSpPr>
          <p:spPr>
            <a:xfrm>
              <a:off x="1087575" y="3563625"/>
              <a:ext cx="235700" cy="215375"/>
            </a:xfrm>
            <a:custGeom>
              <a:avLst/>
              <a:gdLst/>
              <a:ahLst/>
              <a:cxnLst/>
              <a:rect l="l" t="t" r="r" b="b"/>
              <a:pathLst>
                <a:path w="9428" h="8615" extrusionOk="0">
                  <a:moveTo>
                    <a:pt x="6951" y="1"/>
                  </a:moveTo>
                  <a:lnTo>
                    <a:pt x="0" y="1701"/>
                  </a:lnTo>
                  <a:lnTo>
                    <a:pt x="2810" y="8615"/>
                  </a:lnTo>
                  <a:lnTo>
                    <a:pt x="9428" y="6064"/>
                  </a:lnTo>
                  <a:lnTo>
                    <a:pt x="695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4685;p64">
              <a:extLst>
                <a:ext uri="{FF2B5EF4-FFF2-40B4-BE49-F238E27FC236}">
                  <a16:creationId xmlns:a16="http://schemas.microsoft.com/office/drawing/2014/main" xmlns="" id="{19524FCB-EC3E-F471-AF0E-5A480CF2482F}"/>
                </a:ext>
              </a:extLst>
            </p:cNvPr>
            <p:cNvSpPr/>
            <p:nvPr/>
          </p:nvSpPr>
          <p:spPr>
            <a:xfrm>
              <a:off x="1079250" y="3556000"/>
              <a:ext cx="252350" cy="231100"/>
            </a:xfrm>
            <a:custGeom>
              <a:avLst/>
              <a:gdLst/>
              <a:ahLst/>
              <a:cxnLst/>
              <a:rect l="l" t="t" r="r" b="b"/>
              <a:pathLst>
                <a:path w="10094" h="9244" extrusionOk="0">
                  <a:moveTo>
                    <a:pt x="7091" y="667"/>
                  </a:moveTo>
                  <a:lnTo>
                    <a:pt x="9354" y="6184"/>
                  </a:lnTo>
                  <a:lnTo>
                    <a:pt x="3328" y="8513"/>
                  </a:lnTo>
                  <a:lnTo>
                    <a:pt x="740" y="2228"/>
                  </a:lnTo>
                  <a:lnTo>
                    <a:pt x="7091" y="667"/>
                  </a:lnTo>
                  <a:close/>
                  <a:moveTo>
                    <a:pt x="7285" y="0"/>
                  </a:moveTo>
                  <a:cubicBezTo>
                    <a:pt x="7260" y="0"/>
                    <a:pt x="7235" y="4"/>
                    <a:pt x="7210" y="10"/>
                  </a:cubicBezTo>
                  <a:lnTo>
                    <a:pt x="259" y="1711"/>
                  </a:lnTo>
                  <a:cubicBezTo>
                    <a:pt x="185" y="1747"/>
                    <a:pt x="111" y="1821"/>
                    <a:pt x="74" y="1895"/>
                  </a:cubicBezTo>
                  <a:cubicBezTo>
                    <a:pt x="37" y="1969"/>
                    <a:pt x="0" y="2043"/>
                    <a:pt x="37" y="2154"/>
                  </a:cubicBezTo>
                  <a:lnTo>
                    <a:pt x="2847" y="9031"/>
                  </a:lnTo>
                  <a:cubicBezTo>
                    <a:pt x="2902" y="9168"/>
                    <a:pt x="3018" y="9244"/>
                    <a:pt x="3134" y="9244"/>
                  </a:cubicBezTo>
                  <a:cubicBezTo>
                    <a:pt x="3175" y="9244"/>
                    <a:pt x="3216" y="9235"/>
                    <a:pt x="3254" y="9216"/>
                  </a:cubicBezTo>
                  <a:lnTo>
                    <a:pt x="9872" y="6665"/>
                  </a:lnTo>
                  <a:cubicBezTo>
                    <a:pt x="9945" y="6628"/>
                    <a:pt x="10019" y="6591"/>
                    <a:pt x="10056" y="6480"/>
                  </a:cubicBezTo>
                  <a:cubicBezTo>
                    <a:pt x="10093" y="6406"/>
                    <a:pt x="10093" y="6332"/>
                    <a:pt x="10056" y="6258"/>
                  </a:cubicBezTo>
                  <a:lnTo>
                    <a:pt x="7542" y="195"/>
                  </a:lnTo>
                  <a:cubicBezTo>
                    <a:pt x="7512" y="72"/>
                    <a:pt x="7405" y="0"/>
                    <a:pt x="72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4686;p64">
              <a:extLst>
                <a:ext uri="{FF2B5EF4-FFF2-40B4-BE49-F238E27FC236}">
                  <a16:creationId xmlns:a16="http://schemas.microsoft.com/office/drawing/2014/main" xmlns="" id="{08F9031E-E2CE-8E45-6B52-3E84C6BADD3F}"/>
                </a:ext>
              </a:extLst>
            </p:cNvPr>
            <p:cNvSpPr/>
            <p:nvPr/>
          </p:nvSpPr>
          <p:spPr>
            <a:xfrm>
              <a:off x="1670775" y="3434225"/>
              <a:ext cx="154375" cy="132200"/>
            </a:xfrm>
            <a:custGeom>
              <a:avLst/>
              <a:gdLst/>
              <a:ahLst/>
              <a:cxnLst/>
              <a:rect l="l" t="t" r="r" b="b"/>
              <a:pathLst>
                <a:path w="6175" h="5288" extrusionOk="0">
                  <a:moveTo>
                    <a:pt x="4733" y="1"/>
                  </a:moveTo>
                  <a:lnTo>
                    <a:pt x="1" y="1147"/>
                  </a:lnTo>
                  <a:lnTo>
                    <a:pt x="1627" y="5288"/>
                  </a:lnTo>
                  <a:lnTo>
                    <a:pt x="6175" y="3513"/>
                  </a:lnTo>
                  <a:lnTo>
                    <a:pt x="47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4687;p64">
              <a:extLst>
                <a:ext uri="{FF2B5EF4-FFF2-40B4-BE49-F238E27FC236}">
                  <a16:creationId xmlns:a16="http://schemas.microsoft.com/office/drawing/2014/main" xmlns="" id="{7EFD6F82-E954-A5CF-9074-4916528A63EB}"/>
                </a:ext>
              </a:extLst>
            </p:cNvPr>
            <p:cNvSpPr/>
            <p:nvPr/>
          </p:nvSpPr>
          <p:spPr>
            <a:xfrm>
              <a:off x="1663375" y="3426600"/>
              <a:ext cx="170100" cy="147450"/>
            </a:xfrm>
            <a:custGeom>
              <a:avLst/>
              <a:gdLst/>
              <a:ahLst/>
              <a:cxnLst/>
              <a:rect l="l" t="t" r="r" b="b"/>
              <a:pathLst>
                <a:path w="6804" h="5898" extrusionOk="0">
                  <a:moveTo>
                    <a:pt x="4867" y="660"/>
                  </a:moveTo>
                  <a:lnTo>
                    <a:pt x="6064" y="3670"/>
                  </a:lnTo>
                  <a:lnTo>
                    <a:pt x="2108" y="5186"/>
                  </a:lnTo>
                  <a:lnTo>
                    <a:pt x="740" y="1674"/>
                  </a:lnTo>
                  <a:lnTo>
                    <a:pt x="4867" y="660"/>
                  </a:lnTo>
                  <a:close/>
                  <a:moveTo>
                    <a:pt x="5031" y="1"/>
                  </a:moveTo>
                  <a:cubicBezTo>
                    <a:pt x="5006" y="1"/>
                    <a:pt x="4980" y="4"/>
                    <a:pt x="4955" y="10"/>
                  </a:cubicBezTo>
                  <a:lnTo>
                    <a:pt x="223" y="1156"/>
                  </a:lnTo>
                  <a:cubicBezTo>
                    <a:pt x="149" y="1193"/>
                    <a:pt x="75" y="1230"/>
                    <a:pt x="38" y="1304"/>
                  </a:cubicBezTo>
                  <a:cubicBezTo>
                    <a:pt x="1" y="1415"/>
                    <a:pt x="1" y="1489"/>
                    <a:pt x="38" y="1563"/>
                  </a:cubicBezTo>
                  <a:lnTo>
                    <a:pt x="1628" y="5703"/>
                  </a:lnTo>
                  <a:cubicBezTo>
                    <a:pt x="1689" y="5826"/>
                    <a:pt x="1826" y="5898"/>
                    <a:pt x="1956" y="5898"/>
                  </a:cubicBezTo>
                  <a:cubicBezTo>
                    <a:pt x="1982" y="5898"/>
                    <a:pt x="2009" y="5895"/>
                    <a:pt x="2034" y="5888"/>
                  </a:cubicBezTo>
                  <a:lnTo>
                    <a:pt x="6582" y="4114"/>
                  </a:lnTo>
                  <a:cubicBezTo>
                    <a:pt x="6656" y="4077"/>
                    <a:pt x="6729" y="4040"/>
                    <a:pt x="6766" y="3966"/>
                  </a:cubicBezTo>
                  <a:cubicBezTo>
                    <a:pt x="6803" y="3892"/>
                    <a:pt x="6803" y="3781"/>
                    <a:pt x="6766" y="3707"/>
                  </a:cubicBezTo>
                  <a:lnTo>
                    <a:pt x="5325" y="195"/>
                  </a:lnTo>
                  <a:cubicBezTo>
                    <a:pt x="5263" y="72"/>
                    <a:pt x="5151" y="1"/>
                    <a:pt x="5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4688;p64">
              <a:extLst>
                <a:ext uri="{FF2B5EF4-FFF2-40B4-BE49-F238E27FC236}">
                  <a16:creationId xmlns:a16="http://schemas.microsoft.com/office/drawing/2014/main" xmlns="" id="{5EBF7D49-F928-3B99-8DFE-CD0BDB752EC4}"/>
                </a:ext>
              </a:extLst>
            </p:cNvPr>
            <p:cNvSpPr/>
            <p:nvPr/>
          </p:nvSpPr>
          <p:spPr>
            <a:xfrm>
              <a:off x="1817725" y="3414825"/>
              <a:ext cx="87850" cy="97075"/>
            </a:xfrm>
            <a:custGeom>
              <a:avLst/>
              <a:gdLst/>
              <a:ahLst/>
              <a:cxnLst/>
              <a:rect l="l" t="t" r="r" b="b"/>
              <a:pathLst>
                <a:path w="3514" h="3883" extrusionOk="0">
                  <a:moveTo>
                    <a:pt x="1997" y="0"/>
                  </a:moveTo>
                  <a:lnTo>
                    <a:pt x="1" y="481"/>
                  </a:lnTo>
                  <a:lnTo>
                    <a:pt x="1406" y="3882"/>
                  </a:lnTo>
                  <a:lnTo>
                    <a:pt x="3513" y="3069"/>
                  </a:lnTo>
                  <a:lnTo>
                    <a:pt x="199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4689;p64">
              <a:extLst>
                <a:ext uri="{FF2B5EF4-FFF2-40B4-BE49-F238E27FC236}">
                  <a16:creationId xmlns:a16="http://schemas.microsoft.com/office/drawing/2014/main" xmlns="" id="{0A39A8CA-B93A-3E55-E5F8-8B8A14E63B4C}"/>
                </a:ext>
              </a:extLst>
            </p:cNvPr>
            <p:cNvSpPr/>
            <p:nvPr/>
          </p:nvSpPr>
          <p:spPr>
            <a:xfrm>
              <a:off x="1810350" y="3407175"/>
              <a:ext cx="103525" cy="112350"/>
            </a:xfrm>
            <a:custGeom>
              <a:avLst/>
              <a:gdLst/>
              <a:ahLst/>
              <a:cxnLst/>
              <a:rect l="l" t="t" r="r" b="b"/>
              <a:pathLst>
                <a:path w="4141" h="4494" extrusionOk="0">
                  <a:moveTo>
                    <a:pt x="2107" y="676"/>
                  </a:moveTo>
                  <a:lnTo>
                    <a:pt x="3401" y="3227"/>
                  </a:lnTo>
                  <a:lnTo>
                    <a:pt x="1878" y="3787"/>
                  </a:lnTo>
                  <a:lnTo>
                    <a:pt x="1878" y="3787"/>
                  </a:lnTo>
                  <a:lnTo>
                    <a:pt x="740" y="1009"/>
                  </a:lnTo>
                  <a:lnTo>
                    <a:pt x="2107" y="676"/>
                  </a:lnTo>
                  <a:close/>
                  <a:moveTo>
                    <a:pt x="2280" y="1"/>
                  </a:moveTo>
                  <a:cubicBezTo>
                    <a:pt x="2259" y="1"/>
                    <a:pt x="2238" y="4"/>
                    <a:pt x="2218" y="11"/>
                  </a:cubicBezTo>
                  <a:lnTo>
                    <a:pt x="222" y="491"/>
                  </a:lnTo>
                  <a:cubicBezTo>
                    <a:pt x="148" y="528"/>
                    <a:pt x="74" y="565"/>
                    <a:pt x="37" y="639"/>
                  </a:cubicBezTo>
                  <a:cubicBezTo>
                    <a:pt x="0" y="713"/>
                    <a:pt x="0" y="824"/>
                    <a:pt x="37" y="898"/>
                  </a:cubicBezTo>
                  <a:lnTo>
                    <a:pt x="1405" y="4299"/>
                  </a:lnTo>
                  <a:cubicBezTo>
                    <a:pt x="1466" y="4422"/>
                    <a:pt x="1604" y="4493"/>
                    <a:pt x="1733" y="4493"/>
                  </a:cubicBezTo>
                  <a:cubicBezTo>
                    <a:pt x="1760" y="4493"/>
                    <a:pt x="1786" y="4490"/>
                    <a:pt x="1812" y="4484"/>
                  </a:cubicBezTo>
                  <a:lnTo>
                    <a:pt x="3919" y="3671"/>
                  </a:lnTo>
                  <a:cubicBezTo>
                    <a:pt x="3993" y="3634"/>
                    <a:pt x="4067" y="3560"/>
                    <a:pt x="4104" y="3486"/>
                  </a:cubicBezTo>
                  <a:cubicBezTo>
                    <a:pt x="4141" y="3412"/>
                    <a:pt x="4141" y="3301"/>
                    <a:pt x="4104" y="3227"/>
                  </a:cubicBezTo>
                  <a:lnTo>
                    <a:pt x="2551" y="158"/>
                  </a:lnTo>
                  <a:cubicBezTo>
                    <a:pt x="2490" y="67"/>
                    <a:pt x="2379" y="1"/>
                    <a:pt x="2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4690;p64">
              <a:extLst>
                <a:ext uri="{FF2B5EF4-FFF2-40B4-BE49-F238E27FC236}">
                  <a16:creationId xmlns:a16="http://schemas.microsoft.com/office/drawing/2014/main" xmlns="" id="{49FF8331-7208-72F9-F3FE-2A5ADEEEEA7C}"/>
                </a:ext>
              </a:extLst>
            </p:cNvPr>
            <p:cNvSpPr/>
            <p:nvPr/>
          </p:nvSpPr>
          <p:spPr>
            <a:xfrm>
              <a:off x="6467700" y="3108900"/>
              <a:ext cx="396550" cy="1791250"/>
            </a:xfrm>
            <a:custGeom>
              <a:avLst/>
              <a:gdLst/>
              <a:ahLst/>
              <a:cxnLst/>
              <a:rect l="l" t="t" r="r" b="b"/>
              <a:pathLst>
                <a:path w="15862" h="71650" extrusionOk="0">
                  <a:moveTo>
                    <a:pt x="15529" y="0"/>
                  </a:moveTo>
                  <a:cubicBezTo>
                    <a:pt x="15381" y="0"/>
                    <a:pt x="15233" y="148"/>
                    <a:pt x="15233" y="296"/>
                  </a:cubicBezTo>
                  <a:lnTo>
                    <a:pt x="15233" y="55456"/>
                  </a:lnTo>
                  <a:lnTo>
                    <a:pt x="297" y="55456"/>
                  </a:lnTo>
                  <a:cubicBezTo>
                    <a:pt x="223" y="55456"/>
                    <a:pt x="149" y="55493"/>
                    <a:pt x="112" y="55530"/>
                  </a:cubicBezTo>
                  <a:cubicBezTo>
                    <a:pt x="38" y="55604"/>
                    <a:pt x="1" y="55678"/>
                    <a:pt x="1" y="55752"/>
                  </a:cubicBezTo>
                  <a:lnTo>
                    <a:pt x="1" y="71354"/>
                  </a:lnTo>
                  <a:cubicBezTo>
                    <a:pt x="1" y="71538"/>
                    <a:pt x="149" y="71649"/>
                    <a:pt x="297" y="71649"/>
                  </a:cubicBezTo>
                  <a:cubicBezTo>
                    <a:pt x="482" y="71649"/>
                    <a:pt x="629" y="71538"/>
                    <a:pt x="629" y="71354"/>
                  </a:cubicBezTo>
                  <a:lnTo>
                    <a:pt x="629" y="56085"/>
                  </a:lnTo>
                  <a:lnTo>
                    <a:pt x="15529" y="56085"/>
                  </a:lnTo>
                  <a:cubicBezTo>
                    <a:pt x="15603" y="56085"/>
                    <a:pt x="15713" y="56048"/>
                    <a:pt x="15750" y="55974"/>
                  </a:cubicBezTo>
                  <a:cubicBezTo>
                    <a:pt x="15824" y="55937"/>
                    <a:pt x="15861" y="55863"/>
                    <a:pt x="15861" y="55752"/>
                  </a:cubicBezTo>
                  <a:lnTo>
                    <a:pt x="15861" y="296"/>
                  </a:lnTo>
                  <a:cubicBezTo>
                    <a:pt x="15861" y="148"/>
                    <a:pt x="15713" y="0"/>
                    <a:pt x="1552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4691;p64">
              <a:extLst>
                <a:ext uri="{FF2B5EF4-FFF2-40B4-BE49-F238E27FC236}">
                  <a16:creationId xmlns:a16="http://schemas.microsoft.com/office/drawing/2014/main" xmlns="" id="{7ACDCF41-B6A8-3D7D-3B0A-AB6AFBDBCAA7}"/>
                </a:ext>
              </a:extLst>
            </p:cNvPr>
            <p:cNvSpPr/>
            <p:nvPr/>
          </p:nvSpPr>
          <p:spPr>
            <a:xfrm>
              <a:off x="6694150" y="3425900"/>
              <a:ext cx="170100" cy="713575"/>
            </a:xfrm>
            <a:custGeom>
              <a:avLst/>
              <a:gdLst/>
              <a:ahLst/>
              <a:cxnLst/>
              <a:rect l="l" t="t" r="r" b="b"/>
              <a:pathLst>
                <a:path w="6804" h="28543" extrusionOk="0">
                  <a:moveTo>
                    <a:pt x="333" y="1"/>
                  </a:moveTo>
                  <a:cubicBezTo>
                    <a:pt x="149" y="1"/>
                    <a:pt x="1" y="149"/>
                    <a:pt x="1" y="297"/>
                  </a:cubicBezTo>
                  <a:lnTo>
                    <a:pt x="1" y="28210"/>
                  </a:lnTo>
                  <a:cubicBezTo>
                    <a:pt x="1" y="28321"/>
                    <a:pt x="38" y="28395"/>
                    <a:pt x="112" y="28431"/>
                  </a:cubicBezTo>
                  <a:cubicBezTo>
                    <a:pt x="149" y="28505"/>
                    <a:pt x="223" y="28542"/>
                    <a:pt x="333" y="28542"/>
                  </a:cubicBezTo>
                  <a:lnTo>
                    <a:pt x="6471" y="28542"/>
                  </a:lnTo>
                  <a:cubicBezTo>
                    <a:pt x="6655" y="28542"/>
                    <a:pt x="6803" y="28395"/>
                    <a:pt x="6803" y="28210"/>
                  </a:cubicBezTo>
                  <a:cubicBezTo>
                    <a:pt x="6803" y="28062"/>
                    <a:pt x="6655" y="27914"/>
                    <a:pt x="6471" y="27914"/>
                  </a:cubicBezTo>
                  <a:lnTo>
                    <a:pt x="629" y="27914"/>
                  </a:lnTo>
                  <a:lnTo>
                    <a:pt x="629" y="297"/>
                  </a:lnTo>
                  <a:cubicBezTo>
                    <a:pt x="629" y="149"/>
                    <a:pt x="481" y="1"/>
                    <a:pt x="3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4692;p64">
              <a:extLst>
                <a:ext uri="{FF2B5EF4-FFF2-40B4-BE49-F238E27FC236}">
                  <a16:creationId xmlns:a16="http://schemas.microsoft.com/office/drawing/2014/main" xmlns="" id="{9F3738E4-BFDF-2037-3CAA-6001265A4362}"/>
                </a:ext>
              </a:extLst>
            </p:cNvPr>
            <p:cNvSpPr/>
            <p:nvPr/>
          </p:nvSpPr>
          <p:spPr>
            <a:xfrm>
              <a:off x="5578575" y="4023925"/>
              <a:ext cx="478775" cy="632200"/>
            </a:xfrm>
            <a:custGeom>
              <a:avLst/>
              <a:gdLst/>
              <a:ahLst/>
              <a:cxnLst/>
              <a:rect l="l" t="t" r="r" b="b"/>
              <a:pathLst>
                <a:path w="19151" h="25288" extrusionOk="0">
                  <a:moveTo>
                    <a:pt x="362" y="0"/>
                  </a:moveTo>
                  <a:cubicBezTo>
                    <a:pt x="255" y="0"/>
                    <a:pt x="148" y="49"/>
                    <a:pt x="74" y="148"/>
                  </a:cubicBezTo>
                  <a:cubicBezTo>
                    <a:pt x="0" y="296"/>
                    <a:pt x="37" y="481"/>
                    <a:pt x="185" y="592"/>
                  </a:cubicBezTo>
                  <a:lnTo>
                    <a:pt x="18523" y="11720"/>
                  </a:lnTo>
                  <a:lnTo>
                    <a:pt x="18523" y="24955"/>
                  </a:lnTo>
                  <a:cubicBezTo>
                    <a:pt x="18523" y="25140"/>
                    <a:pt x="18670" y="25288"/>
                    <a:pt x="18855" y="25288"/>
                  </a:cubicBezTo>
                  <a:cubicBezTo>
                    <a:pt x="19003" y="25288"/>
                    <a:pt x="19151" y="25140"/>
                    <a:pt x="19151" y="24955"/>
                  </a:cubicBezTo>
                  <a:lnTo>
                    <a:pt x="19151" y="11535"/>
                  </a:lnTo>
                  <a:cubicBezTo>
                    <a:pt x="19151" y="11461"/>
                    <a:pt x="19077" y="11350"/>
                    <a:pt x="19003" y="11276"/>
                  </a:cubicBezTo>
                  <a:lnTo>
                    <a:pt x="518" y="37"/>
                  </a:lnTo>
                  <a:cubicBezTo>
                    <a:pt x="469" y="12"/>
                    <a:pt x="415" y="0"/>
                    <a:pt x="36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4693;p64">
              <a:extLst>
                <a:ext uri="{FF2B5EF4-FFF2-40B4-BE49-F238E27FC236}">
                  <a16:creationId xmlns:a16="http://schemas.microsoft.com/office/drawing/2014/main" xmlns="" id="{3BB9F957-5503-4C21-E5D6-CF776D242059}"/>
                </a:ext>
              </a:extLst>
            </p:cNvPr>
            <p:cNvSpPr/>
            <p:nvPr/>
          </p:nvSpPr>
          <p:spPr>
            <a:xfrm>
              <a:off x="5824425" y="4187500"/>
              <a:ext cx="15725" cy="314275"/>
            </a:xfrm>
            <a:custGeom>
              <a:avLst/>
              <a:gdLst/>
              <a:ahLst/>
              <a:cxnLst/>
              <a:rect l="l" t="t" r="r" b="b"/>
              <a:pathLst>
                <a:path w="629" h="12571" extrusionOk="0">
                  <a:moveTo>
                    <a:pt x="296" y="1"/>
                  </a:moveTo>
                  <a:cubicBezTo>
                    <a:pt x="148" y="1"/>
                    <a:pt x="0" y="112"/>
                    <a:pt x="0" y="297"/>
                  </a:cubicBezTo>
                  <a:lnTo>
                    <a:pt x="0" y="12275"/>
                  </a:lnTo>
                  <a:cubicBezTo>
                    <a:pt x="0" y="12423"/>
                    <a:pt x="148" y="12571"/>
                    <a:pt x="296" y="12571"/>
                  </a:cubicBezTo>
                  <a:cubicBezTo>
                    <a:pt x="481" y="12571"/>
                    <a:pt x="629" y="12423"/>
                    <a:pt x="629" y="12275"/>
                  </a:cubicBezTo>
                  <a:lnTo>
                    <a:pt x="629" y="297"/>
                  </a:lnTo>
                  <a:cubicBezTo>
                    <a:pt x="629" y="112"/>
                    <a:pt x="481" y="1"/>
                    <a:pt x="2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4694;p64">
              <a:extLst>
                <a:ext uri="{FF2B5EF4-FFF2-40B4-BE49-F238E27FC236}">
                  <a16:creationId xmlns:a16="http://schemas.microsoft.com/office/drawing/2014/main" xmlns="" id="{40B13A87-5FF1-EB1A-3D35-AF08F35FDF1E}"/>
                </a:ext>
              </a:extLst>
            </p:cNvPr>
            <p:cNvSpPr/>
            <p:nvPr/>
          </p:nvSpPr>
          <p:spPr>
            <a:xfrm>
              <a:off x="5823500" y="3806475"/>
              <a:ext cx="396525" cy="794825"/>
            </a:xfrm>
            <a:custGeom>
              <a:avLst/>
              <a:gdLst/>
              <a:ahLst/>
              <a:cxnLst/>
              <a:rect l="l" t="t" r="r" b="b"/>
              <a:pathLst>
                <a:path w="15861" h="31793" extrusionOk="0">
                  <a:moveTo>
                    <a:pt x="335" y="1"/>
                  </a:moveTo>
                  <a:cubicBezTo>
                    <a:pt x="310" y="1"/>
                    <a:pt x="284" y="4"/>
                    <a:pt x="259" y="10"/>
                  </a:cubicBezTo>
                  <a:cubicBezTo>
                    <a:pt x="74" y="84"/>
                    <a:pt x="0" y="232"/>
                    <a:pt x="37" y="417"/>
                  </a:cubicBezTo>
                  <a:lnTo>
                    <a:pt x="1849" y="6221"/>
                  </a:lnTo>
                  <a:cubicBezTo>
                    <a:pt x="1886" y="6258"/>
                    <a:pt x="1923" y="6332"/>
                    <a:pt x="1997" y="6369"/>
                  </a:cubicBezTo>
                  <a:lnTo>
                    <a:pt x="15269" y="14613"/>
                  </a:lnTo>
                  <a:lnTo>
                    <a:pt x="15269" y="30844"/>
                  </a:lnTo>
                  <a:lnTo>
                    <a:pt x="9243" y="26185"/>
                  </a:lnTo>
                  <a:cubicBezTo>
                    <a:pt x="9174" y="26134"/>
                    <a:pt x="9098" y="26106"/>
                    <a:pt x="9024" y="26106"/>
                  </a:cubicBezTo>
                  <a:cubicBezTo>
                    <a:pt x="8940" y="26106"/>
                    <a:pt x="8859" y="26143"/>
                    <a:pt x="8799" y="26222"/>
                  </a:cubicBezTo>
                  <a:cubicBezTo>
                    <a:pt x="8689" y="26370"/>
                    <a:pt x="8726" y="26555"/>
                    <a:pt x="8836" y="26666"/>
                  </a:cubicBezTo>
                  <a:lnTo>
                    <a:pt x="15380" y="31731"/>
                  </a:lnTo>
                  <a:cubicBezTo>
                    <a:pt x="15424" y="31774"/>
                    <a:pt x="15492" y="31792"/>
                    <a:pt x="15564" y="31792"/>
                  </a:cubicBezTo>
                  <a:cubicBezTo>
                    <a:pt x="15615" y="31792"/>
                    <a:pt x="15667" y="31783"/>
                    <a:pt x="15713" y="31768"/>
                  </a:cubicBezTo>
                  <a:cubicBezTo>
                    <a:pt x="15824" y="31731"/>
                    <a:pt x="15861" y="31620"/>
                    <a:pt x="15861" y="31472"/>
                  </a:cubicBezTo>
                  <a:lnTo>
                    <a:pt x="15861" y="14465"/>
                  </a:lnTo>
                  <a:cubicBezTo>
                    <a:pt x="15861" y="14355"/>
                    <a:pt x="15824" y="14244"/>
                    <a:pt x="15713" y="14207"/>
                  </a:cubicBezTo>
                  <a:lnTo>
                    <a:pt x="2404" y="5925"/>
                  </a:lnTo>
                  <a:lnTo>
                    <a:pt x="629" y="232"/>
                  </a:lnTo>
                  <a:cubicBezTo>
                    <a:pt x="598" y="78"/>
                    <a:pt x="465" y="1"/>
                    <a:pt x="3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4695;p64">
              <a:extLst>
                <a:ext uri="{FF2B5EF4-FFF2-40B4-BE49-F238E27FC236}">
                  <a16:creationId xmlns:a16="http://schemas.microsoft.com/office/drawing/2014/main" xmlns="" id="{68AB92E4-EA28-5013-C657-3E70777311C4}"/>
                </a:ext>
              </a:extLst>
            </p:cNvPr>
            <p:cNvSpPr/>
            <p:nvPr/>
          </p:nvSpPr>
          <p:spPr>
            <a:xfrm>
              <a:off x="694750" y="2954525"/>
              <a:ext cx="15750" cy="1954850"/>
            </a:xfrm>
            <a:custGeom>
              <a:avLst/>
              <a:gdLst/>
              <a:ahLst/>
              <a:cxnLst/>
              <a:rect l="l" t="t" r="r" b="b"/>
              <a:pathLst>
                <a:path w="630" h="78194" extrusionOk="0">
                  <a:moveTo>
                    <a:pt x="333" y="1"/>
                  </a:moveTo>
                  <a:cubicBezTo>
                    <a:pt x="149" y="1"/>
                    <a:pt x="1" y="149"/>
                    <a:pt x="1" y="334"/>
                  </a:cubicBezTo>
                  <a:lnTo>
                    <a:pt x="1" y="77898"/>
                  </a:lnTo>
                  <a:cubicBezTo>
                    <a:pt x="1" y="78046"/>
                    <a:pt x="149" y="78194"/>
                    <a:pt x="333" y="78194"/>
                  </a:cubicBezTo>
                  <a:cubicBezTo>
                    <a:pt x="481" y="78194"/>
                    <a:pt x="629" y="78046"/>
                    <a:pt x="629" y="77898"/>
                  </a:cubicBezTo>
                  <a:lnTo>
                    <a:pt x="629" y="334"/>
                  </a:lnTo>
                  <a:cubicBezTo>
                    <a:pt x="629" y="149"/>
                    <a:pt x="481" y="1"/>
                    <a:pt x="3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4696;p64">
              <a:extLst>
                <a:ext uri="{FF2B5EF4-FFF2-40B4-BE49-F238E27FC236}">
                  <a16:creationId xmlns:a16="http://schemas.microsoft.com/office/drawing/2014/main" xmlns="" id="{56D8248D-A2D4-7289-6FEA-BD27F288B3A6}"/>
                </a:ext>
              </a:extLst>
            </p:cNvPr>
            <p:cNvSpPr/>
            <p:nvPr/>
          </p:nvSpPr>
          <p:spPr>
            <a:xfrm>
              <a:off x="758525" y="3878800"/>
              <a:ext cx="223700" cy="15750"/>
            </a:xfrm>
            <a:custGeom>
              <a:avLst/>
              <a:gdLst/>
              <a:ahLst/>
              <a:cxnLst/>
              <a:rect l="l" t="t" r="r" b="b"/>
              <a:pathLst>
                <a:path w="8948" h="630" extrusionOk="0">
                  <a:moveTo>
                    <a:pt x="296" y="1"/>
                  </a:moveTo>
                  <a:cubicBezTo>
                    <a:pt x="148" y="1"/>
                    <a:pt x="1" y="149"/>
                    <a:pt x="1" y="333"/>
                  </a:cubicBezTo>
                  <a:cubicBezTo>
                    <a:pt x="1" y="481"/>
                    <a:pt x="148" y="629"/>
                    <a:pt x="296" y="629"/>
                  </a:cubicBezTo>
                  <a:lnTo>
                    <a:pt x="8652" y="629"/>
                  </a:lnTo>
                  <a:cubicBezTo>
                    <a:pt x="8800" y="629"/>
                    <a:pt x="8947" y="481"/>
                    <a:pt x="8947" y="333"/>
                  </a:cubicBezTo>
                  <a:cubicBezTo>
                    <a:pt x="8947" y="149"/>
                    <a:pt x="8800" y="1"/>
                    <a:pt x="865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4697;p64">
              <a:extLst>
                <a:ext uri="{FF2B5EF4-FFF2-40B4-BE49-F238E27FC236}">
                  <a16:creationId xmlns:a16="http://schemas.microsoft.com/office/drawing/2014/main" xmlns="" id="{AD8CC349-D20B-58B5-9CAF-C4FA9C622362}"/>
                </a:ext>
              </a:extLst>
            </p:cNvPr>
            <p:cNvSpPr/>
            <p:nvPr/>
          </p:nvSpPr>
          <p:spPr>
            <a:xfrm>
              <a:off x="966475" y="3697650"/>
              <a:ext cx="170100" cy="1175700"/>
            </a:xfrm>
            <a:custGeom>
              <a:avLst/>
              <a:gdLst/>
              <a:ahLst/>
              <a:cxnLst/>
              <a:rect l="l" t="t" r="r" b="b"/>
              <a:pathLst>
                <a:path w="6804" h="47028" extrusionOk="0">
                  <a:moveTo>
                    <a:pt x="334" y="0"/>
                  </a:moveTo>
                  <a:cubicBezTo>
                    <a:pt x="149" y="0"/>
                    <a:pt x="1" y="148"/>
                    <a:pt x="1" y="333"/>
                  </a:cubicBezTo>
                  <a:lnTo>
                    <a:pt x="1" y="46731"/>
                  </a:lnTo>
                  <a:cubicBezTo>
                    <a:pt x="1" y="46805"/>
                    <a:pt x="38" y="46879"/>
                    <a:pt x="112" y="46916"/>
                  </a:cubicBezTo>
                  <a:cubicBezTo>
                    <a:pt x="149" y="46990"/>
                    <a:pt x="260" y="47027"/>
                    <a:pt x="334" y="47027"/>
                  </a:cubicBezTo>
                  <a:lnTo>
                    <a:pt x="6471" y="47027"/>
                  </a:lnTo>
                  <a:cubicBezTo>
                    <a:pt x="6656" y="47027"/>
                    <a:pt x="6804" y="46879"/>
                    <a:pt x="6804" y="46731"/>
                  </a:cubicBezTo>
                  <a:cubicBezTo>
                    <a:pt x="6804" y="46547"/>
                    <a:pt x="6656" y="46399"/>
                    <a:pt x="6471" y="46399"/>
                  </a:cubicBezTo>
                  <a:lnTo>
                    <a:pt x="629" y="46399"/>
                  </a:lnTo>
                  <a:lnTo>
                    <a:pt x="629" y="333"/>
                  </a:lnTo>
                  <a:cubicBezTo>
                    <a:pt x="629" y="148"/>
                    <a:pt x="482" y="0"/>
                    <a:pt x="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4698;p64">
              <a:extLst>
                <a:ext uri="{FF2B5EF4-FFF2-40B4-BE49-F238E27FC236}">
                  <a16:creationId xmlns:a16="http://schemas.microsoft.com/office/drawing/2014/main" xmlns="" id="{96D44C09-6C50-521F-786D-C24A8EFAD217}"/>
                </a:ext>
              </a:extLst>
            </p:cNvPr>
            <p:cNvSpPr/>
            <p:nvPr/>
          </p:nvSpPr>
          <p:spPr>
            <a:xfrm>
              <a:off x="794575" y="4078450"/>
              <a:ext cx="187650" cy="332750"/>
            </a:xfrm>
            <a:custGeom>
              <a:avLst/>
              <a:gdLst/>
              <a:ahLst/>
              <a:cxnLst/>
              <a:rect l="l" t="t" r="r" b="b"/>
              <a:pathLst>
                <a:path w="7506" h="13310" extrusionOk="0">
                  <a:moveTo>
                    <a:pt x="296" y="0"/>
                  </a:moveTo>
                  <a:cubicBezTo>
                    <a:pt x="222" y="0"/>
                    <a:pt x="148" y="37"/>
                    <a:pt x="111" y="74"/>
                  </a:cubicBezTo>
                  <a:cubicBezTo>
                    <a:pt x="37" y="148"/>
                    <a:pt x="0" y="222"/>
                    <a:pt x="0" y="296"/>
                  </a:cubicBezTo>
                  <a:lnTo>
                    <a:pt x="0" y="13014"/>
                  </a:lnTo>
                  <a:cubicBezTo>
                    <a:pt x="0" y="13088"/>
                    <a:pt x="37" y="13162"/>
                    <a:pt x="111" y="13199"/>
                  </a:cubicBezTo>
                  <a:cubicBezTo>
                    <a:pt x="148" y="13273"/>
                    <a:pt x="222" y="13310"/>
                    <a:pt x="296" y="13310"/>
                  </a:cubicBezTo>
                  <a:lnTo>
                    <a:pt x="6840" y="13310"/>
                  </a:lnTo>
                  <a:cubicBezTo>
                    <a:pt x="7025" y="13310"/>
                    <a:pt x="7136" y="13162"/>
                    <a:pt x="7136" y="13014"/>
                  </a:cubicBezTo>
                  <a:cubicBezTo>
                    <a:pt x="7136" y="12829"/>
                    <a:pt x="7025" y="12681"/>
                    <a:pt x="6840" y="12681"/>
                  </a:cubicBezTo>
                  <a:lnTo>
                    <a:pt x="629" y="12681"/>
                  </a:lnTo>
                  <a:lnTo>
                    <a:pt x="629" y="629"/>
                  </a:lnTo>
                  <a:lnTo>
                    <a:pt x="7210" y="629"/>
                  </a:lnTo>
                  <a:cubicBezTo>
                    <a:pt x="7358" y="629"/>
                    <a:pt x="7505" y="481"/>
                    <a:pt x="7505" y="296"/>
                  </a:cubicBezTo>
                  <a:cubicBezTo>
                    <a:pt x="7505" y="148"/>
                    <a:pt x="7358" y="0"/>
                    <a:pt x="72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4699;p64">
              <a:extLst>
                <a:ext uri="{FF2B5EF4-FFF2-40B4-BE49-F238E27FC236}">
                  <a16:creationId xmlns:a16="http://schemas.microsoft.com/office/drawing/2014/main" xmlns="" id="{A61EF61B-AFA9-77FC-7578-17FD87A34568}"/>
                </a:ext>
              </a:extLst>
            </p:cNvPr>
            <p:cNvSpPr/>
            <p:nvPr/>
          </p:nvSpPr>
          <p:spPr>
            <a:xfrm>
              <a:off x="1193850" y="4105250"/>
              <a:ext cx="14825" cy="813375"/>
            </a:xfrm>
            <a:custGeom>
              <a:avLst/>
              <a:gdLst/>
              <a:ahLst/>
              <a:cxnLst/>
              <a:rect l="l" t="t" r="r" b="b"/>
              <a:pathLst>
                <a:path w="593" h="32535" extrusionOk="0">
                  <a:moveTo>
                    <a:pt x="297" y="0"/>
                  </a:moveTo>
                  <a:cubicBezTo>
                    <a:pt x="112" y="0"/>
                    <a:pt x="1" y="148"/>
                    <a:pt x="1" y="333"/>
                  </a:cubicBezTo>
                  <a:lnTo>
                    <a:pt x="1" y="32239"/>
                  </a:lnTo>
                  <a:cubicBezTo>
                    <a:pt x="1" y="32387"/>
                    <a:pt x="112" y="32535"/>
                    <a:pt x="297" y="32535"/>
                  </a:cubicBezTo>
                  <a:cubicBezTo>
                    <a:pt x="444" y="32535"/>
                    <a:pt x="592" y="32387"/>
                    <a:pt x="592" y="32239"/>
                  </a:cubicBezTo>
                  <a:lnTo>
                    <a:pt x="592" y="333"/>
                  </a:lnTo>
                  <a:cubicBezTo>
                    <a:pt x="592" y="148"/>
                    <a:pt x="444" y="0"/>
                    <a:pt x="2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4700;p64">
              <a:extLst>
                <a:ext uri="{FF2B5EF4-FFF2-40B4-BE49-F238E27FC236}">
                  <a16:creationId xmlns:a16="http://schemas.microsoft.com/office/drawing/2014/main" xmlns="" id="{B5B56712-2730-6C32-8EA2-479146538A3D}"/>
                </a:ext>
              </a:extLst>
            </p:cNvPr>
            <p:cNvSpPr/>
            <p:nvPr/>
          </p:nvSpPr>
          <p:spPr>
            <a:xfrm>
              <a:off x="6377125" y="4105250"/>
              <a:ext cx="15750" cy="857750"/>
            </a:xfrm>
            <a:custGeom>
              <a:avLst/>
              <a:gdLst/>
              <a:ahLst/>
              <a:cxnLst/>
              <a:rect l="l" t="t" r="r" b="b"/>
              <a:pathLst>
                <a:path w="630" h="34310" extrusionOk="0">
                  <a:moveTo>
                    <a:pt x="297" y="0"/>
                  </a:moveTo>
                  <a:cubicBezTo>
                    <a:pt x="149" y="0"/>
                    <a:pt x="1" y="148"/>
                    <a:pt x="1" y="333"/>
                  </a:cubicBezTo>
                  <a:lnTo>
                    <a:pt x="1" y="34014"/>
                  </a:lnTo>
                  <a:cubicBezTo>
                    <a:pt x="1" y="34161"/>
                    <a:pt x="149" y="34309"/>
                    <a:pt x="297" y="34309"/>
                  </a:cubicBezTo>
                  <a:cubicBezTo>
                    <a:pt x="481" y="34309"/>
                    <a:pt x="629" y="34161"/>
                    <a:pt x="629" y="34014"/>
                  </a:cubicBezTo>
                  <a:lnTo>
                    <a:pt x="629" y="333"/>
                  </a:lnTo>
                  <a:cubicBezTo>
                    <a:pt x="629" y="148"/>
                    <a:pt x="481" y="0"/>
                    <a:pt x="2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4701;p64">
              <a:extLst>
                <a:ext uri="{FF2B5EF4-FFF2-40B4-BE49-F238E27FC236}">
                  <a16:creationId xmlns:a16="http://schemas.microsoft.com/office/drawing/2014/main" xmlns="" id="{52BB09C2-53C2-F7D5-13AA-003E08CDF93B}"/>
                </a:ext>
              </a:extLst>
            </p:cNvPr>
            <p:cNvSpPr/>
            <p:nvPr/>
          </p:nvSpPr>
          <p:spPr>
            <a:xfrm>
              <a:off x="1301075" y="3906075"/>
              <a:ext cx="715400" cy="278475"/>
            </a:xfrm>
            <a:custGeom>
              <a:avLst/>
              <a:gdLst/>
              <a:ahLst/>
              <a:cxnLst/>
              <a:rect l="l" t="t" r="r" b="b"/>
              <a:pathLst>
                <a:path w="28616" h="11139" extrusionOk="0">
                  <a:moveTo>
                    <a:pt x="19941" y="0"/>
                  </a:moveTo>
                  <a:cubicBezTo>
                    <a:pt x="19891" y="0"/>
                    <a:pt x="19835" y="19"/>
                    <a:pt x="19780" y="56"/>
                  </a:cubicBezTo>
                  <a:lnTo>
                    <a:pt x="222" y="10555"/>
                  </a:lnTo>
                  <a:cubicBezTo>
                    <a:pt x="74" y="10629"/>
                    <a:pt x="0" y="10814"/>
                    <a:pt x="74" y="10962"/>
                  </a:cubicBezTo>
                  <a:cubicBezTo>
                    <a:pt x="128" y="11070"/>
                    <a:pt x="242" y="11139"/>
                    <a:pt x="357" y="11139"/>
                  </a:cubicBezTo>
                  <a:cubicBezTo>
                    <a:pt x="399" y="11139"/>
                    <a:pt x="441" y="11130"/>
                    <a:pt x="481" y="11110"/>
                  </a:cubicBezTo>
                  <a:lnTo>
                    <a:pt x="19632" y="832"/>
                  </a:lnTo>
                  <a:lnTo>
                    <a:pt x="19632" y="9372"/>
                  </a:lnTo>
                  <a:cubicBezTo>
                    <a:pt x="19632" y="9483"/>
                    <a:pt x="19669" y="9594"/>
                    <a:pt x="19780" y="9668"/>
                  </a:cubicBezTo>
                  <a:cubicBezTo>
                    <a:pt x="19826" y="9683"/>
                    <a:pt x="19878" y="9692"/>
                    <a:pt x="19929" y="9692"/>
                  </a:cubicBezTo>
                  <a:cubicBezTo>
                    <a:pt x="20000" y="9692"/>
                    <a:pt x="20069" y="9674"/>
                    <a:pt x="20112" y="9631"/>
                  </a:cubicBezTo>
                  <a:lnTo>
                    <a:pt x="28468" y="3087"/>
                  </a:lnTo>
                  <a:cubicBezTo>
                    <a:pt x="28579" y="2976"/>
                    <a:pt x="28616" y="2792"/>
                    <a:pt x="28505" y="2681"/>
                  </a:cubicBezTo>
                  <a:cubicBezTo>
                    <a:pt x="28437" y="2591"/>
                    <a:pt x="28343" y="2542"/>
                    <a:pt x="28246" y="2542"/>
                  </a:cubicBezTo>
                  <a:cubicBezTo>
                    <a:pt x="28183" y="2542"/>
                    <a:pt x="28119" y="2563"/>
                    <a:pt x="28061" y="2607"/>
                  </a:cubicBezTo>
                  <a:lnTo>
                    <a:pt x="20223" y="8744"/>
                  </a:lnTo>
                  <a:lnTo>
                    <a:pt x="20223" y="315"/>
                  </a:lnTo>
                  <a:cubicBezTo>
                    <a:pt x="20223" y="204"/>
                    <a:pt x="20186" y="93"/>
                    <a:pt x="20075" y="56"/>
                  </a:cubicBezTo>
                  <a:cubicBezTo>
                    <a:pt x="20038" y="19"/>
                    <a:pt x="19992" y="0"/>
                    <a:pt x="199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4702;p64">
              <a:extLst>
                <a:ext uri="{FF2B5EF4-FFF2-40B4-BE49-F238E27FC236}">
                  <a16:creationId xmlns:a16="http://schemas.microsoft.com/office/drawing/2014/main" xmlns="" id="{B94BB4C6-9CC3-935E-0A83-CA0032F2F7D2}"/>
                </a:ext>
              </a:extLst>
            </p:cNvPr>
            <p:cNvSpPr/>
            <p:nvPr/>
          </p:nvSpPr>
          <p:spPr>
            <a:xfrm>
              <a:off x="1355600" y="3997100"/>
              <a:ext cx="297650" cy="595025"/>
            </a:xfrm>
            <a:custGeom>
              <a:avLst/>
              <a:gdLst/>
              <a:ahLst/>
              <a:cxnLst/>
              <a:rect l="l" t="t" r="r" b="b"/>
              <a:pathLst>
                <a:path w="11906" h="23801" extrusionOk="0">
                  <a:moveTo>
                    <a:pt x="11572" y="1"/>
                  </a:moveTo>
                  <a:cubicBezTo>
                    <a:pt x="11425" y="1"/>
                    <a:pt x="11277" y="149"/>
                    <a:pt x="11277" y="297"/>
                  </a:cubicBezTo>
                  <a:lnTo>
                    <a:pt x="11277" y="15381"/>
                  </a:lnTo>
                  <a:lnTo>
                    <a:pt x="185" y="23255"/>
                  </a:lnTo>
                  <a:cubicBezTo>
                    <a:pt x="38" y="23329"/>
                    <a:pt x="1" y="23551"/>
                    <a:pt x="112" y="23662"/>
                  </a:cubicBezTo>
                  <a:cubicBezTo>
                    <a:pt x="156" y="23752"/>
                    <a:pt x="242" y="23801"/>
                    <a:pt x="335" y="23801"/>
                  </a:cubicBezTo>
                  <a:cubicBezTo>
                    <a:pt x="396" y="23801"/>
                    <a:pt x="460" y="23780"/>
                    <a:pt x="518" y="23736"/>
                  </a:cubicBezTo>
                  <a:lnTo>
                    <a:pt x="11757" y="15787"/>
                  </a:lnTo>
                  <a:cubicBezTo>
                    <a:pt x="11831" y="15713"/>
                    <a:pt x="11905" y="15640"/>
                    <a:pt x="11905" y="15529"/>
                  </a:cubicBezTo>
                  <a:lnTo>
                    <a:pt x="11905" y="297"/>
                  </a:lnTo>
                  <a:cubicBezTo>
                    <a:pt x="11905" y="149"/>
                    <a:pt x="11757" y="1"/>
                    <a:pt x="115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4703;p64">
              <a:extLst>
                <a:ext uri="{FF2B5EF4-FFF2-40B4-BE49-F238E27FC236}">
                  <a16:creationId xmlns:a16="http://schemas.microsoft.com/office/drawing/2014/main" xmlns="" id="{33FFE663-C5AA-9605-FB90-6B81FDCCC983}"/>
                </a:ext>
              </a:extLst>
            </p:cNvPr>
            <p:cNvSpPr/>
            <p:nvPr/>
          </p:nvSpPr>
          <p:spPr>
            <a:xfrm>
              <a:off x="1882425" y="4069200"/>
              <a:ext cx="14825" cy="206150"/>
            </a:xfrm>
            <a:custGeom>
              <a:avLst/>
              <a:gdLst/>
              <a:ahLst/>
              <a:cxnLst/>
              <a:rect l="l" t="t" r="r" b="b"/>
              <a:pathLst>
                <a:path w="593" h="8246" extrusionOk="0">
                  <a:moveTo>
                    <a:pt x="297" y="1"/>
                  </a:moveTo>
                  <a:cubicBezTo>
                    <a:pt x="112" y="1"/>
                    <a:pt x="1" y="148"/>
                    <a:pt x="1" y="333"/>
                  </a:cubicBezTo>
                  <a:lnTo>
                    <a:pt x="1" y="7912"/>
                  </a:lnTo>
                  <a:cubicBezTo>
                    <a:pt x="1" y="8097"/>
                    <a:pt x="112" y="8245"/>
                    <a:pt x="297" y="8245"/>
                  </a:cubicBezTo>
                  <a:cubicBezTo>
                    <a:pt x="481" y="8245"/>
                    <a:pt x="592" y="8097"/>
                    <a:pt x="592" y="7912"/>
                  </a:cubicBezTo>
                  <a:lnTo>
                    <a:pt x="592" y="333"/>
                  </a:lnTo>
                  <a:cubicBezTo>
                    <a:pt x="592" y="148"/>
                    <a:pt x="481" y="1"/>
                    <a:pt x="2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4704;p64">
              <a:extLst>
                <a:ext uri="{FF2B5EF4-FFF2-40B4-BE49-F238E27FC236}">
                  <a16:creationId xmlns:a16="http://schemas.microsoft.com/office/drawing/2014/main" xmlns="" id="{9800461D-3C27-6B53-6C10-4F6FFBACAB11}"/>
                </a:ext>
              </a:extLst>
            </p:cNvPr>
            <p:cNvSpPr/>
            <p:nvPr/>
          </p:nvSpPr>
          <p:spPr>
            <a:xfrm>
              <a:off x="3261425" y="5005475"/>
              <a:ext cx="265300" cy="191150"/>
            </a:xfrm>
            <a:custGeom>
              <a:avLst/>
              <a:gdLst/>
              <a:ahLst/>
              <a:cxnLst/>
              <a:rect l="l" t="t" r="r" b="b"/>
              <a:pathLst>
                <a:path w="10612" h="7646" extrusionOk="0">
                  <a:moveTo>
                    <a:pt x="5879" y="1"/>
                  </a:moveTo>
                  <a:lnTo>
                    <a:pt x="851" y="6397"/>
                  </a:lnTo>
                  <a:cubicBezTo>
                    <a:pt x="851" y="6397"/>
                    <a:pt x="1" y="7395"/>
                    <a:pt x="1517" y="7580"/>
                  </a:cubicBezTo>
                  <a:cubicBezTo>
                    <a:pt x="2022" y="7629"/>
                    <a:pt x="3201" y="7646"/>
                    <a:pt x="4548" y="7646"/>
                  </a:cubicBezTo>
                  <a:cubicBezTo>
                    <a:pt x="7243" y="7646"/>
                    <a:pt x="10612" y="7580"/>
                    <a:pt x="10612" y="7580"/>
                  </a:cubicBezTo>
                  <a:lnTo>
                    <a:pt x="10612" y="999"/>
                  </a:lnTo>
                  <a:lnTo>
                    <a:pt x="587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4705;p64">
              <a:extLst>
                <a:ext uri="{FF2B5EF4-FFF2-40B4-BE49-F238E27FC236}">
                  <a16:creationId xmlns:a16="http://schemas.microsoft.com/office/drawing/2014/main" xmlns="" id="{979CB046-2D65-F0D1-AE1A-1784C26C29AC}"/>
                </a:ext>
              </a:extLst>
            </p:cNvPr>
            <p:cNvSpPr/>
            <p:nvPr/>
          </p:nvSpPr>
          <p:spPr>
            <a:xfrm>
              <a:off x="3268825" y="4997850"/>
              <a:ext cx="265300" cy="206375"/>
            </a:xfrm>
            <a:custGeom>
              <a:avLst/>
              <a:gdLst/>
              <a:ahLst/>
              <a:cxnLst/>
              <a:rect l="l" t="t" r="r" b="b"/>
              <a:pathLst>
                <a:path w="10612" h="8255" extrusionOk="0">
                  <a:moveTo>
                    <a:pt x="5724" y="640"/>
                  </a:moveTo>
                  <a:lnTo>
                    <a:pt x="9983" y="1563"/>
                  </a:lnTo>
                  <a:lnTo>
                    <a:pt x="9983" y="7566"/>
                  </a:lnTo>
                  <a:lnTo>
                    <a:pt x="9983" y="7566"/>
                  </a:lnTo>
                  <a:cubicBezTo>
                    <a:pt x="9629" y="7580"/>
                    <a:pt x="9021" y="7603"/>
                    <a:pt x="8282" y="7626"/>
                  </a:cubicBezTo>
                  <a:cubicBezTo>
                    <a:pt x="7099" y="7626"/>
                    <a:pt x="5583" y="7663"/>
                    <a:pt x="4252" y="7663"/>
                  </a:cubicBezTo>
                  <a:cubicBezTo>
                    <a:pt x="2921" y="7663"/>
                    <a:pt x="1738" y="7626"/>
                    <a:pt x="1258" y="7589"/>
                  </a:cubicBezTo>
                  <a:cubicBezTo>
                    <a:pt x="925" y="7552"/>
                    <a:pt x="777" y="7441"/>
                    <a:pt x="703" y="7404"/>
                  </a:cubicBezTo>
                  <a:cubicBezTo>
                    <a:pt x="629" y="7330"/>
                    <a:pt x="629" y="7330"/>
                    <a:pt x="629" y="7256"/>
                  </a:cubicBezTo>
                  <a:cubicBezTo>
                    <a:pt x="629" y="7219"/>
                    <a:pt x="666" y="7109"/>
                    <a:pt x="703" y="7035"/>
                  </a:cubicBezTo>
                  <a:lnTo>
                    <a:pt x="777" y="6924"/>
                  </a:lnTo>
                  <a:lnTo>
                    <a:pt x="777" y="6887"/>
                  </a:lnTo>
                  <a:lnTo>
                    <a:pt x="5724" y="640"/>
                  </a:lnTo>
                  <a:close/>
                  <a:moveTo>
                    <a:pt x="5596" y="0"/>
                  </a:moveTo>
                  <a:cubicBezTo>
                    <a:pt x="5507" y="0"/>
                    <a:pt x="5422" y="61"/>
                    <a:pt x="5361" y="121"/>
                  </a:cubicBezTo>
                  <a:lnTo>
                    <a:pt x="296" y="6517"/>
                  </a:lnTo>
                  <a:lnTo>
                    <a:pt x="308" y="6525"/>
                  </a:lnTo>
                  <a:lnTo>
                    <a:pt x="308" y="6525"/>
                  </a:lnTo>
                  <a:cubicBezTo>
                    <a:pt x="268" y="6548"/>
                    <a:pt x="208" y="6620"/>
                    <a:pt x="149" y="6739"/>
                  </a:cubicBezTo>
                  <a:cubicBezTo>
                    <a:pt x="112" y="6850"/>
                    <a:pt x="1" y="7035"/>
                    <a:pt x="1" y="7256"/>
                  </a:cubicBezTo>
                  <a:cubicBezTo>
                    <a:pt x="1" y="7478"/>
                    <a:pt x="112" y="7737"/>
                    <a:pt x="296" y="7885"/>
                  </a:cubicBezTo>
                  <a:cubicBezTo>
                    <a:pt x="518" y="8033"/>
                    <a:pt x="814" y="8144"/>
                    <a:pt x="1184" y="8181"/>
                  </a:cubicBezTo>
                  <a:cubicBezTo>
                    <a:pt x="1738" y="8255"/>
                    <a:pt x="2884" y="8255"/>
                    <a:pt x="4252" y="8255"/>
                  </a:cubicBezTo>
                  <a:cubicBezTo>
                    <a:pt x="6951" y="8255"/>
                    <a:pt x="10316" y="8181"/>
                    <a:pt x="10316" y="8181"/>
                  </a:cubicBezTo>
                  <a:cubicBezTo>
                    <a:pt x="10463" y="8181"/>
                    <a:pt x="10611" y="8033"/>
                    <a:pt x="10611" y="7885"/>
                  </a:cubicBezTo>
                  <a:lnTo>
                    <a:pt x="10611" y="1304"/>
                  </a:lnTo>
                  <a:cubicBezTo>
                    <a:pt x="10611" y="1193"/>
                    <a:pt x="10500" y="1045"/>
                    <a:pt x="10352" y="1008"/>
                  </a:cubicBezTo>
                  <a:lnTo>
                    <a:pt x="5657" y="10"/>
                  </a:lnTo>
                  <a:cubicBezTo>
                    <a:pt x="5637" y="3"/>
                    <a:pt x="5617" y="0"/>
                    <a:pt x="5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4706;p64">
              <a:extLst>
                <a:ext uri="{FF2B5EF4-FFF2-40B4-BE49-F238E27FC236}">
                  <a16:creationId xmlns:a16="http://schemas.microsoft.com/office/drawing/2014/main" xmlns="" id="{48C70ACB-A498-5521-F2FD-81629871CABA}"/>
                </a:ext>
              </a:extLst>
            </p:cNvPr>
            <p:cNvSpPr/>
            <p:nvPr/>
          </p:nvSpPr>
          <p:spPr>
            <a:xfrm>
              <a:off x="3389900" y="4063650"/>
              <a:ext cx="271775" cy="1028750"/>
            </a:xfrm>
            <a:custGeom>
              <a:avLst/>
              <a:gdLst/>
              <a:ahLst/>
              <a:cxnLst/>
              <a:rect l="l" t="t" r="r" b="b"/>
              <a:pathLst>
                <a:path w="10871" h="41150" extrusionOk="0">
                  <a:moveTo>
                    <a:pt x="297" y="1"/>
                  </a:moveTo>
                  <a:lnTo>
                    <a:pt x="1" y="39264"/>
                  </a:lnTo>
                  <a:cubicBezTo>
                    <a:pt x="1" y="40299"/>
                    <a:pt x="851" y="41149"/>
                    <a:pt x="1886" y="41149"/>
                  </a:cubicBezTo>
                  <a:lnTo>
                    <a:pt x="3365" y="41149"/>
                  </a:lnTo>
                  <a:cubicBezTo>
                    <a:pt x="4289" y="41149"/>
                    <a:pt x="5066" y="40484"/>
                    <a:pt x="5214" y="39559"/>
                  </a:cubicBezTo>
                  <a:lnTo>
                    <a:pt x="10870" y="3883"/>
                  </a:lnTo>
                  <a:lnTo>
                    <a:pt x="2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4707;p64">
              <a:extLst>
                <a:ext uri="{FF2B5EF4-FFF2-40B4-BE49-F238E27FC236}">
                  <a16:creationId xmlns:a16="http://schemas.microsoft.com/office/drawing/2014/main" xmlns="" id="{9A0B9352-B8BE-C46E-7568-1913E44E61E4}"/>
                </a:ext>
              </a:extLst>
            </p:cNvPr>
            <p:cNvSpPr/>
            <p:nvPr/>
          </p:nvSpPr>
          <p:spPr>
            <a:xfrm>
              <a:off x="3382525" y="4055650"/>
              <a:ext cx="287450" cy="1044125"/>
            </a:xfrm>
            <a:custGeom>
              <a:avLst/>
              <a:gdLst/>
              <a:ahLst/>
              <a:cxnLst/>
              <a:rect l="l" t="t" r="r" b="b"/>
              <a:pathLst>
                <a:path w="11498" h="41765" extrusionOk="0">
                  <a:moveTo>
                    <a:pt x="921" y="777"/>
                  </a:moveTo>
                  <a:lnTo>
                    <a:pt x="10832" y="4388"/>
                  </a:lnTo>
                  <a:lnTo>
                    <a:pt x="5213" y="39842"/>
                  </a:lnTo>
                  <a:cubicBezTo>
                    <a:pt x="5102" y="40619"/>
                    <a:pt x="4437" y="41173"/>
                    <a:pt x="3660" y="41173"/>
                  </a:cubicBezTo>
                  <a:lnTo>
                    <a:pt x="2181" y="41173"/>
                  </a:lnTo>
                  <a:cubicBezTo>
                    <a:pt x="1331" y="41173"/>
                    <a:pt x="629" y="40471"/>
                    <a:pt x="629" y="39584"/>
                  </a:cubicBezTo>
                  <a:lnTo>
                    <a:pt x="921" y="777"/>
                  </a:lnTo>
                  <a:close/>
                  <a:moveTo>
                    <a:pt x="597" y="1"/>
                  </a:moveTo>
                  <a:cubicBezTo>
                    <a:pt x="543" y="1"/>
                    <a:pt x="487" y="19"/>
                    <a:pt x="444" y="62"/>
                  </a:cubicBezTo>
                  <a:cubicBezTo>
                    <a:pt x="333" y="99"/>
                    <a:pt x="296" y="210"/>
                    <a:pt x="296" y="321"/>
                  </a:cubicBezTo>
                  <a:lnTo>
                    <a:pt x="0" y="39584"/>
                  </a:lnTo>
                  <a:cubicBezTo>
                    <a:pt x="0" y="40804"/>
                    <a:pt x="961" y="41765"/>
                    <a:pt x="2181" y="41765"/>
                  </a:cubicBezTo>
                  <a:lnTo>
                    <a:pt x="3660" y="41765"/>
                  </a:lnTo>
                  <a:cubicBezTo>
                    <a:pt x="4732" y="41765"/>
                    <a:pt x="5657" y="40989"/>
                    <a:pt x="5804" y="39953"/>
                  </a:cubicBezTo>
                  <a:lnTo>
                    <a:pt x="11461" y="4240"/>
                  </a:lnTo>
                  <a:cubicBezTo>
                    <a:pt x="11498" y="4092"/>
                    <a:pt x="11424" y="3944"/>
                    <a:pt x="11276" y="3907"/>
                  </a:cubicBezTo>
                  <a:lnTo>
                    <a:pt x="703" y="25"/>
                  </a:lnTo>
                  <a:cubicBezTo>
                    <a:pt x="672" y="10"/>
                    <a:pt x="635" y="1"/>
                    <a:pt x="5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4708;p64">
              <a:extLst>
                <a:ext uri="{FF2B5EF4-FFF2-40B4-BE49-F238E27FC236}">
                  <a16:creationId xmlns:a16="http://schemas.microsoft.com/office/drawing/2014/main" xmlns="" id="{1EBDDE73-C4CC-D454-2096-FD4BD7A64BFD}"/>
                </a:ext>
              </a:extLst>
            </p:cNvPr>
            <p:cNvSpPr/>
            <p:nvPr/>
          </p:nvSpPr>
          <p:spPr>
            <a:xfrm>
              <a:off x="3397300" y="3850150"/>
              <a:ext cx="427050" cy="427050"/>
            </a:xfrm>
            <a:custGeom>
              <a:avLst/>
              <a:gdLst/>
              <a:ahLst/>
              <a:cxnLst/>
              <a:rect l="l" t="t" r="r" b="b"/>
              <a:pathLst>
                <a:path w="17082" h="17082" extrusionOk="0">
                  <a:moveTo>
                    <a:pt x="8541" y="1"/>
                  </a:moveTo>
                  <a:cubicBezTo>
                    <a:pt x="3846" y="1"/>
                    <a:pt x="1" y="3809"/>
                    <a:pt x="1" y="8541"/>
                  </a:cubicBezTo>
                  <a:cubicBezTo>
                    <a:pt x="1" y="13236"/>
                    <a:pt x="3846" y="17081"/>
                    <a:pt x="8541" y="17081"/>
                  </a:cubicBezTo>
                  <a:cubicBezTo>
                    <a:pt x="13273" y="17081"/>
                    <a:pt x="17081" y="13236"/>
                    <a:pt x="17081" y="8541"/>
                  </a:cubicBezTo>
                  <a:cubicBezTo>
                    <a:pt x="17081" y="3809"/>
                    <a:pt x="13273" y="1"/>
                    <a:pt x="85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4709;p64">
              <a:extLst>
                <a:ext uri="{FF2B5EF4-FFF2-40B4-BE49-F238E27FC236}">
                  <a16:creationId xmlns:a16="http://schemas.microsoft.com/office/drawing/2014/main" xmlns="" id="{268D980A-20C7-696F-B5A7-C86184B01A44}"/>
                </a:ext>
              </a:extLst>
            </p:cNvPr>
            <p:cNvSpPr/>
            <p:nvPr/>
          </p:nvSpPr>
          <p:spPr>
            <a:xfrm>
              <a:off x="3389900" y="3841825"/>
              <a:ext cx="442750" cy="442750"/>
            </a:xfrm>
            <a:custGeom>
              <a:avLst/>
              <a:gdLst/>
              <a:ahLst/>
              <a:cxnLst/>
              <a:rect l="l" t="t" r="r" b="b"/>
              <a:pathLst>
                <a:path w="17710" h="17710" extrusionOk="0">
                  <a:moveTo>
                    <a:pt x="8837" y="629"/>
                  </a:moveTo>
                  <a:cubicBezTo>
                    <a:pt x="11129" y="629"/>
                    <a:pt x="13199" y="1554"/>
                    <a:pt x="14678" y="3032"/>
                  </a:cubicBezTo>
                  <a:cubicBezTo>
                    <a:pt x="16157" y="4548"/>
                    <a:pt x="17081" y="6582"/>
                    <a:pt x="17081" y="8874"/>
                  </a:cubicBezTo>
                  <a:cubicBezTo>
                    <a:pt x="17081" y="11129"/>
                    <a:pt x="16157" y="13199"/>
                    <a:pt x="14678" y="14678"/>
                  </a:cubicBezTo>
                  <a:cubicBezTo>
                    <a:pt x="13199" y="16194"/>
                    <a:pt x="11129" y="17081"/>
                    <a:pt x="8837" y="17081"/>
                  </a:cubicBezTo>
                  <a:cubicBezTo>
                    <a:pt x="6582" y="17081"/>
                    <a:pt x="4511" y="16194"/>
                    <a:pt x="3032" y="14678"/>
                  </a:cubicBezTo>
                  <a:cubicBezTo>
                    <a:pt x="1554" y="13199"/>
                    <a:pt x="629" y="11129"/>
                    <a:pt x="629" y="8874"/>
                  </a:cubicBezTo>
                  <a:cubicBezTo>
                    <a:pt x="629" y="6582"/>
                    <a:pt x="1554" y="4548"/>
                    <a:pt x="3032" y="3032"/>
                  </a:cubicBezTo>
                  <a:cubicBezTo>
                    <a:pt x="4511" y="1554"/>
                    <a:pt x="6582" y="629"/>
                    <a:pt x="8837" y="629"/>
                  </a:cubicBezTo>
                  <a:close/>
                  <a:moveTo>
                    <a:pt x="8837" y="1"/>
                  </a:moveTo>
                  <a:cubicBezTo>
                    <a:pt x="3957" y="1"/>
                    <a:pt x="1" y="3994"/>
                    <a:pt x="1" y="8874"/>
                  </a:cubicBezTo>
                  <a:cubicBezTo>
                    <a:pt x="1" y="13754"/>
                    <a:pt x="3957" y="17710"/>
                    <a:pt x="8837" y="17710"/>
                  </a:cubicBezTo>
                  <a:cubicBezTo>
                    <a:pt x="13754" y="17710"/>
                    <a:pt x="17710" y="13754"/>
                    <a:pt x="17710" y="8874"/>
                  </a:cubicBezTo>
                  <a:cubicBezTo>
                    <a:pt x="17710" y="3994"/>
                    <a:pt x="13754" y="1"/>
                    <a:pt x="88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4710;p64">
              <a:extLst>
                <a:ext uri="{FF2B5EF4-FFF2-40B4-BE49-F238E27FC236}">
                  <a16:creationId xmlns:a16="http://schemas.microsoft.com/office/drawing/2014/main" xmlns="" id="{41B1ACB6-3471-4E34-FC4C-322C3D5E4F4A}"/>
                </a:ext>
              </a:extLst>
            </p:cNvPr>
            <p:cNvSpPr/>
            <p:nvPr/>
          </p:nvSpPr>
          <p:spPr>
            <a:xfrm>
              <a:off x="4143175" y="5005475"/>
              <a:ext cx="265300" cy="191150"/>
            </a:xfrm>
            <a:custGeom>
              <a:avLst/>
              <a:gdLst/>
              <a:ahLst/>
              <a:cxnLst/>
              <a:rect l="l" t="t" r="r" b="b"/>
              <a:pathLst>
                <a:path w="10612" h="7646" extrusionOk="0">
                  <a:moveTo>
                    <a:pt x="4733" y="1"/>
                  </a:moveTo>
                  <a:lnTo>
                    <a:pt x="1" y="999"/>
                  </a:lnTo>
                  <a:lnTo>
                    <a:pt x="1" y="7580"/>
                  </a:lnTo>
                  <a:cubicBezTo>
                    <a:pt x="1" y="7580"/>
                    <a:pt x="3369" y="7646"/>
                    <a:pt x="6064" y="7646"/>
                  </a:cubicBezTo>
                  <a:cubicBezTo>
                    <a:pt x="7411" y="7646"/>
                    <a:pt x="8590" y="7629"/>
                    <a:pt x="9096" y="7580"/>
                  </a:cubicBezTo>
                  <a:cubicBezTo>
                    <a:pt x="10611" y="7395"/>
                    <a:pt x="9761" y="6397"/>
                    <a:pt x="9761" y="6397"/>
                  </a:cubicBezTo>
                  <a:lnTo>
                    <a:pt x="473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4711;p64">
              <a:extLst>
                <a:ext uri="{FF2B5EF4-FFF2-40B4-BE49-F238E27FC236}">
                  <a16:creationId xmlns:a16="http://schemas.microsoft.com/office/drawing/2014/main" xmlns="" id="{25B4B609-7C38-0EEF-BDE0-EF1F109E9E88}"/>
                </a:ext>
              </a:extLst>
            </p:cNvPr>
            <p:cNvSpPr/>
            <p:nvPr/>
          </p:nvSpPr>
          <p:spPr>
            <a:xfrm>
              <a:off x="4135800" y="4997850"/>
              <a:ext cx="265275" cy="206375"/>
            </a:xfrm>
            <a:custGeom>
              <a:avLst/>
              <a:gdLst/>
              <a:ahLst/>
              <a:cxnLst/>
              <a:rect l="l" t="t" r="r" b="b"/>
              <a:pathLst>
                <a:path w="10611" h="8255" extrusionOk="0">
                  <a:moveTo>
                    <a:pt x="4887" y="640"/>
                  </a:moveTo>
                  <a:lnTo>
                    <a:pt x="9797" y="6887"/>
                  </a:lnTo>
                  <a:lnTo>
                    <a:pt x="9834" y="6887"/>
                  </a:lnTo>
                  <a:cubicBezTo>
                    <a:pt x="9834" y="6887"/>
                    <a:pt x="9871" y="6961"/>
                    <a:pt x="9908" y="7035"/>
                  </a:cubicBezTo>
                  <a:cubicBezTo>
                    <a:pt x="9945" y="7109"/>
                    <a:pt x="9982" y="7219"/>
                    <a:pt x="9982" y="7256"/>
                  </a:cubicBezTo>
                  <a:cubicBezTo>
                    <a:pt x="9982" y="7330"/>
                    <a:pt x="9982" y="7330"/>
                    <a:pt x="9908" y="7404"/>
                  </a:cubicBezTo>
                  <a:cubicBezTo>
                    <a:pt x="9834" y="7441"/>
                    <a:pt x="9686" y="7552"/>
                    <a:pt x="9354" y="7589"/>
                  </a:cubicBezTo>
                  <a:cubicBezTo>
                    <a:pt x="8873" y="7626"/>
                    <a:pt x="7690" y="7663"/>
                    <a:pt x="6359" y="7663"/>
                  </a:cubicBezTo>
                  <a:cubicBezTo>
                    <a:pt x="5028" y="7663"/>
                    <a:pt x="3512" y="7626"/>
                    <a:pt x="2329" y="7626"/>
                  </a:cubicBezTo>
                  <a:cubicBezTo>
                    <a:pt x="1564" y="7602"/>
                    <a:pt x="938" y="7578"/>
                    <a:pt x="592" y="7564"/>
                  </a:cubicBezTo>
                  <a:lnTo>
                    <a:pt x="592" y="7564"/>
                  </a:lnTo>
                  <a:lnTo>
                    <a:pt x="592" y="1563"/>
                  </a:lnTo>
                  <a:lnTo>
                    <a:pt x="4887" y="640"/>
                  </a:lnTo>
                  <a:close/>
                  <a:moveTo>
                    <a:pt x="5015" y="0"/>
                  </a:moveTo>
                  <a:cubicBezTo>
                    <a:pt x="4995" y="0"/>
                    <a:pt x="4975" y="3"/>
                    <a:pt x="4954" y="10"/>
                  </a:cubicBezTo>
                  <a:lnTo>
                    <a:pt x="222" y="1008"/>
                  </a:lnTo>
                  <a:cubicBezTo>
                    <a:pt x="111" y="1045"/>
                    <a:pt x="0" y="1193"/>
                    <a:pt x="0" y="1304"/>
                  </a:cubicBezTo>
                  <a:lnTo>
                    <a:pt x="0" y="7885"/>
                  </a:lnTo>
                  <a:cubicBezTo>
                    <a:pt x="0" y="8033"/>
                    <a:pt x="111" y="8181"/>
                    <a:pt x="296" y="8181"/>
                  </a:cubicBezTo>
                  <a:cubicBezTo>
                    <a:pt x="296" y="8181"/>
                    <a:pt x="3660" y="8255"/>
                    <a:pt x="6359" y="8255"/>
                  </a:cubicBezTo>
                  <a:cubicBezTo>
                    <a:pt x="7690" y="8255"/>
                    <a:pt x="8873" y="8255"/>
                    <a:pt x="9428" y="8181"/>
                  </a:cubicBezTo>
                  <a:cubicBezTo>
                    <a:pt x="9797" y="8144"/>
                    <a:pt x="10093" y="8033"/>
                    <a:pt x="10278" y="7885"/>
                  </a:cubicBezTo>
                  <a:cubicBezTo>
                    <a:pt x="10500" y="7737"/>
                    <a:pt x="10611" y="7478"/>
                    <a:pt x="10611" y="7256"/>
                  </a:cubicBezTo>
                  <a:cubicBezTo>
                    <a:pt x="10611" y="7035"/>
                    <a:pt x="10500" y="6850"/>
                    <a:pt x="10426" y="6739"/>
                  </a:cubicBezTo>
                  <a:cubicBezTo>
                    <a:pt x="10352" y="6591"/>
                    <a:pt x="10315" y="6517"/>
                    <a:pt x="10278" y="6517"/>
                  </a:cubicBezTo>
                  <a:lnTo>
                    <a:pt x="5250" y="121"/>
                  </a:lnTo>
                  <a:cubicBezTo>
                    <a:pt x="5190" y="61"/>
                    <a:pt x="5105" y="0"/>
                    <a:pt x="50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4712;p64">
              <a:extLst>
                <a:ext uri="{FF2B5EF4-FFF2-40B4-BE49-F238E27FC236}">
                  <a16:creationId xmlns:a16="http://schemas.microsoft.com/office/drawing/2014/main" xmlns="" id="{165C8418-035A-47ED-5F22-E8383B7E8B61}"/>
                </a:ext>
              </a:extLst>
            </p:cNvPr>
            <p:cNvSpPr/>
            <p:nvPr/>
          </p:nvSpPr>
          <p:spPr>
            <a:xfrm>
              <a:off x="4008250" y="4063650"/>
              <a:ext cx="271750" cy="1028750"/>
            </a:xfrm>
            <a:custGeom>
              <a:avLst/>
              <a:gdLst/>
              <a:ahLst/>
              <a:cxnLst/>
              <a:rect l="l" t="t" r="r" b="b"/>
              <a:pathLst>
                <a:path w="10870" h="41150" extrusionOk="0">
                  <a:moveTo>
                    <a:pt x="10574" y="1"/>
                  </a:moveTo>
                  <a:lnTo>
                    <a:pt x="0" y="3883"/>
                  </a:lnTo>
                  <a:lnTo>
                    <a:pt x="5657" y="39559"/>
                  </a:lnTo>
                  <a:cubicBezTo>
                    <a:pt x="5805" y="40484"/>
                    <a:pt x="6581" y="41149"/>
                    <a:pt x="7505" y="41149"/>
                  </a:cubicBezTo>
                  <a:lnTo>
                    <a:pt x="8984" y="41149"/>
                  </a:lnTo>
                  <a:cubicBezTo>
                    <a:pt x="10019" y="41149"/>
                    <a:pt x="10870" y="40299"/>
                    <a:pt x="10870" y="39264"/>
                  </a:cubicBezTo>
                  <a:lnTo>
                    <a:pt x="105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4713;p64">
              <a:extLst>
                <a:ext uri="{FF2B5EF4-FFF2-40B4-BE49-F238E27FC236}">
                  <a16:creationId xmlns:a16="http://schemas.microsoft.com/office/drawing/2014/main" xmlns="" id="{BF26ADF7-4440-CEF2-9A39-49472863FA0A}"/>
                </a:ext>
              </a:extLst>
            </p:cNvPr>
            <p:cNvSpPr/>
            <p:nvPr/>
          </p:nvSpPr>
          <p:spPr>
            <a:xfrm>
              <a:off x="3999925" y="4055650"/>
              <a:ext cx="287475" cy="1044125"/>
            </a:xfrm>
            <a:custGeom>
              <a:avLst/>
              <a:gdLst/>
              <a:ahLst/>
              <a:cxnLst/>
              <a:rect l="l" t="t" r="r" b="b"/>
              <a:pathLst>
                <a:path w="11499" h="41765" extrusionOk="0">
                  <a:moveTo>
                    <a:pt x="10577" y="764"/>
                  </a:moveTo>
                  <a:lnTo>
                    <a:pt x="10870" y="39584"/>
                  </a:lnTo>
                  <a:cubicBezTo>
                    <a:pt x="10870" y="40471"/>
                    <a:pt x="10167" y="41173"/>
                    <a:pt x="9317" y="41173"/>
                  </a:cubicBezTo>
                  <a:lnTo>
                    <a:pt x="7838" y="41173"/>
                  </a:lnTo>
                  <a:cubicBezTo>
                    <a:pt x="7062" y="41173"/>
                    <a:pt x="6396" y="40619"/>
                    <a:pt x="6285" y="39842"/>
                  </a:cubicBezTo>
                  <a:lnTo>
                    <a:pt x="666" y="4388"/>
                  </a:lnTo>
                  <a:lnTo>
                    <a:pt x="10577" y="764"/>
                  </a:lnTo>
                  <a:close/>
                  <a:moveTo>
                    <a:pt x="10902" y="1"/>
                  </a:moveTo>
                  <a:cubicBezTo>
                    <a:pt x="10863" y="1"/>
                    <a:pt x="10827" y="10"/>
                    <a:pt x="10796" y="25"/>
                  </a:cubicBezTo>
                  <a:lnTo>
                    <a:pt x="222" y="3907"/>
                  </a:lnTo>
                  <a:cubicBezTo>
                    <a:pt x="74" y="3944"/>
                    <a:pt x="0" y="4092"/>
                    <a:pt x="37" y="4240"/>
                  </a:cubicBezTo>
                  <a:lnTo>
                    <a:pt x="5657" y="39953"/>
                  </a:lnTo>
                  <a:cubicBezTo>
                    <a:pt x="5842" y="40989"/>
                    <a:pt x="6766" y="41765"/>
                    <a:pt x="7838" y="41765"/>
                  </a:cubicBezTo>
                  <a:lnTo>
                    <a:pt x="9317" y="41765"/>
                  </a:lnTo>
                  <a:cubicBezTo>
                    <a:pt x="10500" y="41765"/>
                    <a:pt x="11498" y="40804"/>
                    <a:pt x="11498" y="39584"/>
                  </a:cubicBezTo>
                  <a:lnTo>
                    <a:pt x="11203" y="321"/>
                  </a:lnTo>
                  <a:cubicBezTo>
                    <a:pt x="11203" y="210"/>
                    <a:pt x="11129" y="99"/>
                    <a:pt x="11055" y="62"/>
                  </a:cubicBezTo>
                  <a:cubicBezTo>
                    <a:pt x="11011" y="19"/>
                    <a:pt x="10955" y="1"/>
                    <a:pt x="10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4714;p64">
              <a:extLst>
                <a:ext uri="{FF2B5EF4-FFF2-40B4-BE49-F238E27FC236}">
                  <a16:creationId xmlns:a16="http://schemas.microsoft.com/office/drawing/2014/main" xmlns="" id="{8488BC9E-4380-2C27-2718-E3D0FDFEA43C}"/>
                </a:ext>
              </a:extLst>
            </p:cNvPr>
            <p:cNvSpPr/>
            <p:nvPr/>
          </p:nvSpPr>
          <p:spPr>
            <a:xfrm>
              <a:off x="3844650" y="3850150"/>
              <a:ext cx="427950" cy="427050"/>
            </a:xfrm>
            <a:custGeom>
              <a:avLst/>
              <a:gdLst/>
              <a:ahLst/>
              <a:cxnLst/>
              <a:rect l="l" t="t" r="r" b="b"/>
              <a:pathLst>
                <a:path w="17118" h="17082" extrusionOk="0">
                  <a:moveTo>
                    <a:pt x="8541" y="1"/>
                  </a:moveTo>
                  <a:cubicBezTo>
                    <a:pt x="3845" y="1"/>
                    <a:pt x="0" y="3809"/>
                    <a:pt x="0" y="8541"/>
                  </a:cubicBezTo>
                  <a:cubicBezTo>
                    <a:pt x="0" y="13236"/>
                    <a:pt x="3845" y="17081"/>
                    <a:pt x="8541" y="17081"/>
                  </a:cubicBezTo>
                  <a:cubicBezTo>
                    <a:pt x="13273" y="17081"/>
                    <a:pt x="17118" y="13236"/>
                    <a:pt x="17118" y="8541"/>
                  </a:cubicBezTo>
                  <a:cubicBezTo>
                    <a:pt x="17118" y="3809"/>
                    <a:pt x="13273" y="1"/>
                    <a:pt x="85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4715;p64">
              <a:extLst>
                <a:ext uri="{FF2B5EF4-FFF2-40B4-BE49-F238E27FC236}">
                  <a16:creationId xmlns:a16="http://schemas.microsoft.com/office/drawing/2014/main" xmlns="" id="{FA5C1BAC-103E-8260-9365-7D4DA2FA19CF}"/>
                </a:ext>
              </a:extLst>
            </p:cNvPr>
            <p:cNvSpPr/>
            <p:nvPr/>
          </p:nvSpPr>
          <p:spPr>
            <a:xfrm>
              <a:off x="3837250" y="3841825"/>
              <a:ext cx="442750" cy="442750"/>
            </a:xfrm>
            <a:custGeom>
              <a:avLst/>
              <a:gdLst/>
              <a:ahLst/>
              <a:cxnLst/>
              <a:rect l="l" t="t" r="r" b="b"/>
              <a:pathLst>
                <a:path w="17710" h="17710" extrusionOk="0">
                  <a:moveTo>
                    <a:pt x="8837" y="629"/>
                  </a:moveTo>
                  <a:cubicBezTo>
                    <a:pt x="11129" y="629"/>
                    <a:pt x="13199" y="1554"/>
                    <a:pt x="14678" y="3032"/>
                  </a:cubicBezTo>
                  <a:cubicBezTo>
                    <a:pt x="16157" y="4548"/>
                    <a:pt x="17081" y="6582"/>
                    <a:pt x="17081" y="8874"/>
                  </a:cubicBezTo>
                  <a:cubicBezTo>
                    <a:pt x="17081" y="11129"/>
                    <a:pt x="16157" y="13199"/>
                    <a:pt x="14678" y="14678"/>
                  </a:cubicBezTo>
                  <a:cubicBezTo>
                    <a:pt x="13199" y="16194"/>
                    <a:pt x="11129" y="17081"/>
                    <a:pt x="8837" y="17081"/>
                  </a:cubicBezTo>
                  <a:cubicBezTo>
                    <a:pt x="6581" y="17081"/>
                    <a:pt x="4511" y="16194"/>
                    <a:pt x="3032" y="14678"/>
                  </a:cubicBezTo>
                  <a:cubicBezTo>
                    <a:pt x="1553" y="13199"/>
                    <a:pt x="629" y="11129"/>
                    <a:pt x="629" y="8874"/>
                  </a:cubicBezTo>
                  <a:cubicBezTo>
                    <a:pt x="629" y="6582"/>
                    <a:pt x="1553" y="4548"/>
                    <a:pt x="3032" y="3032"/>
                  </a:cubicBezTo>
                  <a:cubicBezTo>
                    <a:pt x="4511" y="1554"/>
                    <a:pt x="6581" y="629"/>
                    <a:pt x="8837" y="629"/>
                  </a:cubicBezTo>
                  <a:close/>
                  <a:moveTo>
                    <a:pt x="8837" y="1"/>
                  </a:moveTo>
                  <a:cubicBezTo>
                    <a:pt x="3956" y="1"/>
                    <a:pt x="1" y="3994"/>
                    <a:pt x="1" y="8874"/>
                  </a:cubicBezTo>
                  <a:cubicBezTo>
                    <a:pt x="1" y="13754"/>
                    <a:pt x="3956" y="17710"/>
                    <a:pt x="8837" y="17710"/>
                  </a:cubicBezTo>
                  <a:cubicBezTo>
                    <a:pt x="13754" y="17710"/>
                    <a:pt x="17710" y="13754"/>
                    <a:pt x="17710" y="8874"/>
                  </a:cubicBezTo>
                  <a:cubicBezTo>
                    <a:pt x="17710" y="3994"/>
                    <a:pt x="13754" y="1"/>
                    <a:pt x="88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4716;p64">
              <a:extLst>
                <a:ext uri="{FF2B5EF4-FFF2-40B4-BE49-F238E27FC236}">
                  <a16:creationId xmlns:a16="http://schemas.microsoft.com/office/drawing/2014/main" xmlns="" id="{AF4822FB-E71B-3F3F-C20D-585A143BA03C}"/>
                </a:ext>
              </a:extLst>
            </p:cNvPr>
            <p:cNvSpPr/>
            <p:nvPr/>
          </p:nvSpPr>
          <p:spPr>
            <a:xfrm>
              <a:off x="3685675" y="2397200"/>
              <a:ext cx="332750" cy="450150"/>
            </a:xfrm>
            <a:custGeom>
              <a:avLst/>
              <a:gdLst/>
              <a:ahLst/>
              <a:cxnLst/>
              <a:rect l="l" t="t" r="r" b="b"/>
              <a:pathLst>
                <a:path w="13310" h="18006" extrusionOk="0">
                  <a:moveTo>
                    <a:pt x="6433" y="1"/>
                  </a:moveTo>
                  <a:cubicBezTo>
                    <a:pt x="5657" y="1"/>
                    <a:pt x="4881" y="112"/>
                    <a:pt x="4252" y="333"/>
                  </a:cubicBezTo>
                  <a:cubicBezTo>
                    <a:pt x="0" y="2034"/>
                    <a:pt x="1442" y="9280"/>
                    <a:pt x="2034" y="12755"/>
                  </a:cubicBezTo>
                  <a:cubicBezTo>
                    <a:pt x="2516" y="15718"/>
                    <a:pt x="5405" y="18006"/>
                    <a:pt x="8369" y="18006"/>
                  </a:cubicBezTo>
                  <a:cubicBezTo>
                    <a:pt x="8586" y="18006"/>
                    <a:pt x="8804" y="17994"/>
                    <a:pt x="9021" y="17968"/>
                  </a:cubicBezTo>
                  <a:cubicBezTo>
                    <a:pt x="13125" y="17525"/>
                    <a:pt x="13310" y="12534"/>
                    <a:pt x="13162" y="9391"/>
                  </a:cubicBezTo>
                  <a:cubicBezTo>
                    <a:pt x="12903" y="4770"/>
                    <a:pt x="12090" y="38"/>
                    <a:pt x="64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4717;p64">
              <a:extLst>
                <a:ext uri="{FF2B5EF4-FFF2-40B4-BE49-F238E27FC236}">
                  <a16:creationId xmlns:a16="http://schemas.microsoft.com/office/drawing/2014/main" xmlns="" id="{D2F87CD9-210D-351D-CFE6-222F0DB7D3B0}"/>
                </a:ext>
              </a:extLst>
            </p:cNvPr>
            <p:cNvSpPr/>
            <p:nvPr/>
          </p:nvSpPr>
          <p:spPr>
            <a:xfrm>
              <a:off x="3710625" y="2388875"/>
              <a:ext cx="312425" cy="466800"/>
            </a:xfrm>
            <a:custGeom>
              <a:avLst/>
              <a:gdLst/>
              <a:ahLst/>
              <a:cxnLst/>
              <a:rect l="l" t="t" r="r" b="b"/>
              <a:pathLst>
                <a:path w="12497" h="18672" extrusionOk="0">
                  <a:moveTo>
                    <a:pt x="5435" y="629"/>
                  </a:moveTo>
                  <a:cubicBezTo>
                    <a:pt x="6803" y="629"/>
                    <a:pt x="7838" y="925"/>
                    <a:pt x="8689" y="1406"/>
                  </a:cubicBezTo>
                  <a:cubicBezTo>
                    <a:pt x="9909" y="2145"/>
                    <a:pt x="10648" y="3365"/>
                    <a:pt x="11092" y="4807"/>
                  </a:cubicBezTo>
                  <a:cubicBezTo>
                    <a:pt x="11572" y="6286"/>
                    <a:pt x="11757" y="8023"/>
                    <a:pt x="11831" y="9761"/>
                  </a:cubicBezTo>
                  <a:cubicBezTo>
                    <a:pt x="11868" y="10168"/>
                    <a:pt x="11868" y="10648"/>
                    <a:pt x="11868" y="11129"/>
                  </a:cubicBezTo>
                  <a:cubicBezTo>
                    <a:pt x="11868" y="12645"/>
                    <a:pt x="11720" y="14309"/>
                    <a:pt x="11129" y="15602"/>
                  </a:cubicBezTo>
                  <a:cubicBezTo>
                    <a:pt x="10870" y="16231"/>
                    <a:pt x="10463" y="16786"/>
                    <a:pt x="9983" y="17229"/>
                  </a:cubicBezTo>
                  <a:cubicBezTo>
                    <a:pt x="9465" y="17636"/>
                    <a:pt x="8837" y="17932"/>
                    <a:pt x="8023" y="18006"/>
                  </a:cubicBezTo>
                  <a:cubicBezTo>
                    <a:pt x="7801" y="18043"/>
                    <a:pt x="7617" y="18043"/>
                    <a:pt x="7395" y="18043"/>
                  </a:cubicBezTo>
                  <a:cubicBezTo>
                    <a:pt x="5990" y="18043"/>
                    <a:pt x="4585" y="17488"/>
                    <a:pt x="3476" y="16601"/>
                  </a:cubicBezTo>
                  <a:cubicBezTo>
                    <a:pt x="2367" y="15676"/>
                    <a:pt x="1553" y="14419"/>
                    <a:pt x="1332" y="13052"/>
                  </a:cubicBezTo>
                  <a:cubicBezTo>
                    <a:pt x="1073" y="11462"/>
                    <a:pt x="629" y="9059"/>
                    <a:pt x="629" y="6840"/>
                  </a:cubicBezTo>
                  <a:cubicBezTo>
                    <a:pt x="629" y="5509"/>
                    <a:pt x="777" y="4216"/>
                    <a:pt x="1221" y="3217"/>
                  </a:cubicBezTo>
                  <a:cubicBezTo>
                    <a:pt x="1627" y="2182"/>
                    <a:pt x="2293" y="1406"/>
                    <a:pt x="3365" y="962"/>
                  </a:cubicBezTo>
                  <a:cubicBezTo>
                    <a:pt x="3957" y="740"/>
                    <a:pt x="4659" y="629"/>
                    <a:pt x="5398" y="629"/>
                  </a:cubicBezTo>
                  <a:close/>
                  <a:moveTo>
                    <a:pt x="5398" y="1"/>
                  </a:moveTo>
                  <a:cubicBezTo>
                    <a:pt x="4585" y="1"/>
                    <a:pt x="3809" y="149"/>
                    <a:pt x="3143" y="408"/>
                  </a:cubicBezTo>
                  <a:cubicBezTo>
                    <a:pt x="1886" y="888"/>
                    <a:pt x="1110" y="1812"/>
                    <a:pt x="629" y="2959"/>
                  </a:cubicBezTo>
                  <a:cubicBezTo>
                    <a:pt x="149" y="4105"/>
                    <a:pt x="1" y="5473"/>
                    <a:pt x="1" y="6840"/>
                  </a:cubicBezTo>
                  <a:cubicBezTo>
                    <a:pt x="1" y="9133"/>
                    <a:pt x="481" y="11573"/>
                    <a:pt x="740" y="13162"/>
                  </a:cubicBezTo>
                  <a:cubicBezTo>
                    <a:pt x="999" y="14715"/>
                    <a:pt x="1886" y="16083"/>
                    <a:pt x="3069" y="17081"/>
                  </a:cubicBezTo>
                  <a:cubicBezTo>
                    <a:pt x="4289" y="18043"/>
                    <a:pt x="5842" y="18671"/>
                    <a:pt x="7395" y="18671"/>
                  </a:cubicBezTo>
                  <a:cubicBezTo>
                    <a:pt x="7617" y="18671"/>
                    <a:pt x="7838" y="18634"/>
                    <a:pt x="8060" y="18634"/>
                  </a:cubicBezTo>
                  <a:cubicBezTo>
                    <a:pt x="9021" y="18523"/>
                    <a:pt x="9761" y="18190"/>
                    <a:pt x="10352" y="17673"/>
                  </a:cubicBezTo>
                  <a:cubicBezTo>
                    <a:pt x="11277" y="16970"/>
                    <a:pt x="11794" y="15861"/>
                    <a:pt x="12090" y="14715"/>
                  </a:cubicBezTo>
                  <a:cubicBezTo>
                    <a:pt x="12423" y="13569"/>
                    <a:pt x="12497" y="12312"/>
                    <a:pt x="12497" y="11129"/>
                  </a:cubicBezTo>
                  <a:cubicBezTo>
                    <a:pt x="12497" y="10648"/>
                    <a:pt x="12497" y="10168"/>
                    <a:pt x="12460" y="9724"/>
                  </a:cubicBezTo>
                  <a:cubicBezTo>
                    <a:pt x="12312" y="7395"/>
                    <a:pt x="12053" y="4992"/>
                    <a:pt x="11092" y="3143"/>
                  </a:cubicBezTo>
                  <a:cubicBezTo>
                    <a:pt x="10611" y="2219"/>
                    <a:pt x="9909" y="1443"/>
                    <a:pt x="8985" y="888"/>
                  </a:cubicBezTo>
                  <a:cubicBezTo>
                    <a:pt x="8060" y="334"/>
                    <a:pt x="6877" y="38"/>
                    <a:pt x="5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4718;p64">
              <a:extLst>
                <a:ext uri="{FF2B5EF4-FFF2-40B4-BE49-F238E27FC236}">
                  <a16:creationId xmlns:a16="http://schemas.microsoft.com/office/drawing/2014/main" xmlns="" id="{39C41751-1032-FBA2-C9D7-D5EAC16DDF49}"/>
                </a:ext>
              </a:extLst>
            </p:cNvPr>
            <p:cNvSpPr/>
            <p:nvPr/>
          </p:nvSpPr>
          <p:spPr>
            <a:xfrm>
              <a:off x="3762400" y="2725350"/>
              <a:ext cx="136800" cy="153425"/>
            </a:xfrm>
            <a:custGeom>
              <a:avLst/>
              <a:gdLst/>
              <a:ahLst/>
              <a:cxnLst/>
              <a:rect l="l" t="t" r="r" b="b"/>
              <a:pathLst>
                <a:path w="5472" h="6137" extrusionOk="0">
                  <a:moveTo>
                    <a:pt x="1639" y="0"/>
                  </a:moveTo>
                  <a:cubicBezTo>
                    <a:pt x="994" y="0"/>
                    <a:pt x="403" y="187"/>
                    <a:pt x="0" y="702"/>
                  </a:cubicBezTo>
                  <a:lnTo>
                    <a:pt x="444" y="5730"/>
                  </a:lnTo>
                  <a:lnTo>
                    <a:pt x="5250" y="6136"/>
                  </a:lnTo>
                  <a:lnTo>
                    <a:pt x="5472" y="1330"/>
                  </a:lnTo>
                  <a:cubicBezTo>
                    <a:pt x="5472" y="1330"/>
                    <a:pt x="3360" y="0"/>
                    <a:pt x="1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4719;p64">
              <a:extLst>
                <a:ext uri="{FF2B5EF4-FFF2-40B4-BE49-F238E27FC236}">
                  <a16:creationId xmlns:a16="http://schemas.microsoft.com/office/drawing/2014/main" xmlns="" id="{2B07BF37-C01C-F733-6024-F9EB10F14C37}"/>
                </a:ext>
              </a:extLst>
            </p:cNvPr>
            <p:cNvSpPr/>
            <p:nvPr/>
          </p:nvSpPr>
          <p:spPr>
            <a:xfrm>
              <a:off x="3755000" y="2717000"/>
              <a:ext cx="151600" cy="169525"/>
            </a:xfrm>
            <a:custGeom>
              <a:avLst/>
              <a:gdLst/>
              <a:ahLst/>
              <a:cxnLst/>
              <a:rect l="l" t="t" r="r" b="b"/>
              <a:pathLst>
                <a:path w="6064" h="6781" extrusionOk="0">
                  <a:moveTo>
                    <a:pt x="1923" y="629"/>
                  </a:moveTo>
                  <a:cubicBezTo>
                    <a:pt x="2699" y="629"/>
                    <a:pt x="3660" y="925"/>
                    <a:pt x="4363" y="1257"/>
                  </a:cubicBezTo>
                  <a:cubicBezTo>
                    <a:pt x="4732" y="1442"/>
                    <a:pt x="5028" y="1590"/>
                    <a:pt x="5250" y="1701"/>
                  </a:cubicBezTo>
                  <a:cubicBezTo>
                    <a:pt x="5321" y="1749"/>
                    <a:pt x="5377" y="1781"/>
                    <a:pt x="5428" y="1807"/>
                  </a:cubicBezTo>
                  <a:lnTo>
                    <a:pt x="5428" y="1807"/>
                  </a:lnTo>
                  <a:lnTo>
                    <a:pt x="5250" y="6138"/>
                  </a:lnTo>
                  <a:lnTo>
                    <a:pt x="998" y="5768"/>
                  </a:lnTo>
                  <a:lnTo>
                    <a:pt x="638" y="1112"/>
                  </a:lnTo>
                  <a:lnTo>
                    <a:pt x="638" y="1112"/>
                  </a:lnTo>
                  <a:cubicBezTo>
                    <a:pt x="779" y="950"/>
                    <a:pt x="963" y="838"/>
                    <a:pt x="1146" y="777"/>
                  </a:cubicBezTo>
                  <a:cubicBezTo>
                    <a:pt x="1368" y="666"/>
                    <a:pt x="1664" y="629"/>
                    <a:pt x="1923" y="629"/>
                  </a:cubicBezTo>
                  <a:close/>
                  <a:moveTo>
                    <a:pt x="1923" y="0"/>
                  </a:moveTo>
                  <a:cubicBezTo>
                    <a:pt x="1590" y="0"/>
                    <a:pt x="1257" y="74"/>
                    <a:pt x="925" y="185"/>
                  </a:cubicBezTo>
                  <a:cubicBezTo>
                    <a:pt x="592" y="333"/>
                    <a:pt x="296" y="518"/>
                    <a:pt x="74" y="814"/>
                  </a:cubicBezTo>
                  <a:cubicBezTo>
                    <a:pt x="0" y="888"/>
                    <a:pt x="0" y="962"/>
                    <a:pt x="0" y="1036"/>
                  </a:cubicBezTo>
                  <a:lnTo>
                    <a:pt x="407" y="6064"/>
                  </a:lnTo>
                  <a:cubicBezTo>
                    <a:pt x="444" y="6212"/>
                    <a:pt x="555" y="6359"/>
                    <a:pt x="703" y="6359"/>
                  </a:cubicBezTo>
                  <a:lnTo>
                    <a:pt x="5509" y="6766"/>
                  </a:lnTo>
                  <a:cubicBezTo>
                    <a:pt x="5539" y="6776"/>
                    <a:pt x="5566" y="6781"/>
                    <a:pt x="5591" y="6781"/>
                  </a:cubicBezTo>
                  <a:cubicBezTo>
                    <a:pt x="5659" y="6781"/>
                    <a:pt x="5714" y="6746"/>
                    <a:pt x="5768" y="6692"/>
                  </a:cubicBezTo>
                  <a:cubicBezTo>
                    <a:pt x="5805" y="6655"/>
                    <a:pt x="5842" y="6581"/>
                    <a:pt x="5842" y="6470"/>
                  </a:cubicBezTo>
                  <a:lnTo>
                    <a:pt x="6063" y="1664"/>
                  </a:lnTo>
                  <a:cubicBezTo>
                    <a:pt x="6063" y="1553"/>
                    <a:pt x="6026" y="1442"/>
                    <a:pt x="5916" y="1405"/>
                  </a:cubicBezTo>
                  <a:cubicBezTo>
                    <a:pt x="5916" y="1368"/>
                    <a:pt x="5398" y="1036"/>
                    <a:pt x="4622" y="703"/>
                  </a:cubicBezTo>
                  <a:cubicBezTo>
                    <a:pt x="3845" y="370"/>
                    <a:pt x="2884" y="0"/>
                    <a:pt x="19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4720;p64">
              <a:extLst>
                <a:ext uri="{FF2B5EF4-FFF2-40B4-BE49-F238E27FC236}">
                  <a16:creationId xmlns:a16="http://schemas.microsoft.com/office/drawing/2014/main" xmlns="" id="{2E467B5A-22A3-7715-A821-A75B7C9F8895}"/>
                </a:ext>
              </a:extLst>
            </p:cNvPr>
            <p:cNvSpPr/>
            <p:nvPr/>
          </p:nvSpPr>
          <p:spPr>
            <a:xfrm>
              <a:off x="3642950" y="2338775"/>
              <a:ext cx="450350" cy="524625"/>
            </a:xfrm>
            <a:custGeom>
              <a:avLst/>
              <a:gdLst/>
              <a:ahLst/>
              <a:cxnLst/>
              <a:rect l="l" t="t" r="r" b="b"/>
              <a:pathLst>
                <a:path w="18014" h="20985" extrusionOk="0">
                  <a:moveTo>
                    <a:pt x="11262" y="9730"/>
                  </a:moveTo>
                  <a:cubicBezTo>
                    <a:pt x="11883" y="9730"/>
                    <a:pt x="12619" y="11617"/>
                    <a:pt x="12727" y="11913"/>
                  </a:cubicBezTo>
                  <a:cubicBezTo>
                    <a:pt x="12727" y="12911"/>
                    <a:pt x="12616" y="14538"/>
                    <a:pt x="12357" y="15092"/>
                  </a:cubicBezTo>
                  <a:cubicBezTo>
                    <a:pt x="12209" y="15351"/>
                    <a:pt x="11913" y="15647"/>
                    <a:pt x="11544" y="15906"/>
                  </a:cubicBezTo>
                  <a:cubicBezTo>
                    <a:pt x="12024" y="15277"/>
                    <a:pt x="12172" y="14760"/>
                    <a:pt x="11728" y="14686"/>
                  </a:cubicBezTo>
                  <a:cubicBezTo>
                    <a:pt x="10250" y="14464"/>
                    <a:pt x="10028" y="13429"/>
                    <a:pt x="10656" y="10693"/>
                  </a:cubicBezTo>
                  <a:cubicBezTo>
                    <a:pt x="10817" y="9991"/>
                    <a:pt x="11032" y="9730"/>
                    <a:pt x="11262" y="9730"/>
                  </a:cubicBezTo>
                  <a:close/>
                  <a:moveTo>
                    <a:pt x="6846" y="1"/>
                  </a:moveTo>
                  <a:cubicBezTo>
                    <a:pt x="3183" y="1"/>
                    <a:pt x="1" y="4529"/>
                    <a:pt x="1229" y="9658"/>
                  </a:cubicBezTo>
                  <a:cubicBezTo>
                    <a:pt x="1931" y="12652"/>
                    <a:pt x="3743" y="17348"/>
                    <a:pt x="7144" y="18272"/>
                  </a:cubicBezTo>
                  <a:cubicBezTo>
                    <a:pt x="7305" y="18314"/>
                    <a:pt x="7471" y="18333"/>
                    <a:pt x="7640" y="18333"/>
                  </a:cubicBezTo>
                  <a:cubicBezTo>
                    <a:pt x="8367" y="18333"/>
                    <a:pt x="9153" y="17975"/>
                    <a:pt x="9843" y="17496"/>
                  </a:cubicBezTo>
                  <a:lnTo>
                    <a:pt x="9843" y="17496"/>
                  </a:lnTo>
                  <a:cubicBezTo>
                    <a:pt x="9806" y="17606"/>
                    <a:pt x="9806" y="17717"/>
                    <a:pt x="9806" y="17828"/>
                  </a:cubicBezTo>
                  <a:cubicBezTo>
                    <a:pt x="10019" y="18643"/>
                    <a:pt x="9824" y="20985"/>
                    <a:pt x="11498" y="20985"/>
                  </a:cubicBezTo>
                  <a:cubicBezTo>
                    <a:pt x="11571" y="20985"/>
                    <a:pt x="11648" y="20980"/>
                    <a:pt x="11728" y="20971"/>
                  </a:cubicBezTo>
                  <a:cubicBezTo>
                    <a:pt x="13614" y="20749"/>
                    <a:pt x="14871" y="17422"/>
                    <a:pt x="14871" y="15943"/>
                  </a:cubicBezTo>
                  <a:cubicBezTo>
                    <a:pt x="14871" y="14464"/>
                    <a:pt x="13392" y="13614"/>
                    <a:pt x="13392" y="13614"/>
                  </a:cubicBezTo>
                  <a:lnTo>
                    <a:pt x="12985" y="7957"/>
                  </a:lnTo>
                  <a:cubicBezTo>
                    <a:pt x="12985" y="7957"/>
                    <a:pt x="14649" y="7957"/>
                    <a:pt x="16313" y="5887"/>
                  </a:cubicBezTo>
                  <a:cubicBezTo>
                    <a:pt x="18013" y="3779"/>
                    <a:pt x="11285" y="230"/>
                    <a:pt x="7107" y="8"/>
                  </a:cubicBezTo>
                  <a:cubicBezTo>
                    <a:pt x="7020" y="3"/>
                    <a:pt x="6933" y="1"/>
                    <a:pt x="68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4721;p64">
              <a:extLst>
                <a:ext uri="{FF2B5EF4-FFF2-40B4-BE49-F238E27FC236}">
                  <a16:creationId xmlns:a16="http://schemas.microsoft.com/office/drawing/2014/main" xmlns="" id="{3066D6F0-5517-BA5A-473E-63FE1A87F910}"/>
                </a:ext>
              </a:extLst>
            </p:cNvPr>
            <p:cNvSpPr/>
            <p:nvPr/>
          </p:nvSpPr>
          <p:spPr>
            <a:xfrm>
              <a:off x="3658875" y="2330650"/>
              <a:ext cx="406700" cy="540725"/>
            </a:xfrm>
            <a:custGeom>
              <a:avLst/>
              <a:gdLst/>
              <a:ahLst/>
              <a:cxnLst/>
              <a:rect l="l" t="t" r="r" b="b"/>
              <a:pathLst>
                <a:path w="16268" h="21629" extrusionOk="0">
                  <a:moveTo>
                    <a:pt x="10685" y="10389"/>
                  </a:moveTo>
                  <a:cubicBezTo>
                    <a:pt x="10796" y="10463"/>
                    <a:pt x="10907" y="10574"/>
                    <a:pt x="11018" y="10759"/>
                  </a:cubicBezTo>
                  <a:cubicBezTo>
                    <a:pt x="11376" y="11248"/>
                    <a:pt x="11677" y="11966"/>
                    <a:pt x="11794" y="12256"/>
                  </a:cubicBezTo>
                  <a:lnTo>
                    <a:pt x="11794" y="12256"/>
                  </a:lnTo>
                  <a:cubicBezTo>
                    <a:pt x="11793" y="12736"/>
                    <a:pt x="11756" y="13392"/>
                    <a:pt x="11683" y="13976"/>
                  </a:cubicBezTo>
                  <a:cubicBezTo>
                    <a:pt x="11646" y="14271"/>
                    <a:pt x="11609" y="14530"/>
                    <a:pt x="11572" y="14752"/>
                  </a:cubicBezTo>
                  <a:cubicBezTo>
                    <a:pt x="11562" y="14821"/>
                    <a:pt x="11550" y="14885"/>
                    <a:pt x="11536" y="14943"/>
                  </a:cubicBezTo>
                  <a:lnTo>
                    <a:pt x="11536" y="14943"/>
                  </a:lnTo>
                  <a:cubicBezTo>
                    <a:pt x="11524" y="14928"/>
                    <a:pt x="11512" y="14914"/>
                    <a:pt x="11498" y="14900"/>
                  </a:cubicBezTo>
                  <a:cubicBezTo>
                    <a:pt x="11424" y="14789"/>
                    <a:pt x="11276" y="14715"/>
                    <a:pt x="11128" y="14715"/>
                  </a:cubicBezTo>
                  <a:cubicBezTo>
                    <a:pt x="10685" y="14641"/>
                    <a:pt x="10426" y="14493"/>
                    <a:pt x="10278" y="14308"/>
                  </a:cubicBezTo>
                  <a:cubicBezTo>
                    <a:pt x="10093" y="14124"/>
                    <a:pt x="9982" y="13791"/>
                    <a:pt x="9982" y="13273"/>
                  </a:cubicBezTo>
                  <a:cubicBezTo>
                    <a:pt x="9982" y="12756"/>
                    <a:pt x="10093" y="12016"/>
                    <a:pt x="10315" y="11092"/>
                  </a:cubicBezTo>
                  <a:cubicBezTo>
                    <a:pt x="10389" y="10759"/>
                    <a:pt x="10500" y="10537"/>
                    <a:pt x="10574" y="10463"/>
                  </a:cubicBezTo>
                  <a:lnTo>
                    <a:pt x="10611" y="10389"/>
                  </a:lnTo>
                  <a:close/>
                  <a:moveTo>
                    <a:pt x="6433" y="629"/>
                  </a:moveTo>
                  <a:cubicBezTo>
                    <a:pt x="8245" y="740"/>
                    <a:pt x="10611" y="1480"/>
                    <a:pt x="12459" y="2478"/>
                  </a:cubicBezTo>
                  <a:cubicBezTo>
                    <a:pt x="13384" y="2958"/>
                    <a:pt x="14234" y="3513"/>
                    <a:pt x="14789" y="4031"/>
                  </a:cubicBezTo>
                  <a:cubicBezTo>
                    <a:pt x="15084" y="4289"/>
                    <a:pt x="15306" y="4585"/>
                    <a:pt x="15417" y="4807"/>
                  </a:cubicBezTo>
                  <a:cubicBezTo>
                    <a:pt x="15565" y="5066"/>
                    <a:pt x="15639" y="5288"/>
                    <a:pt x="15639" y="5472"/>
                  </a:cubicBezTo>
                  <a:cubicBezTo>
                    <a:pt x="15639" y="5657"/>
                    <a:pt x="15602" y="5842"/>
                    <a:pt x="15454" y="5990"/>
                  </a:cubicBezTo>
                  <a:cubicBezTo>
                    <a:pt x="14641" y="7025"/>
                    <a:pt x="13864" y="7506"/>
                    <a:pt x="13273" y="7765"/>
                  </a:cubicBezTo>
                  <a:cubicBezTo>
                    <a:pt x="12977" y="7875"/>
                    <a:pt x="12718" y="7912"/>
                    <a:pt x="12570" y="7949"/>
                  </a:cubicBezTo>
                  <a:cubicBezTo>
                    <a:pt x="12496" y="7986"/>
                    <a:pt x="12422" y="7986"/>
                    <a:pt x="12385" y="7986"/>
                  </a:cubicBezTo>
                  <a:lnTo>
                    <a:pt x="12348" y="7986"/>
                  </a:lnTo>
                  <a:cubicBezTo>
                    <a:pt x="12238" y="7986"/>
                    <a:pt x="12164" y="8023"/>
                    <a:pt x="12090" y="8097"/>
                  </a:cubicBezTo>
                  <a:cubicBezTo>
                    <a:pt x="12053" y="8134"/>
                    <a:pt x="12016" y="8245"/>
                    <a:pt x="12016" y="8319"/>
                  </a:cubicBezTo>
                  <a:lnTo>
                    <a:pt x="12294" y="11868"/>
                  </a:lnTo>
                  <a:lnTo>
                    <a:pt x="12294" y="11868"/>
                  </a:lnTo>
                  <a:cubicBezTo>
                    <a:pt x="12196" y="11621"/>
                    <a:pt x="12030" y="11256"/>
                    <a:pt x="11831" y="10907"/>
                  </a:cubicBezTo>
                  <a:cubicBezTo>
                    <a:pt x="11683" y="10648"/>
                    <a:pt x="11535" y="10389"/>
                    <a:pt x="11350" y="10168"/>
                  </a:cubicBezTo>
                  <a:cubicBezTo>
                    <a:pt x="11239" y="10057"/>
                    <a:pt x="11165" y="9946"/>
                    <a:pt x="11055" y="9872"/>
                  </a:cubicBezTo>
                  <a:cubicBezTo>
                    <a:pt x="10907" y="9798"/>
                    <a:pt x="10796" y="9761"/>
                    <a:pt x="10648" y="9761"/>
                  </a:cubicBezTo>
                  <a:cubicBezTo>
                    <a:pt x="10500" y="9761"/>
                    <a:pt x="10389" y="9798"/>
                    <a:pt x="10278" y="9872"/>
                  </a:cubicBezTo>
                  <a:cubicBezTo>
                    <a:pt x="10130" y="9946"/>
                    <a:pt x="10056" y="10094"/>
                    <a:pt x="9945" y="10279"/>
                  </a:cubicBezTo>
                  <a:cubicBezTo>
                    <a:pt x="9871" y="10463"/>
                    <a:pt x="9798" y="10685"/>
                    <a:pt x="9724" y="10944"/>
                  </a:cubicBezTo>
                  <a:cubicBezTo>
                    <a:pt x="9502" y="11905"/>
                    <a:pt x="9391" y="12645"/>
                    <a:pt x="9391" y="13273"/>
                  </a:cubicBezTo>
                  <a:cubicBezTo>
                    <a:pt x="9391" y="13865"/>
                    <a:pt x="9502" y="14345"/>
                    <a:pt x="9798" y="14678"/>
                  </a:cubicBezTo>
                  <a:cubicBezTo>
                    <a:pt x="10056" y="15048"/>
                    <a:pt x="10500" y="15233"/>
                    <a:pt x="11018" y="15307"/>
                  </a:cubicBezTo>
                  <a:lnTo>
                    <a:pt x="11055" y="15307"/>
                  </a:lnTo>
                  <a:cubicBezTo>
                    <a:pt x="11055" y="15344"/>
                    <a:pt x="11018" y="15454"/>
                    <a:pt x="10944" y="15602"/>
                  </a:cubicBezTo>
                  <a:cubicBezTo>
                    <a:pt x="10907" y="15713"/>
                    <a:pt x="10796" y="15898"/>
                    <a:pt x="10648" y="16046"/>
                  </a:cubicBezTo>
                  <a:cubicBezTo>
                    <a:pt x="10574" y="16194"/>
                    <a:pt x="10574" y="16379"/>
                    <a:pt x="10685" y="16453"/>
                  </a:cubicBezTo>
                  <a:cubicBezTo>
                    <a:pt x="10749" y="16517"/>
                    <a:pt x="10839" y="16557"/>
                    <a:pt x="10924" y="16557"/>
                  </a:cubicBezTo>
                  <a:cubicBezTo>
                    <a:pt x="10986" y="16557"/>
                    <a:pt x="11045" y="16536"/>
                    <a:pt x="11091" y="16490"/>
                  </a:cubicBezTo>
                  <a:cubicBezTo>
                    <a:pt x="11461" y="16194"/>
                    <a:pt x="11794" y="15898"/>
                    <a:pt x="11979" y="15565"/>
                  </a:cubicBezTo>
                  <a:cubicBezTo>
                    <a:pt x="12090" y="15381"/>
                    <a:pt x="12127" y="15159"/>
                    <a:pt x="12201" y="14900"/>
                  </a:cubicBezTo>
                  <a:cubicBezTo>
                    <a:pt x="12303" y="14362"/>
                    <a:pt x="12352" y="13665"/>
                    <a:pt x="12385" y="13029"/>
                  </a:cubicBezTo>
                  <a:lnTo>
                    <a:pt x="12385" y="13029"/>
                  </a:lnTo>
                  <a:lnTo>
                    <a:pt x="12459" y="13976"/>
                  </a:lnTo>
                  <a:cubicBezTo>
                    <a:pt x="12459" y="14087"/>
                    <a:pt x="12496" y="14160"/>
                    <a:pt x="12607" y="14234"/>
                  </a:cubicBezTo>
                  <a:cubicBezTo>
                    <a:pt x="12681" y="14271"/>
                    <a:pt x="13014" y="14493"/>
                    <a:pt x="13310" y="14826"/>
                  </a:cubicBezTo>
                  <a:cubicBezTo>
                    <a:pt x="13642" y="15196"/>
                    <a:pt x="13901" y="15676"/>
                    <a:pt x="13901" y="16268"/>
                  </a:cubicBezTo>
                  <a:cubicBezTo>
                    <a:pt x="13901" y="16933"/>
                    <a:pt x="13605" y="18116"/>
                    <a:pt x="13088" y="19115"/>
                  </a:cubicBezTo>
                  <a:cubicBezTo>
                    <a:pt x="12829" y="19595"/>
                    <a:pt x="12496" y="20076"/>
                    <a:pt x="12164" y="20409"/>
                  </a:cubicBezTo>
                  <a:cubicBezTo>
                    <a:pt x="11794" y="20741"/>
                    <a:pt x="11424" y="20963"/>
                    <a:pt x="11055" y="21000"/>
                  </a:cubicBezTo>
                  <a:lnTo>
                    <a:pt x="10870" y="21000"/>
                  </a:lnTo>
                  <a:cubicBezTo>
                    <a:pt x="10500" y="21000"/>
                    <a:pt x="10315" y="20889"/>
                    <a:pt x="10167" y="20704"/>
                  </a:cubicBezTo>
                  <a:cubicBezTo>
                    <a:pt x="9908" y="20446"/>
                    <a:pt x="9761" y="19965"/>
                    <a:pt x="9687" y="19447"/>
                  </a:cubicBezTo>
                  <a:cubicBezTo>
                    <a:pt x="9576" y="18930"/>
                    <a:pt x="9576" y="18449"/>
                    <a:pt x="9502" y="18079"/>
                  </a:cubicBezTo>
                  <a:lnTo>
                    <a:pt x="9465" y="18042"/>
                  </a:lnTo>
                  <a:lnTo>
                    <a:pt x="9502" y="17931"/>
                  </a:lnTo>
                  <a:cubicBezTo>
                    <a:pt x="9539" y="17821"/>
                    <a:pt x="9502" y="17673"/>
                    <a:pt x="9428" y="17599"/>
                  </a:cubicBezTo>
                  <a:cubicBezTo>
                    <a:pt x="9367" y="17538"/>
                    <a:pt x="9294" y="17510"/>
                    <a:pt x="9223" y="17510"/>
                  </a:cubicBezTo>
                  <a:cubicBezTo>
                    <a:pt x="9165" y="17510"/>
                    <a:pt x="9108" y="17529"/>
                    <a:pt x="9058" y="17562"/>
                  </a:cubicBezTo>
                  <a:cubicBezTo>
                    <a:pt x="8356" y="18042"/>
                    <a:pt x="7616" y="18338"/>
                    <a:pt x="7025" y="18338"/>
                  </a:cubicBezTo>
                  <a:cubicBezTo>
                    <a:pt x="6877" y="18338"/>
                    <a:pt x="6729" y="18338"/>
                    <a:pt x="6581" y="18301"/>
                  </a:cubicBezTo>
                  <a:cubicBezTo>
                    <a:pt x="4991" y="17858"/>
                    <a:pt x="3734" y="16527"/>
                    <a:pt x="2810" y="14900"/>
                  </a:cubicBezTo>
                  <a:cubicBezTo>
                    <a:pt x="1849" y="13273"/>
                    <a:pt x="1257" y="11388"/>
                    <a:pt x="888" y="9909"/>
                  </a:cubicBezTo>
                  <a:cubicBezTo>
                    <a:pt x="703" y="9169"/>
                    <a:pt x="629" y="8430"/>
                    <a:pt x="629" y="7728"/>
                  </a:cubicBezTo>
                  <a:cubicBezTo>
                    <a:pt x="629" y="5731"/>
                    <a:pt x="1294" y="3957"/>
                    <a:pt x="2329" y="2663"/>
                  </a:cubicBezTo>
                  <a:cubicBezTo>
                    <a:pt x="3365" y="1369"/>
                    <a:pt x="4770" y="629"/>
                    <a:pt x="6211" y="629"/>
                  </a:cubicBezTo>
                  <a:close/>
                  <a:moveTo>
                    <a:pt x="6211" y="1"/>
                  </a:moveTo>
                  <a:cubicBezTo>
                    <a:pt x="4548" y="1"/>
                    <a:pt x="2995" y="888"/>
                    <a:pt x="1849" y="2293"/>
                  </a:cubicBezTo>
                  <a:cubicBezTo>
                    <a:pt x="740" y="3661"/>
                    <a:pt x="0" y="5583"/>
                    <a:pt x="0" y="7728"/>
                  </a:cubicBezTo>
                  <a:cubicBezTo>
                    <a:pt x="0" y="8467"/>
                    <a:pt x="111" y="9243"/>
                    <a:pt x="296" y="10057"/>
                  </a:cubicBezTo>
                  <a:cubicBezTo>
                    <a:pt x="666" y="11573"/>
                    <a:pt x="1294" y="13532"/>
                    <a:pt x="2256" y="15233"/>
                  </a:cubicBezTo>
                  <a:cubicBezTo>
                    <a:pt x="3254" y="16933"/>
                    <a:pt x="4585" y="18412"/>
                    <a:pt x="6433" y="18893"/>
                  </a:cubicBezTo>
                  <a:cubicBezTo>
                    <a:pt x="6618" y="18930"/>
                    <a:pt x="6803" y="18967"/>
                    <a:pt x="7025" y="18967"/>
                  </a:cubicBezTo>
                  <a:cubicBezTo>
                    <a:pt x="7663" y="18967"/>
                    <a:pt x="8301" y="18716"/>
                    <a:pt x="8903" y="18377"/>
                  </a:cubicBezTo>
                  <a:lnTo>
                    <a:pt x="8903" y="18377"/>
                  </a:lnTo>
                  <a:cubicBezTo>
                    <a:pt x="8930" y="18537"/>
                    <a:pt x="8957" y="18760"/>
                    <a:pt x="8984" y="19004"/>
                  </a:cubicBezTo>
                  <a:cubicBezTo>
                    <a:pt x="9058" y="19521"/>
                    <a:pt x="9132" y="20150"/>
                    <a:pt x="9391" y="20667"/>
                  </a:cubicBezTo>
                  <a:cubicBezTo>
                    <a:pt x="9502" y="20926"/>
                    <a:pt x="9687" y="21148"/>
                    <a:pt x="9945" y="21333"/>
                  </a:cubicBezTo>
                  <a:cubicBezTo>
                    <a:pt x="10167" y="21518"/>
                    <a:pt x="10500" y="21629"/>
                    <a:pt x="10870" y="21629"/>
                  </a:cubicBezTo>
                  <a:cubicBezTo>
                    <a:pt x="10944" y="21629"/>
                    <a:pt x="11018" y="21629"/>
                    <a:pt x="11091" y="21592"/>
                  </a:cubicBezTo>
                  <a:cubicBezTo>
                    <a:pt x="11683" y="21555"/>
                    <a:pt x="12164" y="21259"/>
                    <a:pt x="12570" y="20852"/>
                  </a:cubicBezTo>
                  <a:cubicBezTo>
                    <a:pt x="13199" y="20261"/>
                    <a:pt x="13679" y="19410"/>
                    <a:pt x="14012" y="18560"/>
                  </a:cubicBezTo>
                  <a:cubicBezTo>
                    <a:pt x="14345" y="17710"/>
                    <a:pt x="14530" y="16859"/>
                    <a:pt x="14530" y="16268"/>
                  </a:cubicBezTo>
                  <a:cubicBezTo>
                    <a:pt x="14530" y="15417"/>
                    <a:pt x="14123" y="14789"/>
                    <a:pt x="13716" y="14345"/>
                  </a:cubicBezTo>
                  <a:cubicBezTo>
                    <a:pt x="13455" y="14084"/>
                    <a:pt x="13194" y="13899"/>
                    <a:pt x="13040" y="13790"/>
                  </a:cubicBezTo>
                  <a:lnTo>
                    <a:pt x="13040" y="13790"/>
                  </a:lnTo>
                  <a:lnTo>
                    <a:pt x="12666" y="8578"/>
                  </a:lnTo>
                  <a:lnTo>
                    <a:pt x="12666" y="8578"/>
                  </a:lnTo>
                  <a:cubicBezTo>
                    <a:pt x="13265" y="8469"/>
                    <a:pt x="14621" y="8046"/>
                    <a:pt x="15935" y="6397"/>
                  </a:cubicBezTo>
                  <a:cubicBezTo>
                    <a:pt x="16156" y="6101"/>
                    <a:pt x="16267" y="5805"/>
                    <a:pt x="16267" y="5472"/>
                  </a:cubicBezTo>
                  <a:cubicBezTo>
                    <a:pt x="16267" y="5140"/>
                    <a:pt x="16156" y="4807"/>
                    <a:pt x="15972" y="4511"/>
                  </a:cubicBezTo>
                  <a:cubicBezTo>
                    <a:pt x="15639" y="3957"/>
                    <a:pt x="15084" y="3439"/>
                    <a:pt x="14419" y="2921"/>
                  </a:cubicBezTo>
                  <a:cubicBezTo>
                    <a:pt x="12348" y="1443"/>
                    <a:pt x="9021" y="149"/>
                    <a:pt x="64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4722;p64">
              <a:extLst>
                <a:ext uri="{FF2B5EF4-FFF2-40B4-BE49-F238E27FC236}">
                  <a16:creationId xmlns:a16="http://schemas.microsoft.com/office/drawing/2014/main" xmlns="" id="{90785604-1BDF-F1F4-469B-8894C024EF58}"/>
                </a:ext>
              </a:extLst>
            </p:cNvPr>
            <p:cNvSpPr/>
            <p:nvPr/>
          </p:nvSpPr>
          <p:spPr>
            <a:xfrm>
              <a:off x="3633000" y="2838275"/>
              <a:ext cx="438125" cy="93175"/>
            </a:xfrm>
            <a:custGeom>
              <a:avLst/>
              <a:gdLst/>
              <a:ahLst/>
              <a:cxnLst/>
              <a:rect l="l" t="t" r="r" b="b"/>
              <a:pathLst>
                <a:path w="17525" h="3727" extrusionOk="0">
                  <a:moveTo>
                    <a:pt x="6167" y="0"/>
                  </a:moveTo>
                  <a:cubicBezTo>
                    <a:pt x="5883" y="0"/>
                    <a:pt x="5625" y="10"/>
                    <a:pt x="5398" y="30"/>
                  </a:cubicBezTo>
                  <a:cubicBezTo>
                    <a:pt x="2884" y="251"/>
                    <a:pt x="1738" y="1619"/>
                    <a:pt x="1738" y="1619"/>
                  </a:cubicBezTo>
                  <a:lnTo>
                    <a:pt x="0" y="3061"/>
                  </a:lnTo>
                  <a:lnTo>
                    <a:pt x="17524" y="3727"/>
                  </a:lnTo>
                  <a:cubicBezTo>
                    <a:pt x="17524" y="3727"/>
                    <a:pt x="17007" y="2728"/>
                    <a:pt x="15676" y="1804"/>
                  </a:cubicBezTo>
                  <a:cubicBezTo>
                    <a:pt x="14431" y="963"/>
                    <a:pt x="9025" y="0"/>
                    <a:pt x="61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4723;p64">
              <a:extLst>
                <a:ext uri="{FF2B5EF4-FFF2-40B4-BE49-F238E27FC236}">
                  <a16:creationId xmlns:a16="http://schemas.microsoft.com/office/drawing/2014/main" xmlns="" id="{EE7B4A2F-6C51-F481-5B4C-8426111338E4}"/>
                </a:ext>
              </a:extLst>
            </p:cNvPr>
            <p:cNvSpPr/>
            <p:nvPr/>
          </p:nvSpPr>
          <p:spPr>
            <a:xfrm>
              <a:off x="3624675" y="2830675"/>
              <a:ext cx="454750" cy="108425"/>
            </a:xfrm>
            <a:custGeom>
              <a:avLst/>
              <a:gdLst/>
              <a:ahLst/>
              <a:cxnLst/>
              <a:rect l="l" t="t" r="r" b="b"/>
              <a:pathLst>
                <a:path w="18190" h="4337" extrusionOk="0">
                  <a:moveTo>
                    <a:pt x="6544" y="592"/>
                  </a:moveTo>
                  <a:cubicBezTo>
                    <a:pt x="7949" y="592"/>
                    <a:pt x="9982" y="851"/>
                    <a:pt x="11831" y="1184"/>
                  </a:cubicBezTo>
                  <a:cubicBezTo>
                    <a:pt x="12755" y="1369"/>
                    <a:pt x="13606" y="1554"/>
                    <a:pt x="14345" y="1775"/>
                  </a:cubicBezTo>
                  <a:cubicBezTo>
                    <a:pt x="15047" y="1960"/>
                    <a:pt x="15602" y="2182"/>
                    <a:pt x="15824" y="2367"/>
                  </a:cubicBezTo>
                  <a:cubicBezTo>
                    <a:pt x="16489" y="2811"/>
                    <a:pt x="16933" y="3254"/>
                    <a:pt x="17192" y="3624"/>
                  </a:cubicBezTo>
                  <a:cubicBezTo>
                    <a:pt x="17221" y="3653"/>
                    <a:pt x="17249" y="3683"/>
                    <a:pt x="17275" y="3712"/>
                  </a:cubicBezTo>
                  <a:lnTo>
                    <a:pt x="17275" y="3712"/>
                  </a:lnTo>
                  <a:lnTo>
                    <a:pt x="1146" y="3106"/>
                  </a:lnTo>
                  <a:lnTo>
                    <a:pt x="2293" y="2182"/>
                  </a:lnTo>
                  <a:lnTo>
                    <a:pt x="2330" y="2145"/>
                  </a:lnTo>
                  <a:cubicBezTo>
                    <a:pt x="2367" y="2108"/>
                    <a:pt x="3439" y="851"/>
                    <a:pt x="5768" y="629"/>
                  </a:cubicBezTo>
                  <a:cubicBezTo>
                    <a:pt x="5990" y="629"/>
                    <a:pt x="6248" y="592"/>
                    <a:pt x="6544" y="592"/>
                  </a:cubicBezTo>
                  <a:close/>
                  <a:moveTo>
                    <a:pt x="6544" y="1"/>
                  </a:moveTo>
                  <a:cubicBezTo>
                    <a:pt x="6211" y="1"/>
                    <a:pt x="5953" y="1"/>
                    <a:pt x="5694" y="38"/>
                  </a:cubicBezTo>
                  <a:cubicBezTo>
                    <a:pt x="3241" y="245"/>
                    <a:pt x="2047" y="1517"/>
                    <a:pt x="1871" y="1714"/>
                  </a:cubicBezTo>
                  <a:lnTo>
                    <a:pt x="1871" y="1714"/>
                  </a:lnTo>
                  <a:lnTo>
                    <a:pt x="148" y="3143"/>
                  </a:lnTo>
                  <a:cubicBezTo>
                    <a:pt x="37" y="3217"/>
                    <a:pt x="0" y="3365"/>
                    <a:pt x="37" y="3476"/>
                  </a:cubicBezTo>
                  <a:cubicBezTo>
                    <a:pt x="74" y="3587"/>
                    <a:pt x="185" y="3661"/>
                    <a:pt x="296" y="3661"/>
                  </a:cubicBezTo>
                  <a:lnTo>
                    <a:pt x="17857" y="4326"/>
                  </a:lnTo>
                  <a:cubicBezTo>
                    <a:pt x="17878" y="4333"/>
                    <a:pt x="17898" y="4336"/>
                    <a:pt x="17918" y="4336"/>
                  </a:cubicBezTo>
                  <a:cubicBezTo>
                    <a:pt x="18006" y="4336"/>
                    <a:pt x="18086" y="4276"/>
                    <a:pt x="18116" y="4216"/>
                  </a:cubicBezTo>
                  <a:cubicBezTo>
                    <a:pt x="18190" y="4105"/>
                    <a:pt x="18190" y="3994"/>
                    <a:pt x="18153" y="3883"/>
                  </a:cubicBezTo>
                  <a:cubicBezTo>
                    <a:pt x="18116" y="3883"/>
                    <a:pt x="17598" y="2811"/>
                    <a:pt x="16194" y="1849"/>
                  </a:cubicBezTo>
                  <a:cubicBezTo>
                    <a:pt x="15824" y="1591"/>
                    <a:pt x="15232" y="1406"/>
                    <a:pt x="14493" y="1184"/>
                  </a:cubicBezTo>
                  <a:cubicBezTo>
                    <a:pt x="12312" y="555"/>
                    <a:pt x="8725" y="1"/>
                    <a:pt x="65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4724;p64">
              <a:extLst>
                <a:ext uri="{FF2B5EF4-FFF2-40B4-BE49-F238E27FC236}">
                  <a16:creationId xmlns:a16="http://schemas.microsoft.com/office/drawing/2014/main" xmlns="" id="{A40447E7-DD36-9D2C-69F4-5760AD25ED34}"/>
                </a:ext>
              </a:extLst>
            </p:cNvPr>
            <p:cNvSpPr/>
            <p:nvPr/>
          </p:nvSpPr>
          <p:spPr>
            <a:xfrm>
              <a:off x="3174550" y="2857500"/>
              <a:ext cx="244950" cy="223675"/>
            </a:xfrm>
            <a:custGeom>
              <a:avLst/>
              <a:gdLst/>
              <a:ahLst/>
              <a:cxnLst/>
              <a:rect l="l" t="t" r="r" b="b"/>
              <a:pathLst>
                <a:path w="9798" h="8947" extrusionOk="0">
                  <a:moveTo>
                    <a:pt x="6545" y="0"/>
                  </a:moveTo>
                  <a:lnTo>
                    <a:pt x="4992" y="148"/>
                  </a:lnTo>
                  <a:lnTo>
                    <a:pt x="4289" y="2403"/>
                  </a:lnTo>
                  <a:lnTo>
                    <a:pt x="1" y="3623"/>
                  </a:lnTo>
                  <a:lnTo>
                    <a:pt x="1221" y="8947"/>
                  </a:lnTo>
                  <a:lnTo>
                    <a:pt x="5103" y="8762"/>
                  </a:lnTo>
                  <a:lnTo>
                    <a:pt x="6729" y="7061"/>
                  </a:lnTo>
                  <a:lnTo>
                    <a:pt x="9798" y="3771"/>
                  </a:lnTo>
                  <a:lnTo>
                    <a:pt x="9132" y="3253"/>
                  </a:lnTo>
                  <a:lnTo>
                    <a:pt x="6027" y="5176"/>
                  </a:lnTo>
                  <a:lnTo>
                    <a:pt x="6360" y="2218"/>
                  </a:lnTo>
                  <a:lnTo>
                    <a:pt x="6877" y="2921"/>
                  </a:lnTo>
                  <a:lnTo>
                    <a:pt x="7580" y="2218"/>
                  </a:lnTo>
                  <a:lnTo>
                    <a:pt x="654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4725;p64">
              <a:extLst>
                <a:ext uri="{FF2B5EF4-FFF2-40B4-BE49-F238E27FC236}">
                  <a16:creationId xmlns:a16="http://schemas.microsoft.com/office/drawing/2014/main" xmlns="" id="{816CAE31-42D8-FB86-2676-B9CA42561619}"/>
                </a:ext>
              </a:extLst>
            </p:cNvPr>
            <p:cNvSpPr/>
            <p:nvPr/>
          </p:nvSpPr>
          <p:spPr>
            <a:xfrm>
              <a:off x="3165325" y="2849175"/>
              <a:ext cx="261575" cy="239575"/>
            </a:xfrm>
            <a:custGeom>
              <a:avLst/>
              <a:gdLst/>
              <a:ahLst/>
              <a:cxnLst/>
              <a:rect l="l" t="t" r="r" b="b"/>
              <a:pathLst>
                <a:path w="10463" h="9583" extrusionOk="0">
                  <a:moveTo>
                    <a:pt x="6729" y="666"/>
                  </a:moveTo>
                  <a:lnTo>
                    <a:pt x="7579" y="2514"/>
                  </a:lnTo>
                  <a:lnTo>
                    <a:pt x="7283" y="2773"/>
                  </a:lnTo>
                  <a:lnTo>
                    <a:pt x="6987" y="2366"/>
                  </a:lnTo>
                  <a:cubicBezTo>
                    <a:pt x="6914" y="2292"/>
                    <a:pt x="6803" y="2255"/>
                    <a:pt x="6655" y="2255"/>
                  </a:cubicBezTo>
                  <a:cubicBezTo>
                    <a:pt x="6544" y="2292"/>
                    <a:pt x="6470" y="2403"/>
                    <a:pt x="6433" y="2514"/>
                  </a:cubicBezTo>
                  <a:lnTo>
                    <a:pt x="6100" y="5472"/>
                  </a:lnTo>
                  <a:cubicBezTo>
                    <a:pt x="6063" y="5583"/>
                    <a:pt x="6137" y="5694"/>
                    <a:pt x="6248" y="5768"/>
                  </a:cubicBezTo>
                  <a:cubicBezTo>
                    <a:pt x="6285" y="5805"/>
                    <a:pt x="6340" y="5823"/>
                    <a:pt x="6396" y="5823"/>
                  </a:cubicBezTo>
                  <a:cubicBezTo>
                    <a:pt x="6451" y="5823"/>
                    <a:pt x="6507" y="5805"/>
                    <a:pt x="6544" y="5768"/>
                  </a:cubicBezTo>
                  <a:lnTo>
                    <a:pt x="9501" y="3993"/>
                  </a:lnTo>
                  <a:lnTo>
                    <a:pt x="9686" y="4141"/>
                  </a:lnTo>
                  <a:lnTo>
                    <a:pt x="6877" y="7210"/>
                  </a:lnTo>
                  <a:lnTo>
                    <a:pt x="5324" y="8799"/>
                  </a:lnTo>
                  <a:lnTo>
                    <a:pt x="1831" y="8972"/>
                  </a:lnTo>
                  <a:lnTo>
                    <a:pt x="1831" y="8972"/>
                  </a:lnTo>
                  <a:lnTo>
                    <a:pt x="702" y="4178"/>
                  </a:lnTo>
                  <a:lnTo>
                    <a:pt x="4769" y="3032"/>
                  </a:lnTo>
                  <a:cubicBezTo>
                    <a:pt x="4843" y="2995"/>
                    <a:pt x="4954" y="2921"/>
                    <a:pt x="4954" y="2847"/>
                  </a:cubicBezTo>
                  <a:lnTo>
                    <a:pt x="5583" y="777"/>
                  </a:lnTo>
                  <a:lnTo>
                    <a:pt x="6729" y="666"/>
                  </a:lnTo>
                  <a:close/>
                  <a:moveTo>
                    <a:pt x="6877" y="0"/>
                  </a:moveTo>
                  <a:lnTo>
                    <a:pt x="5324" y="185"/>
                  </a:lnTo>
                  <a:cubicBezTo>
                    <a:pt x="5213" y="185"/>
                    <a:pt x="5102" y="296"/>
                    <a:pt x="5065" y="407"/>
                  </a:cubicBezTo>
                  <a:lnTo>
                    <a:pt x="4436" y="2477"/>
                  </a:lnTo>
                  <a:lnTo>
                    <a:pt x="259" y="3660"/>
                  </a:lnTo>
                  <a:cubicBezTo>
                    <a:pt x="111" y="3697"/>
                    <a:pt x="0" y="3845"/>
                    <a:pt x="37" y="4030"/>
                  </a:cubicBezTo>
                  <a:lnTo>
                    <a:pt x="1294" y="9354"/>
                  </a:lnTo>
                  <a:cubicBezTo>
                    <a:pt x="1326" y="9482"/>
                    <a:pt x="1442" y="9583"/>
                    <a:pt x="1569" y="9583"/>
                  </a:cubicBezTo>
                  <a:cubicBezTo>
                    <a:pt x="1588" y="9583"/>
                    <a:pt x="1607" y="9581"/>
                    <a:pt x="1627" y="9576"/>
                  </a:cubicBezTo>
                  <a:lnTo>
                    <a:pt x="5472" y="9391"/>
                  </a:lnTo>
                  <a:cubicBezTo>
                    <a:pt x="5546" y="9391"/>
                    <a:pt x="5620" y="9354"/>
                    <a:pt x="5693" y="9317"/>
                  </a:cubicBezTo>
                  <a:lnTo>
                    <a:pt x="7320" y="7616"/>
                  </a:lnTo>
                  <a:lnTo>
                    <a:pt x="10389" y="4289"/>
                  </a:lnTo>
                  <a:cubicBezTo>
                    <a:pt x="10426" y="4252"/>
                    <a:pt x="10463" y="4141"/>
                    <a:pt x="10463" y="4067"/>
                  </a:cubicBezTo>
                  <a:cubicBezTo>
                    <a:pt x="10463" y="3993"/>
                    <a:pt x="10426" y="3919"/>
                    <a:pt x="10352" y="3845"/>
                  </a:cubicBezTo>
                  <a:lnTo>
                    <a:pt x="9686" y="3365"/>
                  </a:lnTo>
                  <a:cubicBezTo>
                    <a:pt x="9643" y="3321"/>
                    <a:pt x="9574" y="3303"/>
                    <a:pt x="9503" y="3303"/>
                  </a:cubicBezTo>
                  <a:cubicBezTo>
                    <a:pt x="9452" y="3303"/>
                    <a:pt x="9400" y="3312"/>
                    <a:pt x="9354" y="3328"/>
                  </a:cubicBezTo>
                  <a:lnTo>
                    <a:pt x="6766" y="4917"/>
                  </a:lnTo>
                  <a:lnTo>
                    <a:pt x="6950" y="3365"/>
                  </a:lnTo>
                  <a:lnTo>
                    <a:pt x="7024" y="3439"/>
                  </a:lnTo>
                  <a:cubicBezTo>
                    <a:pt x="7061" y="3512"/>
                    <a:pt x="7135" y="3549"/>
                    <a:pt x="7246" y="3549"/>
                  </a:cubicBezTo>
                  <a:cubicBezTo>
                    <a:pt x="7266" y="3559"/>
                    <a:pt x="7289" y="3564"/>
                    <a:pt x="7312" y="3564"/>
                  </a:cubicBezTo>
                  <a:cubicBezTo>
                    <a:pt x="7374" y="3564"/>
                    <a:pt x="7441" y="3530"/>
                    <a:pt x="7468" y="3476"/>
                  </a:cubicBezTo>
                  <a:lnTo>
                    <a:pt x="8171" y="2773"/>
                  </a:lnTo>
                  <a:cubicBezTo>
                    <a:pt x="8281" y="2699"/>
                    <a:pt x="8281" y="2551"/>
                    <a:pt x="8244" y="2440"/>
                  </a:cubicBezTo>
                  <a:lnTo>
                    <a:pt x="7209" y="185"/>
                  </a:lnTo>
                  <a:cubicBezTo>
                    <a:pt x="7135" y="74"/>
                    <a:pt x="7024" y="0"/>
                    <a:pt x="6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4726;p64">
              <a:extLst>
                <a:ext uri="{FF2B5EF4-FFF2-40B4-BE49-F238E27FC236}">
                  <a16:creationId xmlns:a16="http://schemas.microsoft.com/office/drawing/2014/main" xmlns="" id="{1CB77954-B3A5-AE39-7F30-755C27C77B9D}"/>
                </a:ext>
              </a:extLst>
            </p:cNvPr>
            <p:cNvSpPr/>
            <p:nvPr/>
          </p:nvSpPr>
          <p:spPr>
            <a:xfrm>
              <a:off x="3119100" y="3076550"/>
              <a:ext cx="183025" cy="423600"/>
            </a:xfrm>
            <a:custGeom>
              <a:avLst/>
              <a:gdLst/>
              <a:ahLst/>
              <a:cxnLst/>
              <a:rect l="l" t="t" r="r" b="b"/>
              <a:pathLst>
                <a:path w="7321" h="16944" extrusionOk="0">
                  <a:moveTo>
                    <a:pt x="7321" y="0"/>
                  </a:moveTo>
                  <a:lnTo>
                    <a:pt x="3439" y="185"/>
                  </a:lnTo>
                  <a:lnTo>
                    <a:pt x="148" y="13975"/>
                  </a:lnTo>
                  <a:lnTo>
                    <a:pt x="0" y="14345"/>
                  </a:lnTo>
                  <a:cubicBezTo>
                    <a:pt x="1103" y="16435"/>
                    <a:pt x="2918" y="16943"/>
                    <a:pt x="4422" y="16943"/>
                  </a:cubicBezTo>
                  <a:cubicBezTo>
                    <a:pt x="5844" y="16943"/>
                    <a:pt x="6988" y="16489"/>
                    <a:pt x="6988" y="16489"/>
                  </a:cubicBezTo>
                  <a:lnTo>
                    <a:pt x="73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4727;p64">
              <a:extLst>
                <a:ext uri="{FF2B5EF4-FFF2-40B4-BE49-F238E27FC236}">
                  <a16:creationId xmlns:a16="http://schemas.microsoft.com/office/drawing/2014/main" xmlns="" id="{B2D25A01-D4B7-C402-A6F9-3FC745276271}"/>
                </a:ext>
              </a:extLst>
            </p:cNvPr>
            <p:cNvSpPr/>
            <p:nvPr/>
          </p:nvSpPr>
          <p:spPr>
            <a:xfrm>
              <a:off x="3110775" y="3068775"/>
              <a:ext cx="198750" cy="439425"/>
            </a:xfrm>
            <a:custGeom>
              <a:avLst/>
              <a:gdLst/>
              <a:ahLst/>
              <a:cxnLst/>
              <a:rect l="l" t="t" r="r" b="b"/>
              <a:pathLst>
                <a:path w="7950" h="17577" extrusionOk="0">
                  <a:moveTo>
                    <a:pt x="7321" y="644"/>
                  </a:moveTo>
                  <a:lnTo>
                    <a:pt x="6993" y="16588"/>
                  </a:lnTo>
                  <a:lnTo>
                    <a:pt x="6993" y="16588"/>
                  </a:lnTo>
                  <a:cubicBezTo>
                    <a:pt x="6621" y="16705"/>
                    <a:pt x="5745" y="16948"/>
                    <a:pt x="4733" y="16948"/>
                  </a:cubicBezTo>
                  <a:cubicBezTo>
                    <a:pt x="3994" y="16948"/>
                    <a:pt x="3217" y="16837"/>
                    <a:pt x="2515" y="16467"/>
                  </a:cubicBezTo>
                  <a:cubicBezTo>
                    <a:pt x="1841" y="16113"/>
                    <a:pt x="1168" y="15555"/>
                    <a:pt x="658" y="14663"/>
                  </a:cubicBezTo>
                  <a:lnTo>
                    <a:pt x="658" y="14663"/>
                  </a:lnTo>
                  <a:lnTo>
                    <a:pt x="740" y="14360"/>
                  </a:lnTo>
                  <a:lnTo>
                    <a:pt x="777" y="14360"/>
                  </a:lnTo>
                  <a:lnTo>
                    <a:pt x="4031" y="792"/>
                  </a:lnTo>
                  <a:lnTo>
                    <a:pt x="7321" y="644"/>
                  </a:lnTo>
                  <a:close/>
                  <a:moveTo>
                    <a:pt x="7699" y="1"/>
                  </a:moveTo>
                  <a:cubicBezTo>
                    <a:pt x="7673" y="1"/>
                    <a:pt x="7646" y="5"/>
                    <a:pt x="7617" y="15"/>
                  </a:cubicBezTo>
                  <a:lnTo>
                    <a:pt x="3772" y="200"/>
                  </a:lnTo>
                  <a:cubicBezTo>
                    <a:pt x="3624" y="200"/>
                    <a:pt x="3513" y="311"/>
                    <a:pt x="3476" y="422"/>
                  </a:cubicBezTo>
                  <a:lnTo>
                    <a:pt x="149" y="14175"/>
                  </a:lnTo>
                  <a:lnTo>
                    <a:pt x="38" y="14582"/>
                  </a:lnTo>
                  <a:cubicBezTo>
                    <a:pt x="1" y="14656"/>
                    <a:pt x="38" y="14730"/>
                    <a:pt x="75" y="14804"/>
                  </a:cubicBezTo>
                  <a:cubicBezTo>
                    <a:pt x="629" y="15913"/>
                    <a:pt x="1406" y="16615"/>
                    <a:pt x="2256" y="17022"/>
                  </a:cubicBezTo>
                  <a:cubicBezTo>
                    <a:pt x="3069" y="17429"/>
                    <a:pt x="3957" y="17576"/>
                    <a:pt x="4733" y="17576"/>
                  </a:cubicBezTo>
                  <a:cubicBezTo>
                    <a:pt x="6212" y="17576"/>
                    <a:pt x="7395" y="17096"/>
                    <a:pt x="7432" y="17096"/>
                  </a:cubicBezTo>
                  <a:cubicBezTo>
                    <a:pt x="7543" y="17022"/>
                    <a:pt x="7617" y="16948"/>
                    <a:pt x="7617" y="16800"/>
                  </a:cubicBezTo>
                  <a:lnTo>
                    <a:pt x="7949" y="311"/>
                  </a:lnTo>
                  <a:cubicBezTo>
                    <a:pt x="7949" y="237"/>
                    <a:pt x="7912" y="126"/>
                    <a:pt x="7875" y="89"/>
                  </a:cubicBezTo>
                  <a:cubicBezTo>
                    <a:pt x="7821" y="35"/>
                    <a:pt x="7767" y="1"/>
                    <a:pt x="7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4728;p64">
              <a:extLst>
                <a:ext uri="{FF2B5EF4-FFF2-40B4-BE49-F238E27FC236}">
                  <a16:creationId xmlns:a16="http://schemas.microsoft.com/office/drawing/2014/main" xmlns="" id="{EE355963-0659-646B-325E-578AB3FAFDAA}"/>
                </a:ext>
              </a:extLst>
            </p:cNvPr>
            <p:cNvSpPr/>
            <p:nvPr/>
          </p:nvSpPr>
          <p:spPr>
            <a:xfrm>
              <a:off x="3104300" y="2951775"/>
              <a:ext cx="378050" cy="561575"/>
            </a:xfrm>
            <a:custGeom>
              <a:avLst/>
              <a:gdLst/>
              <a:ahLst/>
              <a:cxnLst/>
              <a:rect l="l" t="t" r="r" b="b"/>
              <a:pathLst>
                <a:path w="15122" h="22463" extrusionOk="0">
                  <a:moveTo>
                    <a:pt x="12608" y="0"/>
                  </a:moveTo>
                  <a:lnTo>
                    <a:pt x="777" y="18559"/>
                  </a:lnTo>
                  <a:cubicBezTo>
                    <a:pt x="777" y="18559"/>
                    <a:pt x="1" y="20888"/>
                    <a:pt x="2922" y="22072"/>
                  </a:cubicBezTo>
                  <a:cubicBezTo>
                    <a:pt x="3637" y="22356"/>
                    <a:pt x="4284" y="22463"/>
                    <a:pt x="4852" y="22463"/>
                  </a:cubicBezTo>
                  <a:cubicBezTo>
                    <a:pt x="6576" y="22463"/>
                    <a:pt x="7580" y="21480"/>
                    <a:pt x="7580" y="21480"/>
                  </a:cubicBezTo>
                  <a:lnTo>
                    <a:pt x="15122" y="14714"/>
                  </a:lnTo>
                  <a:lnTo>
                    <a:pt x="126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4729;p64">
              <a:extLst>
                <a:ext uri="{FF2B5EF4-FFF2-40B4-BE49-F238E27FC236}">
                  <a16:creationId xmlns:a16="http://schemas.microsoft.com/office/drawing/2014/main" xmlns="" id="{DF1037AC-6C7D-27C2-C1F8-3035F308B166}"/>
                </a:ext>
              </a:extLst>
            </p:cNvPr>
            <p:cNvSpPr/>
            <p:nvPr/>
          </p:nvSpPr>
          <p:spPr>
            <a:xfrm>
              <a:off x="3113550" y="2944025"/>
              <a:ext cx="376200" cy="577100"/>
            </a:xfrm>
            <a:custGeom>
              <a:avLst/>
              <a:gdLst/>
              <a:ahLst/>
              <a:cxnLst/>
              <a:rect l="l" t="t" r="r" b="b"/>
              <a:pathLst>
                <a:path w="15048" h="23084" extrusionOk="0">
                  <a:moveTo>
                    <a:pt x="12046" y="1166"/>
                  </a:moveTo>
                  <a:lnTo>
                    <a:pt x="14419" y="14913"/>
                  </a:lnTo>
                  <a:lnTo>
                    <a:pt x="6988" y="21568"/>
                  </a:lnTo>
                  <a:cubicBezTo>
                    <a:pt x="6951" y="21605"/>
                    <a:pt x="6027" y="22455"/>
                    <a:pt x="4511" y="22455"/>
                  </a:cubicBezTo>
                  <a:cubicBezTo>
                    <a:pt x="3957" y="22455"/>
                    <a:pt x="3365" y="22345"/>
                    <a:pt x="2663" y="22086"/>
                  </a:cubicBezTo>
                  <a:cubicBezTo>
                    <a:pt x="1775" y="21716"/>
                    <a:pt x="1258" y="21272"/>
                    <a:pt x="999" y="20829"/>
                  </a:cubicBezTo>
                  <a:cubicBezTo>
                    <a:pt x="703" y="20385"/>
                    <a:pt x="629" y="19941"/>
                    <a:pt x="629" y="19572"/>
                  </a:cubicBezTo>
                  <a:cubicBezTo>
                    <a:pt x="629" y="19387"/>
                    <a:pt x="666" y="19239"/>
                    <a:pt x="666" y="19128"/>
                  </a:cubicBezTo>
                  <a:lnTo>
                    <a:pt x="703" y="19017"/>
                  </a:lnTo>
                  <a:lnTo>
                    <a:pt x="703" y="18996"/>
                  </a:lnTo>
                  <a:lnTo>
                    <a:pt x="703" y="18996"/>
                  </a:lnTo>
                  <a:lnTo>
                    <a:pt x="12046" y="1166"/>
                  </a:lnTo>
                  <a:close/>
                  <a:moveTo>
                    <a:pt x="12187" y="0"/>
                  </a:moveTo>
                  <a:cubicBezTo>
                    <a:pt x="12097" y="0"/>
                    <a:pt x="12007" y="42"/>
                    <a:pt x="11979" y="125"/>
                  </a:cubicBezTo>
                  <a:lnTo>
                    <a:pt x="149" y="18721"/>
                  </a:lnTo>
                  <a:lnTo>
                    <a:pt x="112" y="18795"/>
                  </a:lnTo>
                  <a:cubicBezTo>
                    <a:pt x="112" y="18795"/>
                    <a:pt x="1" y="19128"/>
                    <a:pt x="1" y="19572"/>
                  </a:cubicBezTo>
                  <a:cubicBezTo>
                    <a:pt x="1" y="20015"/>
                    <a:pt x="112" y="20570"/>
                    <a:pt x="481" y="21162"/>
                  </a:cubicBezTo>
                  <a:cubicBezTo>
                    <a:pt x="814" y="21716"/>
                    <a:pt x="1443" y="22271"/>
                    <a:pt x="2441" y="22640"/>
                  </a:cubicBezTo>
                  <a:cubicBezTo>
                    <a:pt x="3180" y="22973"/>
                    <a:pt x="3883" y="23084"/>
                    <a:pt x="4511" y="23084"/>
                  </a:cubicBezTo>
                  <a:cubicBezTo>
                    <a:pt x="6323" y="23084"/>
                    <a:pt x="7395" y="22049"/>
                    <a:pt x="7395" y="22012"/>
                  </a:cubicBezTo>
                  <a:lnTo>
                    <a:pt x="14937" y="15246"/>
                  </a:lnTo>
                  <a:cubicBezTo>
                    <a:pt x="15011" y="15172"/>
                    <a:pt x="15048" y="15061"/>
                    <a:pt x="15048" y="14950"/>
                  </a:cubicBezTo>
                  <a:lnTo>
                    <a:pt x="12534" y="236"/>
                  </a:lnTo>
                  <a:cubicBezTo>
                    <a:pt x="12497" y="125"/>
                    <a:pt x="12423" y="14"/>
                    <a:pt x="12275" y="14"/>
                  </a:cubicBezTo>
                  <a:cubicBezTo>
                    <a:pt x="12247" y="5"/>
                    <a:pt x="12217" y="0"/>
                    <a:pt x="12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4730;p64">
              <a:extLst>
                <a:ext uri="{FF2B5EF4-FFF2-40B4-BE49-F238E27FC236}">
                  <a16:creationId xmlns:a16="http://schemas.microsoft.com/office/drawing/2014/main" xmlns="" id="{7C65C805-3107-47D9-3494-A17E3D7AD8E6}"/>
                </a:ext>
              </a:extLst>
            </p:cNvPr>
            <p:cNvSpPr/>
            <p:nvPr/>
          </p:nvSpPr>
          <p:spPr>
            <a:xfrm>
              <a:off x="4058150" y="2922175"/>
              <a:ext cx="1011175" cy="521400"/>
            </a:xfrm>
            <a:custGeom>
              <a:avLst/>
              <a:gdLst/>
              <a:ahLst/>
              <a:cxnLst/>
              <a:rect l="l" t="t" r="r" b="b"/>
              <a:pathLst>
                <a:path w="40447" h="20856" extrusionOk="0">
                  <a:moveTo>
                    <a:pt x="7173" y="1"/>
                  </a:moveTo>
                  <a:lnTo>
                    <a:pt x="1" y="10649"/>
                  </a:lnTo>
                  <a:lnTo>
                    <a:pt x="15861" y="20113"/>
                  </a:lnTo>
                  <a:cubicBezTo>
                    <a:pt x="16705" y="20604"/>
                    <a:pt x="17644" y="20855"/>
                    <a:pt x="18582" y="20855"/>
                  </a:cubicBezTo>
                  <a:cubicBezTo>
                    <a:pt x="19410" y="20855"/>
                    <a:pt x="20237" y="20660"/>
                    <a:pt x="21000" y="20261"/>
                  </a:cubicBezTo>
                  <a:lnTo>
                    <a:pt x="40446" y="10353"/>
                  </a:lnTo>
                  <a:lnTo>
                    <a:pt x="38968" y="7617"/>
                  </a:lnTo>
                  <a:lnTo>
                    <a:pt x="21591" y="13680"/>
                  </a:lnTo>
                  <a:lnTo>
                    <a:pt x="71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4731;p64">
              <a:extLst>
                <a:ext uri="{FF2B5EF4-FFF2-40B4-BE49-F238E27FC236}">
                  <a16:creationId xmlns:a16="http://schemas.microsoft.com/office/drawing/2014/main" xmlns="" id="{51D577F6-61E0-1072-8480-7C888998E1C7}"/>
                </a:ext>
              </a:extLst>
            </p:cNvPr>
            <p:cNvSpPr/>
            <p:nvPr/>
          </p:nvSpPr>
          <p:spPr>
            <a:xfrm>
              <a:off x="4049825" y="2914800"/>
              <a:ext cx="1026900" cy="537025"/>
            </a:xfrm>
            <a:custGeom>
              <a:avLst/>
              <a:gdLst/>
              <a:ahLst/>
              <a:cxnLst/>
              <a:rect l="l" t="t" r="r" b="b"/>
              <a:pathLst>
                <a:path w="41076" h="21481" extrusionOk="0">
                  <a:moveTo>
                    <a:pt x="7540" y="760"/>
                  </a:moveTo>
                  <a:lnTo>
                    <a:pt x="21740" y="14197"/>
                  </a:lnTo>
                  <a:cubicBezTo>
                    <a:pt x="21794" y="14251"/>
                    <a:pt x="21868" y="14285"/>
                    <a:pt x="21947" y="14285"/>
                  </a:cubicBezTo>
                  <a:cubicBezTo>
                    <a:pt x="21976" y="14285"/>
                    <a:pt x="22006" y="14281"/>
                    <a:pt x="22035" y="14271"/>
                  </a:cubicBezTo>
                  <a:lnTo>
                    <a:pt x="39153" y="8282"/>
                  </a:lnTo>
                  <a:lnTo>
                    <a:pt x="40336" y="10500"/>
                  </a:lnTo>
                  <a:lnTo>
                    <a:pt x="21222" y="20297"/>
                  </a:lnTo>
                  <a:cubicBezTo>
                    <a:pt x="20483" y="20667"/>
                    <a:pt x="19706" y="20852"/>
                    <a:pt x="18930" y="20852"/>
                  </a:cubicBezTo>
                  <a:cubicBezTo>
                    <a:pt x="18043" y="20852"/>
                    <a:pt x="17155" y="20593"/>
                    <a:pt x="16342" y="20149"/>
                  </a:cubicBezTo>
                  <a:lnTo>
                    <a:pt x="740" y="10833"/>
                  </a:lnTo>
                  <a:lnTo>
                    <a:pt x="7540" y="760"/>
                  </a:lnTo>
                  <a:close/>
                  <a:moveTo>
                    <a:pt x="7469" y="0"/>
                  </a:moveTo>
                  <a:cubicBezTo>
                    <a:pt x="7358" y="0"/>
                    <a:pt x="7284" y="74"/>
                    <a:pt x="7247" y="148"/>
                  </a:cubicBezTo>
                  <a:lnTo>
                    <a:pt x="75" y="10759"/>
                  </a:lnTo>
                  <a:cubicBezTo>
                    <a:pt x="1" y="10833"/>
                    <a:pt x="1" y="10944"/>
                    <a:pt x="38" y="11017"/>
                  </a:cubicBezTo>
                  <a:cubicBezTo>
                    <a:pt x="38" y="11091"/>
                    <a:pt x="75" y="11165"/>
                    <a:pt x="149" y="11202"/>
                  </a:cubicBezTo>
                  <a:lnTo>
                    <a:pt x="16046" y="20667"/>
                  </a:lnTo>
                  <a:cubicBezTo>
                    <a:pt x="16933" y="21184"/>
                    <a:pt x="17932" y="21480"/>
                    <a:pt x="18930" y="21480"/>
                  </a:cubicBezTo>
                  <a:cubicBezTo>
                    <a:pt x="19817" y="21480"/>
                    <a:pt x="20667" y="21258"/>
                    <a:pt x="21481" y="20852"/>
                  </a:cubicBezTo>
                  <a:lnTo>
                    <a:pt x="40927" y="10907"/>
                  </a:lnTo>
                  <a:cubicBezTo>
                    <a:pt x="40964" y="10870"/>
                    <a:pt x="41038" y="10833"/>
                    <a:pt x="41075" y="10722"/>
                  </a:cubicBezTo>
                  <a:cubicBezTo>
                    <a:pt x="41075" y="10648"/>
                    <a:pt x="41075" y="10574"/>
                    <a:pt x="41038" y="10500"/>
                  </a:cubicBezTo>
                  <a:lnTo>
                    <a:pt x="39559" y="7764"/>
                  </a:lnTo>
                  <a:cubicBezTo>
                    <a:pt x="39531" y="7651"/>
                    <a:pt x="39417" y="7603"/>
                    <a:pt x="39298" y="7603"/>
                  </a:cubicBezTo>
                  <a:cubicBezTo>
                    <a:pt x="39262" y="7603"/>
                    <a:pt x="39225" y="7607"/>
                    <a:pt x="39190" y="7616"/>
                  </a:cubicBezTo>
                  <a:lnTo>
                    <a:pt x="21998" y="13605"/>
                  </a:lnTo>
                  <a:lnTo>
                    <a:pt x="7691" y="74"/>
                  </a:lnTo>
                  <a:cubicBezTo>
                    <a:pt x="7617" y="37"/>
                    <a:pt x="7543" y="0"/>
                    <a:pt x="7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4732;p64">
              <a:extLst>
                <a:ext uri="{FF2B5EF4-FFF2-40B4-BE49-F238E27FC236}">
                  <a16:creationId xmlns:a16="http://schemas.microsoft.com/office/drawing/2014/main" xmlns="" id="{D407E49E-6C6F-E51D-0FE0-AF1E5359E97C}"/>
                </a:ext>
              </a:extLst>
            </p:cNvPr>
            <p:cNvSpPr/>
            <p:nvPr/>
          </p:nvSpPr>
          <p:spPr>
            <a:xfrm>
              <a:off x="5032325" y="2936500"/>
              <a:ext cx="282850" cy="248425"/>
            </a:xfrm>
            <a:custGeom>
              <a:avLst/>
              <a:gdLst/>
              <a:ahLst/>
              <a:cxnLst/>
              <a:rect l="l" t="t" r="r" b="b"/>
              <a:pathLst>
                <a:path w="11314" h="9937" extrusionOk="0">
                  <a:moveTo>
                    <a:pt x="3692" y="1"/>
                  </a:moveTo>
                  <a:cubicBezTo>
                    <a:pt x="3456" y="1"/>
                    <a:pt x="3291" y="130"/>
                    <a:pt x="3291" y="130"/>
                  </a:cubicBezTo>
                  <a:lnTo>
                    <a:pt x="1479" y="4197"/>
                  </a:lnTo>
                  <a:lnTo>
                    <a:pt x="1" y="7044"/>
                  </a:lnTo>
                  <a:lnTo>
                    <a:pt x="1479" y="9780"/>
                  </a:lnTo>
                  <a:cubicBezTo>
                    <a:pt x="1479" y="9780"/>
                    <a:pt x="2594" y="9936"/>
                    <a:pt x="3401" y="9936"/>
                  </a:cubicBezTo>
                  <a:cubicBezTo>
                    <a:pt x="3704" y="9936"/>
                    <a:pt x="3963" y="9914"/>
                    <a:pt x="4104" y="9854"/>
                  </a:cubicBezTo>
                  <a:cubicBezTo>
                    <a:pt x="4474" y="9669"/>
                    <a:pt x="5546" y="9077"/>
                    <a:pt x="6175" y="8671"/>
                  </a:cubicBezTo>
                  <a:cubicBezTo>
                    <a:pt x="6470" y="8486"/>
                    <a:pt x="6692" y="8153"/>
                    <a:pt x="6766" y="7783"/>
                  </a:cubicBezTo>
                  <a:lnTo>
                    <a:pt x="7173" y="4863"/>
                  </a:lnTo>
                  <a:cubicBezTo>
                    <a:pt x="7173" y="4863"/>
                    <a:pt x="9391" y="3864"/>
                    <a:pt x="10796" y="3014"/>
                  </a:cubicBezTo>
                  <a:cubicBezTo>
                    <a:pt x="11314" y="2681"/>
                    <a:pt x="10759" y="2090"/>
                    <a:pt x="10537" y="1905"/>
                  </a:cubicBezTo>
                  <a:cubicBezTo>
                    <a:pt x="10467" y="1835"/>
                    <a:pt x="10382" y="1809"/>
                    <a:pt x="10291" y="1809"/>
                  </a:cubicBezTo>
                  <a:cubicBezTo>
                    <a:pt x="10239" y="1809"/>
                    <a:pt x="10185" y="1818"/>
                    <a:pt x="10131" y="1831"/>
                  </a:cubicBezTo>
                  <a:lnTo>
                    <a:pt x="5805" y="3495"/>
                  </a:lnTo>
                  <a:lnTo>
                    <a:pt x="3846" y="3162"/>
                  </a:lnTo>
                  <a:cubicBezTo>
                    <a:pt x="4067" y="2423"/>
                    <a:pt x="4659" y="722"/>
                    <a:pt x="4326" y="352"/>
                  </a:cubicBezTo>
                  <a:cubicBezTo>
                    <a:pt x="4101" y="78"/>
                    <a:pt x="3875" y="1"/>
                    <a:pt x="369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4733;p64">
              <a:extLst>
                <a:ext uri="{FF2B5EF4-FFF2-40B4-BE49-F238E27FC236}">
                  <a16:creationId xmlns:a16="http://schemas.microsoft.com/office/drawing/2014/main" xmlns="" id="{902BB596-3D53-7D62-FDA1-74F3D6611FDC}"/>
                </a:ext>
              </a:extLst>
            </p:cNvPr>
            <p:cNvSpPr/>
            <p:nvPr/>
          </p:nvSpPr>
          <p:spPr>
            <a:xfrm>
              <a:off x="5024000" y="2928650"/>
              <a:ext cx="291175" cy="263450"/>
            </a:xfrm>
            <a:custGeom>
              <a:avLst/>
              <a:gdLst/>
              <a:ahLst/>
              <a:cxnLst/>
              <a:rect l="l" t="t" r="r" b="b"/>
              <a:pathLst>
                <a:path w="11647" h="10538" extrusionOk="0">
                  <a:moveTo>
                    <a:pt x="4031" y="629"/>
                  </a:moveTo>
                  <a:cubicBezTo>
                    <a:pt x="4142" y="629"/>
                    <a:pt x="4252" y="666"/>
                    <a:pt x="4400" y="851"/>
                  </a:cubicBezTo>
                  <a:cubicBezTo>
                    <a:pt x="4437" y="851"/>
                    <a:pt x="4437" y="925"/>
                    <a:pt x="4437" y="1036"/>
                  </a:cubicBezTo>
                  <a:cubicBezTo>
                    <a:pt x="4437" y="1295"/>
                    <a:pt x="4363" y="1775"/>
                    <a:pt x="4216" y="2219"/>
                  </a:cubicBezTo>
                  <a:cubicBezTo>
                    <a:pt x="4105" y="2663"/>
                    <a:pt x="3957" y="3069"/>
                    <a:pt x="3883" y="3402"/>
                  </a:cubicBezTo>
                  <a:cubicBezTo>
                    <a:pt x="3883" y="3476"/>
                    <a:pt x="3883" y="3550"/>
                    <a:pt x="3920" y="3624"/>
                  </a:cubicBezTo>
                  <a:cubicBezTo>
                    <a:pt x="3957" y="3698"/>
                    <a:pt x="4031" y="3772"/>
                    <a:pt x="4142" y="3772"/>
                  </a:cubicBezTo>
                  <a:lnTo>
                    <a:pt x="6101" y="4104"/>
                  </a:lnTo>
                  <a:lnTo>
                    <a:pt x="6249" y="4104"/>
                  </a:lnTo>
                  <a:lnTo>
                    <a:pt x="10574" y="2441"/>
                  </a:lnTo>
                  <a:lnTo>
                    <a:pt x="10685" y="2441"/>
                  </a:lnTo>
                  <a:cubicBezTo>
                    <a:pt x="10722" y="2515"/>
                    <a:pt x="10833" y="2589"/>
                    <a:pt x="10907" y="2700"/>
                  </a:cubicBezTo>
                  <a:cubicBezTo>
                    <a:pt x="10981" y="2811"/>
                    <a:pt x="11018" y="2921"/>
                    <a:pt x="11018" y="2958"/>
                  </a:cubicBezTo>
                  <a:lnTo>
                    <a:pt x="11018" y="2995"/>
                  </a:lnTo>
                  <a:lnTo>
                    <a:pt x="10944" y="3069"/>
                  </a:lnTo>
                  <a:cubicBezTo>
                    <a:pt x="10279" y="3476"/>
                    <a:pt x="9391" y="3920"/>
                    <a:pt x="8652" y="4289"/>
                  </a:cubicBezTo>
                  <a:cubicBezTo>
                    <a:pt x="8319" y="4437"/>
                    <a:pt x="7987" y="4622"/>
                    <a:pt x="7765" y="4696"/>
                  </a:cubicBezTo>
                  <a:cubicBezTo>
                    <a:pt x="7543" y="4807"/>
                    <a:pt x="7395" y="4881"/>
                    <a:pt x="7395" y="4881"/>
                  </a:cubicBezTo>
                  <a:cubicBezTo>
                    <a:pt x="7284" y="4918"/>
                    <a:pt x="7247" y="5029"/>
                    <a:pt x="7210" y="5103"/>
                  </a:cubicBezTo>
                  <a:lnTo>
                    <a:pt x="6766" y="8060"/>
                  </a:lnTo>
                  <a:cubicBezTo>
                    <a:pt x="6730" y="8356"/>
                    <a:pt x="6582" y="8578"/>
                    <a:pt x="6323" y="8726"/>
                  </a:cubicBezTo>
                  <a:cubicBezTo>
                    <a:pt x="6027" y="8911"/>
                    <a:pt x="5620" y="9169"/>
                    <a:pt x="5214" y="9391"/>
                  </a:cubicBezTo>
                  <a:cubicBezTo>
                    <a:pt x="4844" y="9613"/>
                    <a:pt x="4474" y="9798"/>
                    <a:pt x="4326" y="9872"/>
                  </a:cubicBezTo>
                  <a:cubicBezTo>
                    <a:pt x="4326" y="9872"/>
                    <a:pt x="4216" y="9909"/>
                    <a:pt x="4105" y="9909"/>
                  </a:cubicBezTo>
                  <a:cubicBezTo>
                    <a:pt x="3994" y="9909"/>
                    <a:pt x="3846" y="9946"/>
                    <a:pt x="3698" y="9946"/>
                  </a:cubicBezTo>
                  <a:cubicBezTo>
                    <a:pt x="3328" y="9946"/>
                    <a:pt x="2848" y="9909"/>
                    <a:pt x="2478" y="9872"/>
                  </a:cubicBezTo>
                  <a:cubicBezTo>
                    <a:pt x="2281" y="9852"/>
                    <a:pt x="2116" y="9833"/>
                    <a:pt x="2004" y="9818"/>
                  </a:cubicBezTo>
                  <a:lnTo>
                    <a:pt x="2004" y="9818"/>
                  </a:lnTo>
                  <a:lnTo>
                    <a:pt x="703" y="7358"/>
                  </a:lnTo>
                  <a:lnTo>
                    <a:pt x="2071" y="4659"/>
                  </a:lnTo>
                  <a:lnTo>
                    <a:pt x="2108" y="4659"/>
                  </a:lnTo>
                  <a:lnTo>
                    <a:pt x="3885" y="670"/>
                  </a:lnTo>
                  <a:lnTo>
                    <a:pt x="3885" y="670"/>
                  </a:lnTo>
                  <a:cubicBezTo>
                    <a:pt x="3923" y="650"/>
                    <a:pt x="3972" y="629"/>
                    <a:pt x="4031" y="629"/>
                  </a:cubicBezTo>
                  <a:close/>
                  <a:moveTo>
                    <a:pt x="4031" y="1"/>
                  </a:moveTo>
                  <a:cubicBezTo>
                    <a:pt x="3698" y="1"/>
                    <a:pt x="3476" y="186"/>
                    <a:pt x="3439" y="223"/>
                  </a:cubicBezTo>
                  <a:lnTo>
                    <a:pt x="3365" y="333"/>
                  </a:lnTo>
                  <a:lnTo>
                    <a:pt x="1517" y="4400"/>
                  </a:lnTo>
                  <a:lnTo>
                    <a:pt x="75" y="7210"/>
                  </a:lnTo>
                  <a:cubicBezTo>
                    <a:pt x="1" y="7284"/>
                    <a:pt x="1" y="7395"/>
                    <a:pt x="75" y="7506"/>
                  </a:cubicBezTo>
                  <a:lnTo>
                    <a:pt x="1517" y="10242"/>
                  </a:lnTo>
                  <a:cubicBezTo>
                    <a:pt x="1591" y="10316"/>
                    <a:pt x="1665" y="10390"/>
                    <a:pt x="1775" y="10390"/>
                  </a:cubicBezTo>
                  <a:cubicBezTo>
                    <a:pt x="1775" y="10390"/>
                    <a:pt x="2848" y="10537"/>
                    <a:pt x="3698" y="10537"/>
                  </a:cubicBezTo>
                  <a:lnTo>
                    <a:pt x="4179" y="10537"/>
                  </a:lnTo>
                  <a:cubicBezTo>
                    <a:pt x="4326" y="10500"/>
                    <a:pt x="4437" y="10500"/>
                    <a:pt x="4585" y="10426"/>
                  </a:cubicBezTo>
                  <a:cubicBezTo>
                    <a:pt x="4770" y="10353"/>
                    <a:pt x="5140" y="10168"/>
                    <a:pt x="5546" y="9909"/>
                  </a:cubicBezTo>
                  <a:cubicBezTo>
                    <a:pt x="5916" y="9687"/>
                    <a:pt x="6323" y="9465"/>
                    <a:pt x="6656" y="9243"/>
                  </a:cubicBezTo>
                  <a:cubicBezTo>
                    <a:pt x="7062" y="9022"/>
                    <a:pt x="7321" y="8615"/>
                    <a:pt x="7395" y="8171"/>
                  </a:cubicBezTo>
                  <a:lnTo>
                    <a:pt x="7816" y="5361"/>
                  </a:lnTo>
                  <a:lnTo>
                    <a:pt x="7816" y="5361"/>
                  </a:lnTo>
                  <a:cubicBezTo>
                    <a:pt x="8353" y="5115"/>
                    <a:pt x="10100" y="4299"/>
                    <a:pt x="11277" y="3587"/>
                  </a:cubicBezTo>
                  <a:cubicBezTo>
                    <a:pt x="11388" y="3513"/>
                    <a:pt x="11499" y="3439"/>
                    <a:pt x="11536" y="3328"/>
                  </a:cubicBezTo>
                  <a:cubicBezTo>
                    <a:pt x="11610" y="3217"/>
                    <a:pt x="11647" y="3069"/>
                    <a:pt x="11647" y="2958"/>
                  </a:cubicBezTo>
                  <a:cubicBezTo>
                    <a:pt x="11647" y="2700"/>
                    <a:pt x="11536" y="2515"/>
                    <a:pt x="11425" y="2330"/>
                  </a:cubicBezTo>
                  <a:cubicBezTo>
                    <a:pt x="11277" y="2182"/>
                    <a:pt x="11166" y="2071"/>
                    <a:pt x="11055" y="1960"/>
                  </a:cubicBezTo>
                  <a:cubicBezTo>
                    <a:pt x="10944" y="1886"/>
                    <a:pt x="10759" y="1812"/>
                    <a:pt x="10611" y="1812"/>
                  </a:cubicBezTo>
                  <a:cubicBezTo>
                    <a:pt x="10537" y="1812"/>
                    <a:pt x="10427" y="1849"/>
                    <a:pt x="10353" y="1886"/>
                  </a:cubicBezTo>
                  <a:lnTo>
                    <a:pt x="6101" y="3476"/>
                  </a:lnTo>
                  <a:lnTo>
                    <a:pt x="4563" y="3230"/>
                  </a:lnTo>
                  <a:lnTo>
                    <a:pt x="4563" y="3230"/>
                  </a:lnTo>
                  <a:cubicBezTo>
                    <a:pt x="4638" y="2974"/>
                    <a:pt x="4731" y="2670"/>
                    <a:pt x="4807" y="2367"/>
                  </a:cubicBezTo>
                  <a:cubicBezTo>
                    <a:pt x="4955" y="1886"/>
                    <a:pt x="5066" y="1443"/>
                    <a:pt x="5066" y="1036"/>
                  </a:cubicBezTo>
                  <a:cubicBezTo>
                    <a:pt x="5066" y="851"/>
                    <a:pt x="5029" y="629"/>
                    <a:pt x="4881" y="444"/>
                  </a:cubicBezTo>
                  <a:cubicBezTo>
                    <a:pt x="4622" y="149"/>
                    <a:pt x="4326" y="1"/>
                    <a:pt x="4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4734;p64">
              <a:extLst>
                <a:ext uri="{FF2B5EF4-FFF2-40B4-BE49-F238E27FC236}">
                  <a16:creationId xmlns:a16="http://schemas.microsoft.com/office/drawing/2014/main" xmlns="" id="{917D9B2B-D86E-B5C7-0196-4097D4CC1941}"/>
                </a:ext>
              </a:extLst>
            </p:cNvPr>
            <p:cNvSpPr/>
            <p:nvPr/>
          </p:nvSpPr>
          <p:spPr>
            <a:xfrm>
              <a:off x="5170975" y="3049725"/>
              <a:ext cx="49925" cy="34225"/>
            </a:xfrm>
            <a:custGeom>
              <a:avLst/>
              <a:gdLst/>
              <a:ahLst/>
              <a:cxnLst/>
              <a:rect l="l" t="t" r="r" b="b"/>
              <a:pathLst>
                <a:path w="1997" h="1369" extrusionOk="0">
                  <a:moveTo>
                    <a:pt x="1635" y="1"/>
                  </a:moveTo>
                  <a:cubicBezTo>
                    <a:pt x="1582" y="1"/>
                    <a:pt x="1528" y="13"/>
                    <a:pt x="1479" y="38"/>
                  </a:cubicBezTo>
                  <a:lnTo>
                    <a:pt x="185" y="777"/>
                  </a:lnTo>
                  <a:cubicBezTo>
                    <a:pt x="37" y="888"/>
                    <a:pt x="0" y="1073"/>
                    <a:pt x="74" y="1221"/>
                  </a:cubicBezTo>
                  <a:cubicBezTo>
                    <a:pt x="123" y="1320"/>
                    <a:pt x="222" y="1369"/>
                    <a:pt x="326" y="1369"/>
                  </a:cubicBezTo>
                  <a:cubicBezTo>
                    <a:pt x="378" y="1369"/>
                    <a:pt x="432" y="1357"/>
                    <a:pt x="481" y="1332"/>
                  </a:cubicBezTo>
                  <a:lnTo>
                    <a:pt x="1812" y="592"/>
                  </a:lnTo>
                  <a:cubicBezTo>
                    <a:pt x="1960" y="519"/>
                    <a:pt x="1997" y="297"/>
                    <a:pt x="1923" y="149"/>
                  </a:cubicBezTo>
                  <a:cubicBezTo>
                    <a:pt x="1849" y="50"/>
                    <a:pt x="1742" y="1"/>
                    <a:pt x="1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4735;p64">
              <a:extLst>
                <a:ext uri="{FF2B5EF4-FFF2-40B4-BE49-F238E27FC236}">
                  <a16:creationId xmlns:a16="http://schemas.microsoft.com/office/drawing/2014/main" xmlns="" id="{7CC54153-47CB-A5D2-9D3A-DAC2C9C6A135}"/>
                </a:ext>
              </a:extLst>
            </p:cNvPr>
            <p:cNvSpPr/>
            <p:nvPr/>
          </p:nvSpPr>
          <p:spPr>
            <a:xfrm>
              <a:off x="5177425" y="3078150"/>
              <a:ext cx="36075" cy="32750"/>
            </a:xfrm>
            <a:custGeom>
              <a:avLst/>
              <a:gdLst/>
              <a:ahLst/>
              <a:cxnLst/>
              <a:rect l="l" t="t" r="r" b="b"/>
              <a:pathLst>
                <a:path w="1443" h="1310" extrusionOk="0">
                  <a:moveTo>
                    <a:pt x="1124" y="1"/>
                  </a:moveTo>
                  <a:cubicBezTo>
                    <a:pt x="1045" y="1"/>
                    <a:pt x="962" y="28"/>
                    <a:pt x="888" y="84"/>
                  </a:cubicBezTo>
                  <a:lnTo>
                    <a:pt x="149" y="786"/>
                  </a:lnTo>
                  <a:cubicBezTo>
                    <a:pt x="1" y="897"/>
                    <a:pt x="1" y="1082"/>
                    <a:pt x="112" y="1193"/>
                  </a:cubicBezTo>
                  <a:cubicBezTo>
                    <a:pt x="171" y="1272"/>
                    <a:pt x="263" y="1309"/>
                    <a:pt x="352" y="1309"/>
                  </a:cubicBezTo>
                  <a:cubicBezTo>
                    <a:pt x="429" y="1309"/>
                    <a:pt x="504" y="1282"/>
                    <a:pt x="556" y="1230"/>
                  </a:cubicBezTo>
                  <a:lnTo>
                    <a:pt x="1332" y="528"/>
                  </a:lnTo>
                  <a:cubicBezTo>
                    <a:pt x="1443" y="417"/>
                    <a:pt x="1443" y="232"/>
                    <a:pt x="1332" y="84"/>
                  </a:cubicBezTo>
                  <a:cubicBezTo>
                    <a:pt x="1276" y="28"/>
                    <a:pt x="1203" y="1"/>
                    <a:pt x="11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4736;p64">
              <a:extLst>
                <a:ext uri="{FF2B5EF4-FFF2-40B4-BE49-F238E27FC236}">
                  <a16:creationId xmlns:a16="http://schemas.microsoft.com/office/drawing/2014/main" xmlns="" id="{E0A3990A-86DF-E32C-E09A-A170C0E4CB24}"/>
                </a:ext>
              </a:extLst>
            </p:cNvPr>
            <p:cNvSpPr/>
            <p:nvPr/>
          </p:nvSpPr>
          <p:spPr>
            <a:xfrm>
              <a:off x="5175600" y="3110600"/>
              <a:ext cx="33275" cy="33575"/>
            </a:xfrm>
            <a:custGeom>
              <a:avLst/>
              <a:gdLst/>
              <a:ahLst/>
              <a:cxnLst/>
              <a:rect l="l" t="t" r="r" b="b"/>
              <a:pathLst>
                <a:path w="1331" h="1343" extrusionOk="0">
                  <a:moveTo>
                    <a:pt x="964" y="1"/>
                  </a:moveTo>
                  <a:cubicBezTo>
                    <a:pt x="880" y="1"/>
                    <a:pt x="799" y="38"/>
                    <a:pt x="739" y="117"/>
                  </a:cubicBezTo>
                  <a:lnTo>
                    <a:pt x="111" y="819"/>
                  </a:lnTo>
                  <a:cubicBezTo>
                    <a:pt x="0" y="967"/>
                    <a:pt x="37" y="1152"/>
                    <a:pt x="148" y="1263"/>
                  </a:cubicBezTo>
                  <a:cubicBezTo>
                    <a:pt x="217" y="1314"/>
                    <a:pt x="293" y="1342"/>
                    <a:pt x="367" y="1342"/>
                  </a:cubicBezTo>
                  <a:cubicBezTo>
                    <a:pt x="451" y="1342"/>
                    <a:pt x="532" y="1305"/>
                    <a:pt x="592" y="1226"/>
                  </a:cubicBezTo>
                  <a:lnTo>
                    <a:pt x="1220" y="524"/>
                  </a:lnTo>
                  <a:cubicBezTo>
                    <a:pt x="1331" y="376"/>
                    <a:pt x="1294" y="191"/>
                    <a:pt x="1183" y="80"/>
                  </a:cubicBezTo>
                  <a:cubicBezTo>
                    <a:pt x="1114" y="28"/>
                    <a:pt x="1038" y="1"/>
                    <a:pt x="9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4737;p64">
              <a:extLst>
                <a:ext uri="{FF2B5EF4-FFF2-40B4-BE49-F238E27FC236}">
                  <a16:creationId xmlns:a16="http://schemas.microsoft.com/office/drawing/2014/main" xmlns="" id="{D4DDDFB7-6FD6-2FAC-3771-75E91178A55B}"/>
                </a:ext>
              </a:extLst>
            </p:cNvPr>
            <p:cNvSpPr/>
            <p:nvPr/>
          </p:nvSpPr>
          <p:spPr>
            <a:xfrm>
              <a:off x="5094250" y="3007225"/>
              <a:ext cx="42550" cy="15725"/>
            </a:xfrm>
            <a:custGeom>
              <a:avLst/>
              <a:gdLst/>
              <a:ahLst/>
              <a:cxnLst/>
              <a:rect l="l" t="t" r="r" b="b"/>
              <a:pathLst>
                <a:path w="1702" h="629" extrusionOk="0">
                  <a:moveTo>
                    <a:pt x="296" y="0"/>
                  </a:moveTo>
                  <a:cubicBezTo>
                    <a:pt x="149" y="0"/>
                    <a:pt x="1" y="148"/>
                    <a:pt x="1" y="296"/>
                  </a:cubicBezTo>
                  <a:cubicBezTo>
                    <a:pt x="1" y="481"/>
                    <a:pt x="112" y="629"/>
                    <a:pt x="296" y="629"/>
                  </a:cubicBezTo>
                  <a:lnTo>
                    <a:pt x="1369" y="629"/>
                  </a:lnTo>
                  <a:cubicBezTo>
                    <a:pt x="1553" y="629"/>
                    <a:pt x="1664" y="481"/>
                    <a:pt x="1701" y="333"/>
                  </a:cubicBezTo>
                  <a:cubicBezTo>
                    <a:pt x="1701" y="148"/>
                    <a:pt x="1553" y="0"/>
                    <a:pt x="13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4738;p64">
              <a:extLst>
                <a:ext uri="{FF2B5EF4-FFF2-40B4-BE49-F238E27FC236}">
                  <a16:creationId xmlns:a16="http://schemas.microsoft.com/office/drawing/2014/main" xmlns="" id="{4756C434-7BC6-74A7-E3D4-6B8009E63C22}"/>
                </a:ext>
              </a:extLst>
            </p:cNvPr>
            <p:cNvSpPr/>
            <p:nvPr/>
          </p:nvSpPr>
          <p:spPr>
            <a:xfrm>
              <a:off x="3419475" y="2893525"/>
              <a:ext cx="818000" cy="942775"/>
            </a:xfrm>
            <a:custGeom>
              <a:avLst/>
              <a:gdLst/>
              <a:ahLst/>
              <a:cxnLst/>
              <a:rect l="l" t="t" r="r" b="b"/>
              <a:pathLst>
                <a:path w="32720" h="37711" extrusionOk="0">
                  <a:moveTo>
                    <a:pt x="13162" y="1"/>
                  </a:moveTo>
                  <a:cubicBezTo>
                    <a:pt x="7543" y="1"/>
                    <a:pt x="1" y="2330"/>
                    <a:pt x="1" y="2330"/>
                  </a:cubicBezTo>
                  <a:lnTo>
                    <a:pt x="4253" y="37711"/>
                  </a:lnTo>
                  <a:lnTo>
                    <a:pt x="28246" y="37711"/>
                  </a:lnTo>
                  <a:lnTo>
                    <a:pt x="32720" y="1147"/>
                  </a:lnTo>
                  <a:lnTo>
                    <a:pt x="28838" y="962"/>
                  </a:lnTo>
                  <a:cubicBezTo>
                    <a:pt x="28838" y="962"/>
                    <a:pt x="18782" y="1"/>
                    <a:pt x="13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4739;p64">
              <a:extLst>
                <a:ext uri="{FF2B5EF4-FFF2-40B4-BE49-F238E27FC236}">
                  <a16:creationId xmlns:a16="http://schemas.microsoft.com/office/drawing/2014/main" xmlns="" id="{0C875113-6007-F172-4819-0B794430AC90}"/>
                </a:ext>
              </a:extLst>
            </p:cNvPr>
            <p:cNvSpPr/>
            <p:nvPr/>
          </p:nvSpPr>
          <p:spPr>
            <a:xfrm>
              <a:off x="3411175" y="2886150"/>
              <a:ext cx="833700" cy="957550"/>
            </a:xfrm>
            <a:custGeom>
              <a:avLst/>
              <a:gdLst/>
              <a:ahLst/>
              <a:cxnLst/>
              <a:rect l="l" t="t" r="r" b="b"/>
              <a:pathLst>
                <a:path w="33348" h="38302" extrusionOk="0">
                  <a:moveTo>
                    <a:pt x="13494" y="592"/>
                  </a:moveTo>
                  <a:cubicBezTo>
                    <a:pt x="16267" y="592"/>
                    <a:pt x="20186" y="850"/>
                    <a:pt x="23403" y="1072"/>
                  </a:cubicBezTo>
                  <a:cubicBezTo>
                    <a:pt x="25029" y="1220"/>
                    <a:pt x="26434" y="1331"/>
                    <a:pt x="27469" y="1405"/>
                  </a:cubicBezTo>
                  <a:cubicBezTo>
                    <a:pt x="28505" y="1516"/>
                    <a:pt x="29133" y="1553"/>
                    <a:pt x="29133" y="1553"/>
                  </a:cubicBezTo>
                  <a:lnTo>
                    <a:pt x="32682" y="1738"/>
                  </a:lnTo>
                  <a:lnTo>
                    <a:pt x="28320" y="37710"/>
                  </a:lnTo>
                  <a:lnTo>
                    <a:pt x="4843" y="37710"/>
                  </a:lnTo>
                  <a:lnTo>
                    <a:pt x="659" y="2837"/>
                  </a:lnTo>
                  <a:lnTo>
                    <a:pt x="659" y="2837"/>
                  </a:lnTo>
                  <a:cubicBezTo>
                    <a:pt x="684" y="2829"/>
                    <a:pt x="711" y="2820"/>
                    <a:pt x="740" y="2810"/>
                  </a:cubicBezTo>
                  <a:cubicBezTo>
                    <a:pt x="2255" y="2366"/>
                    <a:pt x="8651" y="592"/>
                    <a:pt x="13494" y="592"/>
                  </a:cubicBezTo>
                  <a:close/>
                  <a:moveTo>
                    <a:pt x="13494" y="0"/>
                  </a:moveTo>
                  <a:cubicBezTo>
                    <a:pt x="7801" y="0"/>
                    <a:pt x="259" y="2329"/>
                    <a:pt x="222" y="2329"/>
                  </a:cubicBezTo>
                  <a:cubicBezTo>
                    <a:pt x="74" y="2366"/>
                    <a:pt x="0" y="2514"/>
                    <a:pt x="0" y="2662"/>
                  </a:cubicBezTo>
                  <a:lnTo>
                    <a:pt x="4289" y="38043"/>
                  </a:lnTo>
                  <a:cubicBezTo>
                    <a:pt x="4289" y="38191"/>
                    <a:pt x="4437" y="38302"/>
                    <a:pt x="4585" y="38302"/>
                  </a:cubicBezTo>
                  <a:lnTo>
                    <a:pt x="28578" y="38302"/>
                  </a:lnTo>
                  <a:cubicBezTo>
                    <a:pt x="28726" y="38302"/>
                    <a:pt x="28874" y="38191"/>
                    <a:pt x="28874" y="38043"/>
                  </a:cubicBezTo>
                  <a:lnTo>
                    <a:pt x="33348" y="1479"/>
                  </a:lnTo>
                  <a:cubicBezTo>
                    <a:pt x="33348" y="1405"/>
                    <a:pt x="33311" y="1331"/>
                    <a:pt x="33274" y="1257"/>
                  </a:cubicBezTo>
                  <a:cubicBezTo>
                    <a:pt x="33200" y="1183"/>
                    <a:pt x="33126" y="1146"/>
                    <a:pt x="33052" y="1146"/>
                  </a:cubicBezTo>
                  <a:lnTo>
                    <a:pt x="29207" y="963"/>
                  </a:lnTo>
                  <a:lnTo>
                    <a:pt x="29207" y="963"/>
                  </a:lnTo>
                  <a:lnTo>
                    <a:pt x="29207" y="961"/>
                  </a:lnTo>
                  <a:cubicBezTo>
                    <a:pt x="29170" y="961"/>
                    <a:pt x="19114" y="0"/>
                    <a:pt x="13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4740;p64">
              <a:extLst>
                <a:ext uri="{FF2B5EF4-FFF2-40B4-BE49-F238E27FC236}">
                  <a16:creationId xmlns:a16="http://schemas.microsoft.com/office/drawing/2014/main" xmlns="" id="{78D0BF6F-10DF-F30E-D0A2-3E5606207D57}"/>
                </a:ext>
              </a:extLst>
            </p:cNvPr>
            <p:cNvSpPr/>
            <p:nvPr/>
          </p:nvSpPr>
          <p:spPr>
            <a:xfrm>
              <a:off x="3472175" y="3836275"/>
              <a:ext cx="732025" cy="440925"/>
            </a:xfrm>
            <a:custGeom>
              <a:avLst/>
              <a:gdLst/>
              <a:ahLst/>
              <a:cxnLst/>
              <a:rect l="l" t="t" r="r" b="b"/>
              <a:pathLst>
                <a:path w="29281" h="17637" extrusionOk="0">
                  <a:moveTo>
                    <a:pt x="2145" y="1"/>
                  </a:moveTo>
                  <a:lnTo>
                    <a:pt x="333" y="7284"/>
                  </a:lnTo>
                  <a:cubicBezTo>
                    <a:pt x="0" y="8541"/>
                    <a:pt x="185" y="9872"/>
                    <a:pt x="777" y="11055"/>
                  </a:cubicBezTo>
                  <a:lnTo>
                    <a:pt x="4178" y="17636"/>
                  </a:lnTo>
                  <a:lnTo>
                    <a:pt x="24992" y="17636"/>
                  </a:lnTo>
                  <a:lnTo>
                    <a:pt x="28283" y="11462"/>
                  </a:lnTo>
                  <a:cubicBezTo>
                    <a:pt x="29170" y="9872"/>
                    <a:pt x="29281" y="7950"/>
                    <a:pt x="28615" y="6249"/>
                  </a:cubicBezTo>
                  <a:lnTo>
                    <a:pt x="261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4741;p64">
              <a:extLst>
                <a:ext uri="{FF2B5EF4-FFF2-40B4-BE49-F238E27FC236}">
                  <a16:creationId xmlns:a16="http://schemas.microsoft.com/office/drawing/2014/main" xmlns="" id="{DDBEE8C5-18FC-894B-E3C3-CF94A33A9374}"/>
                </a:ext>
              </a:extLst>
            </p:cNvPr>
            <p:cNvSpPr/>
            <p:nvPr/>
          </p:nvSpPr>
          <p:spPr>
            <a:xfrm>
              <a:off x="3468475" y="3828900"/>
              <a:ext cx="737575" cy="455675"/>
            </a:xfrm>
            <a:custGeom>
              <a:avLst/>
              <a:gdLst/>
              <a:ahLst/>
              <a:cxnLst/>
              <a:rect l="l" t="t" r="r" b="b"/>
              <a:pathLst>
                <a:path w="29503" h="18227" extrusionOk="0">
                  <a:moveTo>
                    <a:pt x="26065" y="592"/>
                  </a:moveTo>
                  <a:lnTo>
                    <a:pt x="28468" y="6655"/>
                  </a:lnTo>
                  <a:cubicBezTo>
                    <a:pt x="28727" y="7357"/>
                    <a:pt x="28874" y="8097"/>
                    <a:pt x="28874" y="8836"/>
                  </a:cubicBezTo>
                  <a:cubicBezTo>
                    <a:pt x="28874" y="9797"/>
                    <a:pt x="28653" y="10759"/>
                    <a:pt x="28172" y="11646"/>
                  </a:cubicBezTo>
                  <a:lnTo>
                    <a:pt x="24956" y="17598"/>
                  </a:lnTo>
                  <a:lnTo>
                    <a:pt x="4511" y="17598"/>
                  </a:lnTo>
                  <a:lnTo>
                    <a:pt x="1183" y="11202"/>
                  </a:lnTo>
                  <a:cubicBezTo>
                    <a:pt x="814" y="10463"/>
                    <a:pt x="629" y="9687"/>
                    <a:pt x="629" y="8873"/>
                  </a:cubicBezTo>
                  <a:cubicBezTo>
                    <a:pt x="629" y="8467"/>
                    <a:pt x="666" y="8060"/>
                    <a:pt x="777" y="7653"/>
                  </a:cubicBezTo>
                  <a:lnTo>
                    <a:pt x="2533" y="592"/>
                  </a:lnTo>
                  <a:close/>
                  <a:moveTo>
                    <a:pt x="2293" y="0"/>
                  </a:moveTo>
                  <a:cubicBezTo>
                    <a:pt x="2145" y="0"/>
                    <a:pt x="2034" y="74"/>
                    <a:pt x="1997" y="222"/>
                  </a:cubicBezTo>
                  <a:lnTo>
                    <a:pt x="185" y="7505"/>
                  </a:lnTo>
                  <a:cubicBezTo>
                    <a:pt x="74" y="7949"/>
                    <a:pt x="0" y="8393"/>
                    <a:pt x="0" y="8873"/>
                  </a:cubicBezTo>
                  <a:cubicBezTo>
                    <a:pt x="0" y="9760"/>
                    <a:pt x="222" y="10685"/>
                    <a:pt x="629" y="11498"/>
                  </a:cubicBezTo>
                  <a:lnTo>
                    <a:pt x="4067" y="18079"/>
                  </a:lnTo>
                  <a:cubicBezTo>
                    <a:pt x="4104" y="18153"/>
                    <a:pt x="4215" y="18227"/>
                    <a:pt x="4326" y="18227"/>
                  </a:cubicBezTo>
                  <a:lnTo>
                    <a:pt x="25140" y="18227"/>
                  </a:lnTo>
                  <a:cubicBezTo>
                    <a:pt x="25251" y="18227"/>
                    <a:pt x="25362" y="18153"/>
                    <a:pt x="25399" y="18079"/>
                  </a:cubicBezTo>
                  <a:lnTo>
                    <a:pt x="28727" y="11905"/>
                  </a:lnTo>
                  <a:cubicBezTo>
                    <a:pt x="29244" y="10944"/>
                    <a:pt x="29503" y="9908"/>
                    <a:pt x="29503" y="8836"/>
                  </a:cubicBezTo>
                  <a:cubicBezTo>
                    <a:pt x="29503" y="8023"/>
                    <a:pt x="29318" y="7210"/>
                    <a:pt x="29022" y="6433"/>
                  </a:cubicBezTo>
                  <a:lnTo>
                    <a:pt x="26582" y="185"/>
                  </a:lnTo>
                  <a:cubicBezTo>
                    <a:pt x="26545" y="74"/>
                    <a:pt x="26434" y="0"/>
                    <a:pt x="262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4742;p64">
              <a:extLst>
                <a:ext uri="{FF2B5EF4-FFF2-40B4-BE49-F238E27FC236}">
                  <a16:creationId xmlns:a16="http://schemas.microsoft.com/office/drawing/2014/main" xmlns="" id="{B6DAC8C4-0D6D-BCA3-DDB5-1A3884CB6C04}"/>
                </a:ext>
              </a:extLst>
            </p:cNvPr>
            <p:cNvSpPr/>
            <p:nvPr/>
          </p:nvSpPr>
          <p:spPr>
            <a:xfrm>
              <a:off x="3795650" y="4161625"/>
              <a:ext cx="109100" cy="415025"/>
            </a:xfrm>
            <a:custGeom>
              <a:avLst/>
              <a:gdLst/>
              <a:ahLst/>
              <a:cxnLst/>
              <a:rect l="l" t="t" r="r" b="b"/>
              <a:pathLst>
                <a:path w="4364" h="16601" extrusionOk="0">
                  <a:moveTo>
                    <a:pt x="1" y="1"/>
                  </a:moveTo>
                  <a:lnTo>
                    <a:pt x="1" y="16601"/>
                  </a:lnTo>
                  <a:lnTo>
                    <a:pt x="4363" y="16601"/>
                  </a:lnTo>
                  <a:lnTo>
                    <a:pt x="43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4743;p64">
              <a:extLst>
                <a:ext uri="{FF2B5EF4-FFF2-40B4-BE49-F238E27FC236}">
                  <a16:creationId xmlns:a16="http://schemas.microsoft.com/office/drawing/2014/main" xmlns="" id="{EB65909D-7DFB-2D4C-8A8F-511425550336}"/>
                </a:ext>
              </a:extLst>
            </p:cNvPr>
            <p:cNvSpPr/>
            <p:nvPr/>
          </p:nvSpPr>
          <p:spPr>
            <a:xfrm>
              <a:off x="3788275" y="4154225"/>
              <a:ext cx="123875" cy="430750"/>
            </a:xfrm>
            <a:custGeom>
              <a:avLst/>
              <a:gdLst/>
              <a:ahLst/>
              <a:cxnLst/>
              <a:rect l="l" t="t" r="r" b="b"/>
              <a:pathLst>
                <a:path w="4955" h="17230" extrusionOk="0">
                  <a:moveTo>
                    <a:pt x="4363" y="592"/>
                  </a:moveTo>
                  <a:lnTo>
                    <a:pt x="4363" y="16601"/>
                  </a:lnTo>
                  <a:lnTo>
                    <a:pt x="629" y="16601"/>
                  </a:lnTo>
                  <a:lnTo>
                    <a:pt x="629" y="592"/>
                  </a:lnTo>
                  <a:close/>
                  <a:moveTo>
                    <a:pt x="296" y="1"/>
                  </a:moveTo>
                  <a:cubicBezTo>
                    <a:pt x="222" y="1"/>
                    <a:pt x="148" y="38"/>
                    <a:pt x="74" y="75"/>
                  </a:cubicBezTo>
                  <a:cubicBezTo>
                    <a:pt x="37" y="149"/>
                    <a:pt x="0" y="223"/>
                    <a:pt x="0" y="297"/>
                  </a:cubicBezTo>
                  <a:lnTo>
                    <a:pt x="0" y="16897"/>
                  </a:lnTo>
                  <a:cubicBezTo>
                    <a:pt x="0" y="17007"/>
                    <a:pt x="37" y="17081"/>
                    <a:pt x="74" y="17118"/>
                  </a:cubicBezTo>
                  <a:cubicBezTo>
                    <a:pt x="148" y="17192"/>
                    <a:pt x="222" y="17229"/>
                    <a:pt x="296" y="17229"/>
                  </a:cubicBezTo>
                  <a:lnTo>
                    <a:pt x="4658" y="17229"/>
                  </a:lnTo>
                  <a:cubicBezTo>
                    <a:pt x="4732" y="17229"/>
                    <a:pt x="4806" y="17192"/>
                    <a:pt x="4880" y="17118"/>
                  </a:cubicBezTo>
                  <a:cubicBezTo>
                    <a:pt x="4954" y="17081"/>
                    <a:pt x="4954" y="17007"/>
                    <a:pt x="4954" y="16897"/>
                  </a:cubicBezTo>
                  <a:lnTo>
                    <a:pt x="4954" y="297"/>
                  </a:lnTo>
                  <a:cubicBezTo>
                    <a:pt x="4954" y="223"/>
                    <a:pt x="4954" y="149"/>
                    <a:pt x="4880" y="75"/>
                  </a:cubicBezTo>
                  <a:cubicBezTo>
                    <a:pt x="4806" y="38"/>
                    <a:pt x="4732" y="1"/>
                    <a:pt x="46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4744;p64">
              <a:extLst>
                <a:ext uri="{FF2B5EF4-FFF2-40B4-BE49-F238E27FC236}">
                  <a16:creationId xmlns:a16="http://schemas.microsoft.com/office/drawing/2014/main" xmlns="" id="{978EED7A-FE52-4219-4351-C135936C12A7}"/>
                </a:ext>
              </a:extLst>
            </p:cNvPr>
            <p:cNvSpPr/>
            <p:nvPr/>
          </p:nvSpPr>
          <p:spPr>
            <a:xfrm>
              <a:off x="3767925" y="4511925"/>
              <a:ext cx="164550" cy="525000"/>
            </a:xfrm>
            <a:custGeom>
              <a:avLst/>
              <a:gdLst/>
              <a:ahLst/>
              <a:cxnLst/>
              <a:rect l="l" t="t" r="r" b="b"/>
              <a:pathLst>
                <a:path w="6582" h="21000" extrusionOk="0">
                  <a:moveTo>
                    <a:pt x="1" y="1"/>
                  </a:moveTo>
                  <a:lnTo>
                    <a:pt x="1" y="21000"/>
                  </a:lnTo>
                  <a:lnTo>
                    <a:pt x="6582" y="21000"/>
                  </a:lnTo>
                  <a:lnTo>
                    <a:pt x="65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4745;p64">
              <a:extLst>
                <a:ext uri="{FF2B5EF4-FFF2-40B4-BE49-F238E27FC236}">
                  <a16:creationId xmlns:a16="http://schemas.microsoft.com/office/drawing/2014/main" xmlns="" id="{570E7A5D-3264-3BD8-2051-8996E0B2BBED}"/>
                </a:ext>
              </a:extLst>
            </p:cNvPr>
            <p:cNvSpPr/>
            <p:nvPr/>
          </p:nvSpPr>
          <p:spPr>
            <a:xfrm>
              <a:off x="3760550" y="4503600"/>
              <a:ext cx="179325" cy="540725"/>
            </a:xfrm>
            <a:custGeom>
              <a:avLst/>
              <a:gdLst/>
              <a:ahLst/>
              <a:cxnLst/>
              <a:rect l="l" t="t" r="r" b="b"/>
              <a:pathLst>
                <a:path w="7173" h="21629" extrusionOk="0">
                  <a:moveTo>
                    <a:pt x="6581" y="629"/>
                  </a:moveTo>
                  <a:lnTo>
                    <a:pt x="6581" y="21037"/>
                  </a:lnTo>
                  <a:lnTo>
                    <a:pt x="629" y="21037"/>
                  </a:lnTo>
                  <a:lnTo>
                    <a:pt x="629" y="629"/>
                  </a:lnTo>
                  <a:close/>
                  <a:moveTo>
                    <a:pt x="296" y="1"/>
                  </a:moveTo>
                  <a:cubicBezTo>
                    <a:pt x="222" y="1"/>
                    <a:pt x="148" y="38"/>
                    <a:pt x="111" y="112"/>
                  </a:cubicBezTo>
                  <a:cubicBezTo>
                    <a:pt x="37" y="149"/>
                    <a:pt x="0" y="260"/>
                    <a:pt x="0" y="334"/>
                  </a:cubicBezTo>
                  <a:lnTo>
                    <a:pt x="0" y="21333"/>
                  </a:lnTo>
                  <a:cubicBezTo>
                    <a:pt x="0" y="21407"/>
                    <a:pt x="37" y="21481"/>
                    <a:pt x="111" y="21555"/>
                  </a:cubicBezTo>
                  <a:cubicBezTo>
                    <a:pt x="148" y="21592"/>
                    <a:pt x="222" y="21629"/>
                    <a:pt x="296" y="21629"/>
                  </a:cubicBezTo>
                  <a:lnTo>
                    <a:pt x="6877" y="21629"/>
                  </a:lnTo>
                  <a:cubicBezTo>
                    <a:pt x="6951" y="21629"/>
                    <a:pt x="7024" y="21592"/>
                    <a:pt x="7098" y="21555"/>
                  </a:cubicBezTo>
                  <a:cubicBezTo>
                    <a:pt x="7172" y="21481"/>
                    <a:pt x="7172" y="21407"/>
                    <a:pt x="7172" y="21333"/>
                  </a:cubicBezTo>
                  <a:lnTo>
                    <a:pt x="7172" y="334"/>
                  </a:lnTo>
                  <a:cubicBezTo>
                    <a:pt x="7172" y="260"/>
                    <a:pt x="7172" y="149"/>
                    <a:pt x="7098" y="112"/>
                  </a:cubicBezTo>
                  <a:cubicBezTo>
                    <a:pt x="7024" y="38"/>
                    <a:pt x="6951" y="1"/>
                    <a:pt x="68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4746;p64">
              <a:extLst>
                <a:ext uri="{FF2B5EF4-FFF2-40B4-BE49-F238E27FC236}">
                  <a16:creationId xmlns:a16="http://schemas.microsoft.com/office/drawing/2014/main" xmlns="" id="{3C55115D-F3B3-047B-0605-3C0D82568F93}"/>
                </a:ext>
              </a:extLst>
            </p:cNvPr>
            <p:cNvSpPr/>
            <p:nvPr/>
          </p:nvSpPr>
          <p:spPr>
            <a:xfrm>
              <a:off x="3244800" y="4999025"/>
              <a:ext cx="1202500" cy="159000"/>
            </a:xfrm>
            <a:custGeom>
              <a:avLst/>
              <a:gdLst/>
              <a:ahLst/>
              <a:cxnLst/>
              <a:rect l="l" t="t" r="r" b="b"/>
              <a:pathLst>
                <a:path w="48100" h="6360" extrusionOk="0">
                  <a:moveTo>
                    <a:pt x="23773" y="0"/>
                  </a:moveTo>
                  <a:lnTo>
                    <a:pt x="23773" y="148"/>
                  </a:lnTo>
                  <a:lnTo>
                    <a:pt x="20741" y="961"/>
                  </a:lnTo>
                  <a:lnTo>
                    <a:pt x="0" y="4843"/>
                  </a:lnTo>
                  <a:lnTo>
                    <a:pt x="0" y="6359"/>
                  </a:lnTo>
                  <a:lnTo>
                    <a:pt x="48099" y="6359"/>
                  </a:lnTo>
                  <a:lnTo>
                    <a:pt x="48099" y="4843"/>
                  </a:lnTo>
                  <a:lnTo>
                    <a:pt x="27359" y="961"/>
                  </a:lnTo>
                  <a:lnTo>
                    <a:pt x="24327" y="148"/>
                  </a:lnTo>
                  <a:lnTo>
                    <a:pt x="24327" y="0"/>
                  </a:lnTo>
                  <a:lnTo>
                    <a:pt x="24068" y="74"/>
                  </a:lnTo>
                  <a:lnTo>
                    <a:pt x="23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4747;p64">
              <a:extLst>
                <a:ext uri="{FF2B5EF4-FFF2-40B4-BE49-F238E27FC236}">
                  <a16:creationId xmlns:a16="http://schemas.microsoft.com/office/drawing/2014/main" xmlns="" id="{5A518C5C-3314-CAAA-80E7-DBC34CDAA2E2}"/>
                </a:ext>
              </a:extLst>
            </p:cNvPr>
            <p:cNvSpPr/>
            <p:nvPr/>
          </p:nvSpPr>
          <p:spPr>
            <a:xfrm>
              <a:off x="3237400" y="4991250"/>
              <a:ext cx="1217275" cy="174150"/>
            </a:xfrm>
            <a:custGeom>
              <a:avLst/>
              <a:gdLst/>
              <a:ahLst/>
              <a:cxnLst/>
              <a:rect l="l" t="t" r="r" b="b"/>
              <a:pathLst>
                <a:path w="48691" h="6966" extrusionOk="0">
                  <a:moveTo>
                    <a:pt x="24411" y="681"/>
                  </a:moveTo>
                  <a:cubicBezTo>
                    <a:pt x="24446" y="715"/>
                    <a:pt x="24492" y="740"/>
                    <a:pt x="24549" y="755"/>
                  </a:cubicBezTo>
                  <a:lnTo>
                    <a:pt x="27581" y="1568"/>
                  </a:lnTo>
                  <a:lnTo>
                    <a:pt x="27618" y="1568"/>
                  </a:lnTo>
                  <a:lnTo>
                    <a:pt x="48099" y="5413"/>
                  </a:lnTo>
                  <a:lnTo>
                    <a:pt x="48099" y="6374"/>
                  </a:lnTo>
                  <a:lnTo>
                    <a:pt x="592" y="6374"/>
                  </a:lnTo>
                  <a:lnTo>
                    <a:pt x="592" y="5413"/>
                  </a:lnTo>
                  <a:lnTo>
                    <a:pt x="21074" y="1568"/>
                  </a:lnTo>
                  <a:lnTo>
                    <a:pt x="21111" y="1568"/>
                  </a:lnTo>
                  <a:lnTo>
                    <a:pt x="24143" y="755"/>
                  </a:lnTo>
                  <a:cubicBezTo>
                    <a:pt x="24200" y="740"/>
                    <a:pt x="24246" y="715"/>
                    <a:pt x="24281" y="681"/>
                  </a:cubicBezTo>
                  <a:close/>
                  <a:moveTo>
                    <a:pt x="24070" y="0"/>
                  </a:moveTo>
                  <a:cubicBezTo>
                    <a:pt x="24007" y="0"/>
                    <a:pt x="23936" y="26"/>
                    <a:pt x="23884" y="52"/>
                  </a:cubicBezTo>
                  <a:cubicBezTo>
                    <a:pt x="23832" y="104"/>
                    <a:pt x="23798" y="156"/>
                    <a:pt x="23783" y="220"/>
                  </a:cubicBezTo>
                  <a:lnTo>
                    <a:pt x="23783" y="220"/>
                  </a:lnTo>
                  <a:lnTo>
                    <a:pt x="20963" y="977"/>
                  </a:lnTo>
                  <a:lnTo>
                    <a:pt x="260" y="4859"/>
                  </a:lnTo>
                  <a:cubicBezTo>
                    <a:pt x="112" y="4859"/>
                    <a:pt x="1" y="5006"/>
                    <a:pt x="1" y="5154"/>
                  </a:cubicBezTo>
                  <a:lnTo>
                    <a:pt x="1" y="6670"/>
                  </a:lnTo>
                  <a:cubicBezTo>
                    <a:pt x="1" y="6744"/>
                    <a:pt x="38" y="6818"/>
                    <a:pt x="75" y="6892"/>
                  </a:cubicBezTo>
                  <a:cubicBezTo>
                    <a:pt x="149" y="6929"/>
                    <a:pt x="223" y="6966"/>
                    <a:pt x="296" y="6966"/>
                  </a:cubicBezTo>
                  <a:lnTo>
                    <a:pt x="48395" y="6966"/>
                  </a:lnTo>
                  <a:cubicBezTo>
                    <a:pt x="48469" y="6966"/>
                    <a:pt x="48543" y="6929"/>
                    <a:pt x="48617" y="6892"/>
                  </a:cubicBezTo>
                  <a:cubicBezTo>
                    <a:pt x="48691" y="6818"/>
                    <a:pt x="48691" y="6744"/>
                    <a:pt x="48691" y="6670"/>
                  </a:cubicBezTo>
                  <a:lnTo>
                    <a:pt x="48691" y="5154"/>
                  </a:lnTo>
                  <a:cubicBezTo>
                    <a:pt x="48691" y="5006"/>
                    <a:pt x="48617" y="4859"/>
                    <a:pt x="48469" y="4859"/>
                  </a:cubicBezTo>
                  <a:lnTo>
                    <a:pt x="27729" y="977"/>
                  </a:lnTo>
                  <a:lnTo>
                    <a:pt x="24909" y="220"/>
                  </a:lnTo>
                  <a:lnTo>
                    <a:pt x="24909" y="220"/>
                  </a:lnTo>
                  <a:cubicBezTo>
                    <a:pt x="24893" y="156"/>
                    <a:pt x="24860" y="104"/>
                    <a:pt x="24808" y="52"/>
                  </a:cubicBezTo>
                  <a:cubicBezTo>
                    <a:pt x="24756" y="26"/>
                    <a:pt x="24685" y="0"/>
                    <a:pt x="24622" y="0"/>
                  </a:cubicBezTo>
                  <a:cubicBezTo>
                    <a:pt x="24596" y="0"/>
                    <a:pt x="24571" y="5"/>
                    <a:pt x="24549" y="15"/>
                  </a:cubicBezTo>
                  <a:lnTo>
                    <a:pt x="24364" y="52"/>
                  </a:lnTo>
                  <a:lnTo>
                    <a:pt x="24143" y="15"/>
                  </a:lnTo>
                  <a:cubicBezTo>
                    <a:pt x="24121" y="5"/>
                    <a:pt x="24096" y="0"/>
                    <a:pt x="240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4748;p64">
              <a:extLst>
                <a:ext uri="{FF2B5EF4-FFF2-40B4-BE49-F238E27FC236}">
                  <a16:creationId xmlns:a16="http://schemas.microsoft.com/office/drawing/2014/main" xmlns="" id="{E22C373E-1825-CE86-83DB-5DE12FE41CF5}"/>
                </a:ext>
              </a:extLst>
            </p:cNvPr>
            <p:cNvSpPr/>
            <p:nvPr/>
          </p:nvSpPr>
          <p:spPr>
            <a:xfrm>
              <a:off x="3253125" y="5145975"/>
              <a:ext cx="73025" cy="72125"/>
            </a:xfrm>
            <a:custGeom>
              <a:avLst/>
              <a:gdLst/>
              <a:ahLst/>
              <a:cxnLst/>
              <a:rect l="l" t="t" r="r" b="b"/>
              <a:pathLst>
                <a:path w="2921" h="2885" extrusionOk="0">
                  <a:moveTo>
                    <a:pt x="1479" y="0"/>
                  </a:moveTo>
                  <a:cubicBezTo>
                    <a:pt x="666" y="0"/>
                    <a:pt x="0" y="629"/>
                    <a:pt x="0" y="1442"/>
                  </a:cubicBezTo>
                  <a:cubicBezTo>
                    <a:pt x="0" y="2256"/>
                    <a:pt x="666" y="2884"/>
                    <a:pt x="1479" y="2884"/>
                  </a:cubicBezTo>
                  <a:cubicBezTo>
                    <a:pt x="2255" y="2884"/>
                    <a:pt x="2921" y="2256"/>
                    <a:pt x="2921" y="1442"/>
                  </a:cubicBezTo>
                  <a:cubicBezTo>
                    <a:pt x="2921" y="629"/>
                    <a:pt x="2255" y="0"/>
                    <a:pt x="14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4749;p64">
              <a:extLst>
                <a:ext uri="{FF2B5EF4-FFF2-40B4-BE49-F238E27FC236}">
                  <a16:creationId xmlns:a16="http://schemas.microsoft.com/office/drawing/2014/main" xmlns="" id="{CE8C0397-BAA1-54A3-DDF4-970AF448ACC5}"/>
                </a:ext>
              </a:extLst>
            </p:cNvPr>
            <p:cNvSpPr/>
            <p:nvPr/>
          </p:nvSpPr>
          <p:spPr>
            <a:xfrm>
              <a:off x="3245725" y="5137650"/>
              <a:ext cx="87825" cy="88750"/>
            </a:xfrm>
            <a:custGeom>
              <a:avLst/>
              <a:gdLst/>
              <a:ahLst/>
              <a:cxnLst/>
              <a:rect l="l" t="t" r="r" b="b"/>
              <a:pathLst>
                <a:path w="3513" h="3550" extrusionOk="0">
                  <a:moveTo>
                    <a:pt x="1775" y="629"/>
                  </a:moveTo>
                  <a:cubicBezTo>
                    <a:pt x="2404" y="629"/>
                    <a:pt x="2921" y="1147"/>
                    <a:pt x="2921" y="1775"/>
                  </a:cubicBezTo>
                  <a:cubicBezTo>
                    <a:pt x="2921" y="2404"/>
                    <a:pt x="2404" y="2921"/>
                    <a:pt x="1775" y="2921"/>
                  </a:cubicBezTo>
                  <a:cubicBezTo>
                    <a:pt x="1147" y="2921"/>
                    <a:pt x="629" y="2404"/>
                    <a:pt x="629" y="1775"/>
                  </a:cubicBezTo>
                  <a:cubicBezTo>
                    <a:pt x="629" y="1147"/>
                    <a:pt x="1147" y="629"/>
                    <a:pt x="1775" y="629"/>
                  </a:cubicBezTo>
                  <a:close/>
                  <a:moveTo>
                    <a:pt x="1775" y="1"/>
                  </a:moveTo>
                  <a:cubicBezTo>
                    <a:pt x="777" y="1"/>
                    <a:pt x="0" y="814"/>
                    <a:pt x="0" y="1775"/>
                  </a:cubicBezTo>
                  <a:cubicBezTo>
                    <a:pt x="0" y="2737"/>
                    <a:pt x="777" y="3550"/>
                    <a:pt x="1775" y="3550"/>
                  </a:cubicBezTo>
                  <a:cubicBezTo>
                    <a:pt x="2736" y="3550"/>
                    <a:pt x="3513" y="2737"/>
                    <a:pt x="3513" y="1775"/>
                  </a:cubicBezTo>
                  <a:cubicBezTo>
                    <a:pt x="3513" y="814"/>
                    <a:pt x="2736" y="1"/>
                    <a:pt x="17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4750;p64">
              <a:extLst>
                <a:ext uri="{FF2B5EF4-FFF2-40B4-BE49-F238E27FC236}">
                  <a16:creationId xmlns:a16="http://schemas.microsoft.com/office/drawing/2014/main" xmlns="" id="{146AC3AB-7522-1AE2-8C07-42D08E497763}"/>
                </a:ext>
              </a:extLst>
            </p:cNvPr>
            <p:cNvSpPr/>
            <p:nvPr/>
          </p:nvSpPr>
          <p:spPr>
            <a:xfrm>
              <a:off x="3809525" y="5145975"/>
              <a:ext cx="73050" cy="72125"/>
            </a:xfrm>
            <a:custGeom>
              <a:avLst/>
              <a:gdLst/>
              <a:ahLst/>
              <a:cxnLst/>
              <a:rect l="l" t="t" r="r" b="b"/>
              <a:pathLst>
                <a:path w="2922" h="2885" extrusionOk="0">
                  <a:moveTo>
                    <a:pt x="1479" y="0"/>
                  </a:moveTo>
                  <a:cubicBezTo>
                    <a:pt x="666" y="0"/>
                    <a:pt x="1" y="629"/>
                    <a:pt x="1" y="1442"/>
                  </a:cubicBezTo>
                  <a:cubicBezTo>
                    <a:pt x="1" y="2256"/>
                    <a:pt x="666" y="2884"/>
                    <a:pt x="1479" y="2884"/>
                  </a:cubicBezTo>
                  <a:cubicBezTo>
                    <a:pt x="2256" y="2884"/>
                    <a:pt x="2921" y="2256"/>
                    <a:pt x="2921" y="1442"/>
                  </a:cubicBezTo>
                  <a:cubicBezTo>
                    <a:pt x="2921" y="629"/>
                    <a:pt x="2256" y="0"/>
                    <a:pt x="14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4751;p64">
              <a:extLst>
                <a:ext uri="{FF2B5EF4-FFF2-40B4-BE49-F238E27FC236}">
                  <a16:creationId xmlns:a16="http://schemas.microsoft.com/office/drawing/2014/main" xmlns="" id="{47C613BA-BB25-E052-D4A0-D04AA9C01555}"/>
                </a:ext>
              </a:extLst>
            </p:cNvPr>
            <p:cNvSpPr/>
            <p:nvPr/>
          </p:nvSpPr>
          <p:spPr>
            <a:xfrm>
              <a:off x="3802125" y="5137650"/>
              <a:ext cx="87825" cy="88750"/>
            </a:xfrm>
            <a:custGeom>
              <a:avLst/>
              <a:gdLst/>
              <a:ahLst/>
              <a:cxnLst/>
              <a:rect l="l" t="t" r="r" b="b"/>
              <a:pathLst>
                <a:path w="3513" h="3550" extrusionOk="0">
                  <a:moveTo>
                    <a:pt x="1775" y="629"/>
                  </a:moveTo>
                  <a:cubicBezTo>
                    <a:pt x="2404" y="629"/>
                    <a:pt x="2884" y="1147"/>
                    <a:pt x="2921" y="1775"/>
                  </a:cubicBezTo>
                  <a:cubicBezTo>
                    <a:pt x="2884" y="2404"/>
                    <a:pt x="2404" y="2921"/>
                    <a:pt x="1775" y="2921"/>
                  </a:cubicBezTo>
                  <a:cubicBezTo>
                    <a:pt x="1147" y="2921"/>
                    <a:pt x="629" y="2404"/>
                    <a:pt x="629" y="1775"/>
                  </a:cubicBezTo>
                  <a:cubicBezTo>
                    <a:pt x="629" y="1147"/>
                    <a:pt x="1147" y="629"/>
                    <a:pt x="1775" y="629"/>
                  </a:cubicBezTo>
                  <a:close/>
                  <a:moveTo>
                    <a:pt x="1775" y="1"/>
                  </a:moveTo>
                  <a:cubicBezTo>
                    <a:pt x="777" y="1"/>
                    <a:pt x="1" y="814"/>
                    <a:pt x="1" y="1775"/>
                  </a:cubicBezTo>
                  <a:cubicBezTo>
                    <a:pt x="1" y="2737"/>
                    <a:pt x="777" y="3550"/>
                    <a:pt x="1775" y="3550"/>
                  </a:cubicBezTo>
                  <a:cubicBezTo>
                    <a:pt x="2737" y="3550"/>
                    <a:pt x="3513" y="2737"/>
                    <a:pt x="3513" y="1775"/>
                  </a:cubicBezTo>
                  <a:cubicBezTo>
                    <a:pt x="3513" y="814"/>
                    <a:pt x="2737" y="1"/>
                    <a:pt x="17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4752;p64">
              <a:extLst>
                <a:ext uri="{FF2B5EF4-FFF2-40B4-BE49-F238E27FC236}">
                  <a16:creationId xmlns:a16="http://schemas.microsoft.com/office/drawing/2014/main" xmlns="" id="{39CECE31-207B-83FB-FA41-9A2673036D6A}"/>
                </a:ext>
              </a:extLst>
            </p:cNvPr>
            <p:cNvSpPr/>
            <p:nvPr/>
          </p:nvSpPr>
          <p:spPr>
            <a:xfrm>
              <a:off x="4369625" y="5145975"/>
              <a:ext cx="72125" cy="72125"/>
            </a:xfrm>
            <a:custGeom>
              <a:avLst/>
              <a:gdLst/>
              <a:ahLst/>
              <a:cxnLst/>
              <a:rect l="l" t="t" r="r" b="b"/>
              <a:pathLst>
                <a:path w="2885" h="2885" extrusionOk="0">
                  <a:moveTo>
                    <a:pt x="1443" y="0"/>
                  </a:moveTo>
                  <a:cubicBezTo>
                    <a:pt x="666" y="0"/>
                    <a:pt x="1" y="629"/>
                    <a:pt x="1" y="1442"/>
                  </a:cubicBezTo>
                  <a:cubicBezTo>
                    <a:pt x="1" y="2256"/>
                    <a:pt x="666" y="2884"/>
                    <a:pt x="1443" y="2884"/>
                  </a:cubicBezTo>
                  <a:cubicBezTo>
                    <a:pt x="2256" y="2884"/>
                    <a:pt x="2884" y="2256"/>
                    <a:pt x="2884" y="1442"/>
                  </a:cubicBezTo>
                  <a:cubicBezTo>
                    <a:pt x="2884" y="629"/>
                    <a:pt x="2256" y="0"/>
                    <a:pt x="14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4753;p64">
              <a:extLst>
                <a:ext uri="{FF2B5EF4-FFF2-40B4-BE49-F238E27FC236}">
                  <a16:creationId xmlns:a16="http://schemas.microsoft.com/office/drawing/2014/main" xmlns="" id="{3F37CDC0-4569-48D5-3524-220937D90AE0}"/>
                </a:ext>
              </a:extLst>
            </p:cNvPr>
            <p:cNvSpPr/>
            <p:nvPr/>
          </p:nvSpPr>
          <p:spPr>
            <a:xfrm>
              <a:off x="4362225" y="5137650"/>
              <a:ext cx="87850" cy="88750"/>
            </a:xfrm>
            <a:custGeom>
              <a:avLst/>
              <a:gdLst/>
              <a:ahLst/>
              <a:cxnLst/>
              <a:rect l="l" t="t" r="r" b="b"/>
              <a:pathLst>
                <a:path w="3514" h="3550" extrusionOk="0">
                  <a:moveTo>
                    <a:pt x="1739" y="629"/>
                  </a:moveTo>
                  <a:cubicBezTo>
                    <a:pt x="2367" y="629"/>
                    <a:pt x="2885" y="1147"/>
                    <a:pt x="2885" y="1775"/>
                  </a:cubicBezTo>
                  <a:cubicBezTo>
                    <a:pt x="2885" y="2404"/>
                    <a:pt x="2367" y="2921"/>
                    <a:pt x="1739" y="2921"/>
                  </a:cubicBezTo>
                  <a:cubicBezTo>
                    <a:pt x="1110" y="2921"/>
                    <a:pt x="592" y="2404"/>
                    <a:pt x="592" y="1775"/>
                  </a:cubicBezTo>
                  <a:cubicBezTo>
                    <a:pt x="592" y="1147"/>
                    <a:pt x="1110" y="629"/>
                    <a:pt x="1739" y="629"/>
                  </a:cubicBezTo>
                  <a:close/>
                  <a:moveTo>
                    <a:pt x="1739" y="1"/>
                  </a:moveTo>
                  <a:cubicBezTo>
                    <a:pt x="777" y="1"/>
                    <a:pt x="1" y="814"/>
                    <a:pt x="1" y="1775"/>
                  </a:cubicBezTo>
                  <a:cubicBezTo>
                    <a:pt x="1" y="2737"/>
                    <a:pt x="777" y="3550"/>
                    <a:pt x="1739" y="3550"/>
                  </a:cubicBezTo>
                  <a:cubicBezTo>
                    <a:pt x="2700" y="3550"/>
                    <a:pt x="3513" y="2737"/>
                    <a:pt x="3513" y="1775"/>
                  </a:cubicBezTo>
                  <a:cubicBezTo>
                    <a:pt x="3513" y="814"/>
                    <a:pt x="2700" y="1"/>
                    <a:pt x="1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4754;p64">
              <a:extLst>
                <a:ext uri="{FF2B5EF4-FFF2-40B4-BE49-F238E27FC236}">
                  <a16:creationId xmlns:a16="http://schemas.microsoft.com/office/drawing/2014/main" xmlns="" id="{E48EBDCB-B5BC-103B-0D17-701D0B8C928A}"/>
                </a:ext>
              </a:extLst>
            </p:cNvPr>
            <p:cNvSpPr/>
            <p:nvPr/>
          </p:nvSpPr>
          <p:spPr>
            <a:xfrm>
              <a:off x="3325200" y="3763275"/>
              <a:ext cx="108175" cy="466775"/>
            </a:xfrm>
            <a:custGeom>
              <a:avLst/>
              <a:gdLst/>
              <a:ahLst/>
              <a:cxnLst/>
              <a:rect l="l" t="t" r="r" b="b"/>
              <a:pathLst>
                <a:path w="4327" h="18671" extrusionOk="0">
                  <a:moveTo>
                    <a:pt x="1" y="0"/>
                  </a:moveTo>
                  <a:lnTo>
                    <a:pt x="1" y="14382"/>
                  </a:lnTo>
                  <a:cubicBezTo>
                    <a:pt x="1" y="16748"/>
                    <a:pt x="1923" y="18671"/>
                    <a:pt x="4326" y="18671"/>
                  </a:cubicBezTo>
                  <a:lnTo>
                    <a:pt x="432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4755;p64">
              <a:extLst>
                <a:ext uri="{FF2B5EF4-FFF2-40B4-BE49-F238E27FC236}">
                  <a16:creationId xmlns:a16="http://schemas.microsoft.com/office/drawing/2014/main" xmlns="" id="{490799EB-CA47-CE8C-F770-9A8926C9980E}"/>
                </a:ext>
              </a:extLst>
            </p:cNvPr>
            <p:cNvSpPr/>
            <p:nvPr/>
          </p:nvSpPr>
          <p:spPr>
            <a:xfrm>
              <a:off x="3317825" y="3755875"/>
              <a:ext cx="122950" cy="482500"/>
            </a:xfrm>
            <a:custGeom>
              <a:avLst/>
              <a:gdLst/>
              <a:ahLst/>
              <a:cxnLst/>
              <a:rect l="l" t="t" r="r" b="b"/>
              <a:pathLst>
                <a:path w="4918" h="19300" extrusionOk="0">
                  <a:moveTo>
                    <a:pt x="4289" y="629"/>
                  </a:moveTo>
                  <a:lnTo>
                    <a:pt x="4289" y="18657"/>
                  </a:lnTo>
                  <a:lnTo>
                    <a:pt x="4289" y="18657"/>
                  </a:lnTo>
                  <a:cubicBezTo>
                    <a:pt x="3313" y="18578"/>
                    <a:pt x="2439" y="18152"/>
                    <a:pt x="1775" y="17488"/>
                  </a:cubicBezTo>
                  <a:cubicBezTo>
                    <a:pt x="1072" y="16785"/>
                    <a:pt x="629" y="15787"/>
                    <a:pt x="592" y="14678"/>
                  </a:cubicBezTo>
                  <a:lnTo>
                    <a:pt x="592" y="629"/>
                  </a:lnTo>
                  <a:close/>
                  <a:moveTo>
                    <a:pt x="296" y="1"/>
                  </a:moveTo>
                  <a:cubicBezTo>
                    <a:pt x="222" y="1"/>
                    <a:pt x="148" y="38"/>
                    <a:pt x="74" y="111"/>
                  </a:cubicBezTo>
                  <a:cubicBezTo>
                    <a:pt x="37" y="148"/>
                    <a:pt x="0" y="222"/>
                    <a:pt x="0" y="296"/>
                  </a:cubicBezTo>
                  <a:lnTo>
                    <a:pt x="0" y="14678"/>
                  </a:lnTo>
                  <a:cubicBezTo>
                    <a:pt x="0" y="17229"/>
                    <a:pt x="2071" y="19262"/>
                    <a:pt x="4621" y="19299"/>
                  </a:cubicBezTo>
                  <a:cubicBezTo>
                    <a:pt x="4695" y="19299"/>
                    <a:pt x="4769" y="19262"/>
                    <a:pt x="4843" y="19188"/>
                  </a:cubicBezTo>
                  <a:cubicBezTo>
                    <a:pt x="4880" y="19151"/>
                    <a:pt x="4917" y="19040"/>
                    <a:pt x="4917" y="18967"/>
                  </a:cubicBezTo>
                  <a:lnTo>
                    <a:pt x="4917" y="296"/>
                  </a:lnTo>
                  <a:cubicBezTo>
                    <a:pt x="4917" y="222"/>
                    <a:pt x="4880" y="148"/>
                    <a:pt x="4843" y="111"/>
                  </a:cubicBezTo>
                  <a:cubicBezTo>
                    <a:pt x="4769" y="38"/>
                    <a:pt x="4695" y="1"/>
                    <a:pt x="46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4756;p64">
              <a:extLst>
                <a:ext uri="{FF2B5EF4-FFF2-40B4-BE49-F238E27FC236}">
                  <a16:creationId xmlns:a16="http://schemas.microsoft.com/office/drawing/2014/main" xmlns="" id="{5F006C88-0C31-D30A-35F3-A1D4B9005C98}"/>
                </a:ext>
              </a:extLst>
            </p:cNvPr>
            <p:cNvSpPr/>
            <p:nvPr/>
          </p:nvSpPr>
          <p:spPr>
            <a:xfrm>
              <a:off x="3264200" y="3666225"/>
              <a:ext cx="169175" cy="86900"/>
            </a:xfrm>
            <a:custGeom>
              <a:avLst/>
              <a:gdLst/>
              <a:ahLst/>
              <a:cxnLst/>
              <a:rect l="l" t="t" r="r" b="b"/>
              <a:pathLst>
                <a:path w="6767" h="3476" extrusionOk="0">
                  <a:moveTo>
                    <a:pt x="1" y="0"/>
                  </a:moveTo>
                  <a:lnTo>
                    <a:pt x="1" y="3476"/>
                  </a:lnTo>
                  <a:lnTo>
                    <a:pt x="6766" y="3476"/>
                  </a:lnTo>
                  <a:lnTo>
                    <a:pt x="67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4757;p64">
              <a:extLst>
                <a:ext uri="{FF2B5EF4-FFF2-40B4-BE49-F238E27FC236}">
                  <a16:creationId xmlns:a16="http://schemas.microsoft.com/office/drawing/2014/main" xmlns="" id="{963291F7-0120-6075-974D-8F4336DEFD34}"/>
                </a:ext>
              </a:extLst>
            </p:cNvPr>
            <p:cNvSpPr/>
            <p:nvPr/>
          </p:nvSpPr>
          <p:spPr>
            <a:xfrm>
              <a:off x="3255900" y="3658825"/>
              <a:ext cx="184875" cy="102625"/>
            </a:xfrm>
            <a:custGeom>
              <a:avLst/>
              <a:gdLst/>
              <a:ahLst/>
              <a:cxnLst/>
              <a:rect l="l" t="t" r="r" b="b"/>
              <a:pathLst>
                <a:path w="7395" h="4105" extrusionOk="0">
                  <a:moveTo>
                    <a:pt x="6766" y="592"/>
                  </a:moveTo>
                  <a:lnTo>
                    <a:pt x="6766" y="3476"/>
                  </a:lnTo>
                  <a:lnTo>
                    <a:pt x="629" y="3476"/>
                  </a:lnTo>
                  <a:lnTo>
                    <a:pt x="629" y="592"/>
                  </a:lnTo>
                  <a:close/>
                  <a:moveTo>
                    <a:pt x="333" y="1"/>
                  </a:moveTo>
                  <a:cubicBezTo>
                    <a:pt x="222" y="1"/>
                    <a:pt x="148" y="38"/>
                    <a:pt x="111" y="75"/>
                  </a:cubicBezTo>
                  <a:cubicBezTo>
                    <a:pt x="37" y="148"/>
                    <a:pt x="0" y="222"/>
                    <a:pt x="0" y="296"/>
                  </a:cubicBezTo>
                  <a:lnTo>
                    <a:pt x="0" y="3772"/>
                  </a:lnTo>
                  <a:cubicBezTo>
                    <a:pt x="0" y="3846"/>
                    <a:pt x="37" y="3956"/>
                    <a:pt x="111" y="3993"/>
                  </a:cubicBezTo>
                  <a:cubicBezTo>
                    <a:pt x="148" y="4067"/>
                    <a:pt x="222" y="4104"/>
                    <a:pt x="333" y="4104"/>
                  </a:cubicBezTo>
                  <a:lnTo>
                    <a:pt x="7098" y="4104"/>
                  </a:lnTo>
                  <a:cubicBezTo>
                    <a:pt x="7172" y="4104"/>
                    <a:pt x="7246" y="4067"/>
                    <a:pt x="7320" y="3993"/>
                  </a:cubicBezTo>
                  <a:cubicBezTo>
                    <a:pt x="7357" y="3956"/>
                    <a:pt x="7394" y="3883"/>
                    <a:pt x="7394" y="3772"/>
                  </a:cubicBezTo>
                  <a:lnTo>
                    <a:pt x="7394" y="296"/>
                  </a:lnTo>
                  <a:cubicBezTo>
                    <a:pt x="7394" y="222"/>
                    <a:pt x="7357" y="148"/>
                    <a:pt x="7320" y="75"/>
                  </a:cubicBezTo>
                  <a:cubicBezTo>
                    <a:pt x="7246" y="38"/>
                    <a:pt x="7172" y="1"/>
                    <a:pt x="70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4758;p64">
              <a:extLst>
                <a:ext uri="{FF2B5EF4-FFF2-40B4-BE49-F238E27FC236}">
                  <a16:creationId xmlns:a16="http://schemas.microsoft.com/office/drawing/2014/main" xmlns="" id="{1BA1B69F-5B25-9D6F-0E28-C1CA456C94AB}"/>
                </a:ext>
              </a:extLst>
            </p:cNvPr>
            <p:cNvSpPr/>
            <p:nvPr/>
          </p:nvSpPr>
          <p:spPr>
            <a:xfrm>
              <a:off x="4271650" y="3763275"/>
              <a:ext cx="107250" cy="466775"/>
            </a:xfrm>
            <a:custGeom>
              <a:avLst/>
              <a:gdLst/>
              <a:ahLst/>
              <a:cxnLst/>
              <a:rect l="l" t="t" r="r" b="b"/>
              <a:pathLst>
                <a:path w="4290" h="18671" extrusionOk="0">
                  <a:moveTo>
                    <a:pt x="1" y="0"/>
                  </a:moveTo>
                  <a:lnTo>
                    <a:pt x="1" y="18671"/>
                  </a:lnTo>
                  <a:cubicBezTo>
                    <a:pt x="2367" y="18671"/>
                    <a:pt x="4289" y="16748"/>
                    <a:pt x="4289" y="14382"/>
                  </a:cubicBezTo>
                  <a:lnTo>
                    <a:pt x="42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4759;p64">
              <a:extLst>
                <a:ext uri="{FF2B5EF4-FFF2-40B4-BE49-F238E27FC236}">
                  <a16:creationId xmlns:a16="http://schemas.microsoft.com/office/drawing/2014/main" xmlns="" id="{22079660-3887-02D0-5952-127A4FFAD9F3}"/>
                </a:ext>
              </a:extLst>
            </p:cNvPr>
            <p:cNvSpPr/>
            <p:nvPr/>
          </p:nvSpPr>
          <p:spPr>
            <a:xfrm>
              <a:off x="4264275" y="3755875"/>
              <a:ext cx="122950" cy="482500"/>
            </a:xfrm>
            <a:custGeom>
              <a:avLst/>
              <a:gdLst/>
              <a:ahLst/>
              <a:cxnLst/>
              <a:rect l="l" t="t" r="r" b="b"/>
              <a:pathLst>
                <a:path w="4918" h="19300" extrusionOk="0">
                  <a:moveTo>
                    <a:pt x="4289" y="629"/>
                  </a:moveTo>
                  <a:lnTo>
                    <a:pt x="4289" y="14678"/>
                  </a:lnTo>
                  <a:cubicBezTo>
                    <a:pt x="4289" y="15787"/>
                    <a:pt x="3845" y="16785"/>
                    <a:pt x="3106" y="17488"/>
                  </a:cubicBezTo>
                  <a:cubicBezTo>
                    <a:pt x="2466" y="18161"/>
                    <a:pt x="1582" y="18589"/>
                    <a:pt x="592" y="18660"/>
                  </a:cubicBezTo>
                  <a:lnTo>
                    <a:pt x="592" y="18660"/>
                  </a:lnTo>
                  <a:lnTo>
                    <a:pt x="592" y="629"/>
                  </a:lnTo>
                  <a:close/>
                  <a:moveTo>
                    <a:pt x="296" y="1"/>
                  </a:moveTo>
                  <a:cubicBezTo>
                    <a:pt x="222" y="1"/>
                    <a:pt x="148" y="38"/>
                    <a:pt x="74" y="111"/>
                  </a:cubicBezTo>
                  <a:cubicBezTo>
                    <a:pt x="37" y="148"/>
                    <a:pt x="0" y="222"/>
                    <a:pt x="0" y="296"/>
                  </a:cubicBezTo>
                  <a:lnTo>
                    <a:pt x="0" y="18967"/>
                  </a:lnTo>
                  <a:cubicBezTo>
                    <a:pt x="0" y="19040"/>
                    <a:pt x="37" y="19151"/>
                    <a:pt x="74" y="19188"/>
                  </a:cubicBezTo>
                  <a:cubicBezTo>
                    <a:pt x="148" y="19262"/>
                    <a:pt x="222" y="19299"/>
                    <a:pt x="296" y="19299"/>
                  </a:cubicBezTo>
                  <a:cubicBezTo>
                    <a:pt x="2847" y="19262"/>
                    <a:pt x="4917" y="17229"/>
                    <a:pt x="4917" y="14678"/>
                  </a:cubicBezTo>
                  <a:lnTo>
                    <a:pt x="4917" y="296"/>
                  </a:lnTo>
                  <a:cubicBezTo>
                    <a:pt x="4917" y="222"/>
                    <a:pt x="4880" y="148"/>
                    <a:pt x="4806" y="111"/>
                  </a:cubicBezTo>
                  <a:cubicBezTo>
                    <a:pt x="4769" y="38"/>
                    <a:pt x="4695" y="1"/>
                    <a:pt x="45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4760;p64">
              <a:extLst>
                <a:ext uri="{FF2B5EF4-FFF2-40B4-BE49-F238E27FC236}">
                  <a16:creationId xmlns:a16="http://schemas.microsoft.com/office/drawing/2014/main" xmlns="" id="{3CA6BDCB-7630-CD46-F56E-89119460A0DC}"/>
                </a:ext>
              </a:extLst>
            </p:cNvPr>
            <p:cNvSpPr/>
            <p:nvPr/>
          </p:nvSpPr>
          <p:spPr>
            <a:xfrm>
              <a:off x="4271650" y="3666225"/>
              <a:ext cx="169175" cy="86900"/>
            </a:xfrm>
            <a:custGeom>
              <a:avLst/>
              <a:gdLst/>
              <a:ahLst/>
              <a:cxnLst/>
              <a:rect l="l" t="t" r="r" b="b"/>
              <a:pathLst>
                <a:path w="6767" h="3476" extrusionOk="0">
                  <a:moveTo>
                    <a:pt x="1" y="0"/>
                  </a:moveTo>
                  <a:lnTo>
                    <a:pt x="1" y="3476"/>
                  </a:lnTo>
                  <a:lnTo>
                    <a:pt x="6766" y="3476"/>
                  </a:lnTo>
                  <a:lnTo>
                    <a:pt x="67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4761;p64">
              <a:extLst>
                <a:ext uri="{FF2B5EF4-FFF2-40B4-BE49-F238E27FC236}">
                  <a16:creationId xmlns:a16="http://schemas.microsoft.com/office/drawing/2014/main" xmlns="" id="{FBB3D262-23FB-615E-7054-22ADEDB96A88}"/>
                </a:ext>
              </a:extLst>
            </p:cNvPr>
            <p:cNvSpPr/>
            <p:nvPr/>
          </p:nvSpPr>
          <p:spPr>
            <a:xfrm>
              <a:off x="4264275" y="3658825"/>
              <a:ext cx="183950" cy="102625"/>
            </a:xfrm>
            <a:custGeom>
              <a:avLst/>
              <a:gdLst/>
              <a:ahLst/>
              <a:cxnLst/>
              <a:rect l="l" t="t" r="r" b="b"/>
              <a:pathLst>
                <a:path w="7358" h="4105" extrusionOk="0">
                  <a:moveTo>
                    <a:pt x="6766" y="592"/>
                  </a:moveTo>
                  <a:lnTo>
                    <a:pt x="6766" y="3476"/>
                  </a:lnTo>
                  <a:lnTo>
                    <a:pt x="592" y="3476"/>
                  </a:lnTo>
                  <a:lnTo>
                    <a:pt x="592" y="592"/>
                  </a:lnTo>
                  <a:close/>
                  <a:moveTo>
                    <a:pt x="296" y="1"/>
                  </a:moveTo>
                  <a:cubicBezTo>
                    <a:pt x="222" y="1"/>
                    <a:pt x="148" y="38"/>
                    <a:pt x="74" y="75"/>
                  </a:cubicBezTo>
                  <a:cubicBezTo>
                    <a:pt x="37" y="148"/>
                    <a:pt x="0" y="222"/>
                    <a:pt x="0" y="296"/>
                  </a:cubicBezTo>
                  <a:lnTo>
                    <a:pt x="0" y="3772"/>
                  </a:lnTo>
                  <a:cubicBezTo>
                    <a:pt x="0" y="3846"/>
                    <a:pt x="37" y="3956"/>
                    <a:pt x="74" y="3993"/>
                  </a:cubicBezTo>
                  <a:cubicBezTo>
                    <a:pt x="148" y="4067"/>
                    <a:pt x="222" y="4104"/>
                    <a:pt x="296" y="4104"/>
                  </a:cubicBezTo>
                  <a:lnTo>
                    <a:pt x="7061" y="4104"/>
                  </a:lnTo>
                  <a:cubicBezTo>
                    <a:pt x="7135" y="4104"/>
                    <a:pt x="7209" y="4067"/>
                    <a:pt x="7283" y="3993"/>
                  </a:cubicBezTo>
                  <a:cubicBezTo>
                    <a:pt x="7320" y="3956"/>
                    <a:pt x="7357" y="3883"/>
                    <a:pt x="7357" y="3772"/>
                  </a:cubicBezTo>
                  <a:lnTo>
                    <a:pt x="7357" y="296"/>
                  </a:lnTo>
                  <a:cubicBezTo>
                    <a:pt x="7357" y="222"/>
                    <a:pt x="7320" y="148"/>
                    <a:pt x="7283" y="75"/>
                  </a:cubicBezTo>
                  <a:cubicBezTo>
                    <a:pt x="7209" y="38"/>
                    <a:pt x="7135" y="1"/>
                    <a:pt x="70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4762;p64">
              <a:extLst>
                <a:ext uri="{FF2B5EF4-FFF2-40B4-BE49-F238E27FC236}">
                  <a16:creationId xmlns:a16="http://schemas.microsoft.com/office/drawing/2014/main" xmlns="" id="{406454DD-F6D4-2C12-B6C0-A6B5D2D30E97}"/>
                </a:ext>
              </a:extLst>
            </p:cNvPr>
            <p:cNvSpPr/>
            <p:nvPr/>
          </p:nvSpPr>
          <p:spPr>
            <a:xfrm>
              <a:off x="3376050" y="3036800"/>
              <a:ext cx="949250" cy="1256100"/>
            </a:xfrm>
            <a:custGeom>
              <a:avLst/>
              <a:gdLst/>
              <a:ahLst/>
              <a:cxnLst/>
              <a:rect l="l" t="t" r="r" b="b"/>
              <a:pathLst>
                <a:path w="37970" h="50244" extrusionOk="0">
                  <a:moveTo>
                    <a:pt x="7875" y="0"/>
                  </a:moveTo>
                  <a:cubicBezTo>
                    <a:pt x="5250" y="0"/>
                    <a:pt x="3143" y="2108"/>
                    <a:pt x="3143" y="4696"/>
                  </a:cubicBezTo>
                  <a:lnTo>
                    <a:pt x="0" y="44587"/>
                  </a:lnTo>
                  <a:cubicBezTo>
                    <a:pt x="0" y="47730"/>
                    <a:pt x="2514" y="50244"/>
                    <a:pt x="5620" y="50244"/>
                  </a:cubicBezTo>
                  <a:lnTo>
                    <a:pt x="32313" y="50244"/>
                  </a:lnTo>
                  <a:cubicBezTo>
                    <a:pt x="35418" y="50244"/>
                    <a:pt x="37969" y="47730"/>
                    <a:pt x="37969" y="44587"/>
                  </a:cubicBezTo>
                  <a:lnTo>
                    <a:pt x="34790" y="4696"/>
                  </a:lnTo>
                  <a:cubicBezTo>
                    <a:pt x="34790" y="2108"/>
                    <a:pt x="32682" y="0"/>
                    <a:pt x="300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4763;p64">
              <a:extLst>
                <a:ext uri="{FF2B5EF4-FFF2-40B4-BE49-F238E27FC236}">
                  <a16:creationId xmlns:a16="http://schemas.microsoft.com/office/drawing/2014/main" xmlns="" id="{48EEFA0B-5B86-D9BF-3548-496E6C91EB32}"/>
                </a:ext>
              </a:extLst>
            </p:cNvPr>
            <p:cNvSpPr/>
            <p:nvPr/>
          </p:nvSpPr>
          <p:spPr>
            <a:xfrm>
              <a:off x="3367725" y="3029400"/>
              <a:ext cx="964950" cy="1271825"/>
            </a:xfrm>
            <a:custGeom>
              <a:avLst/>
              <a:gdLst/>
              <a:ahLst/>
              <a:cxnLst/>
              <a:rect l="l" t="t" r="r" b="b"/>
              <a:pathLst>
                <a:path w="38598" h="50873" extrusionOk="0">
                  <a:moveTo>
                    <a:pt x="30427" y="592"/>
                  </a:moveTo>
                  <a:cubicBezTo>
                    <a:pt x="31647" y="629"/>
                    <a:pt x="32757" y="1110"/>
                    <a:pt x="33533" y="1886"/>
                  </a:cubicBezTo>
                  <a:cubicBezTo>
                    <a:pt x="34346" y="2699"/>
                    <a:pt x="34827" y="3809"/>
                    <a:pt x="34827" y="4992"/>
                  </a:cubicBezTo>
                  <a:lnTo>
                    <a:pt x="34827" y="5029"/>
                  </a:lnTo>
                  <a:lnTo>
                    <a:pt x="38006" y="44918"/>
                  </a:lnTo>
                  <a:lnTo>
                    <a:pt x="38006" y="44918"/>
                  </a:lnTo>
                  <a:cubicBezTo>
                    <a:pt x="37996" y="46383"/>
                    <a:pt x="37370" y="47701"/>
                    <a:pt x="36417" y="48691"/>
                  </a:cubicBezTo>
                  <a:cubicBezTo>
                    <a:pt x="35455" y="49652"/>
                    <a:pt x="34124" y="50244"/>
                    <a:pt x="32646" y="50244"/>
                  </a:cubicBezTo>
                  <a:lnTo>
                    <a:pt x="5953" y="50244"/>
                  </a:lnTo>
                  <a:cubicBezTo>
                    <a:pt x="4511" y="50244"/>
                    <a:pt x="3143" y="49652"/>
                    <a:pt x="2182" y="48691"/>
                  </a:cubicBezTo>
                  <a:cubicBezTo>
                    <a:pt x="1228" y="47701"/>
                    <a:pt x="639" y="46383"/>
                    <a:pt x="629" y="44919"/>
                  </a:cubicBezTo>
                  <a:lnTo>
                    <a:pt x="629" y="44919"/>
                  </a:lnTo>
                  <a:lnTo>
                    <a:pt x="3809" y="5029"/>
                  </a:lnTo>
                  <a:lnTo>
                    <a:pt x="3809" y="4992"/>
                  </a:lnTo>
                  <a:cubicBezTo>
                    <a:pt x="3809" y="3809"/>
                    <a:pt x="4289" y="2699"/>
                    <a:pt x="5066" y="1886"/>
                  </a:cubicBezTo>
                  <a:cubicBezTo>
                    <a:pt x="5879" y="1110"/>
                    <a:pt x="6988" y="629"/>
                    <a:pt x="8208" y="592"/>
                  </a:cubicBezTo>
                  <a:close/>
                  <a:moveTo>
                    <a:pt x="8208" y="1"/>
                  </a:moveTo>
                  <a:cubicBezTo>
                    <a:pt x="5435" y="1"/>
                    <a:pt x="3180" y="2256"/>
                    <a:pt x="3180" y="4992"/>
                  </a:cubicBezTo>
                  <a:lnTo>
                    <a:pt x="1" y="44883"/>
                  </a:lnTo>
                  <a:cubicBezTo>
                    <a:pt x="1" y="48173"/>
                    <a:pt x="2662" y="50872"/>
                    <a:pt x="5953" y="50872"/>
                  </a:cubicBezTo>
                  <a:lnTo>
                    <a:pt x="32646" y="50872"/>
                  </a:lnTo>
                  <a:cubicBezTo>
                    <a:pt x="35936" y="50872"/>
                    <a:pt x="38598" y="48173"/>
                    <a:pt x="38598" y="44883"/>
                  </a:cubicBezTo>
                  <a:lnTo>
                    <a:pt x="35455" y="4992"/>
                  </a:lnTo>
                  <a:cubicBezTo>
                    <a:pt x="35455" y="2256"/>
                    <a:pt x="33200" y="1"/>
                    <a:pt x="304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6" name="Google Shape;4764;p64">
              <a:extLst>
                <a:ext uri="{FF2B5EF4-FFF2-40B4-BE49-F238E27FC236}">
                  <a16:creationId xmlns:a16="http://schemas.microsoft.com/office/drawing/2014/main" xmlns="" id="{A1A2314D-3F4B-CB9B-BBE6-7D74E0D70AF7}"/>
                </a:ext>
              </a:extLst>
            </p:cNvPr>
            <p:cNvSpPr/>
            <p:nvPr/>
          </p:nvSpPr>
          <p:spPr>
            <a:xfrm>
              <a:off x="3376050" y="3089475"/>
              <a:ext cx="949250" cy="1256100"/>
            </a:xfrm>
            <a:custGeom>
              <a:avLst/>
              <a:gdLst/>
              <a:ahLst/>
              <a:cxnLst/>
              <a:rect l="l" t="t" r="r" b="b"/>
              <a:pathLst>
                <a:path w="37970" h="50244" extrusionOk="0">
                  <a:moveTo>
                    <a:pt x="7875" y="1"/>
                  </a:moveTo>
                  <a:cubicBezTo>
                    <a:pt x="5250" y="1"/>
                    <a:pt x="3143" y="2108"/>
                    <a:pt x="3143" y="4696"/>
                  </a:cubicBezTo>
                  <a:lnTo>
                    <a:pt x="0" y="44587"/>
                  </a:lnTo>
                  <a:cubicBezTo>
                    <a:pt x="0" y="47730"/>
                    <a:pt x="2514" y="50244"/>
                    <a:pt x="5620" y="50244"/>
                  </a:cubicBezTo>
                  <a:lnTo>
                    <a:pt x="32313" y="50244"/>
                  </a:lnTo>
                  <a:cubicBezTo>
                    <a:pt x="35418" y="50244"/>
                    <a:pt x="37969" y="47730"/>
                    <a:pt x="37969" y="44587"/>
                  </a:cubicBezTo>
                  <a:lnTo>
                    <a:pt x="34790" y="4696"/>
                  </a:lnTo>
                  <a:cubicBezTo>
                    <a:pt x="34790" y="2108"/>
                    <a:pt x="32682" y="1"/>
                    <a:pt x="300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4765;p64">
              <a:extLst>
                <a:ext uri="{FF2B5EF4-FFF2-40B4-BE49-F238E27FC236}">
                  <a16:creationId xmlns:a16="http://schemas.microsoft.com/office/drawing/2014/main" xmlns="" id="{077A44FB-57FB-1D7A-23CD-23836FB3A7C4}"/>
                </a:ext>
              </a:extLst>
            </p:cNvPr>
            <p:cNvSpPr/>
            <p:nvPr/>
          </p:nvSpPr>
          <p:spPr>
            <a:xfrm>
              <a:off x="3367725" y="3082075"/>
              <a:ext cx="964950" cy="1270900"/>
            </a:xfrm>
            <a:custGeom>
              <a:avLst/>
              <a:gdLst/>
              <a:ahLst/>
              <a:cxnLst/>
              <a:rect l="l" t="t" r="r" b="b"/>
              <a:pathLst>
                <a:path w="38598" h="50836" extrusionOk="0">
                  <a:moveTo>
                    <a:pt x="30427" y="592"/>
                  </a:moveTo>
                  <a:cubicBezTo>
                    <a:pt x="31647" y="592"/>
                    <a:pt x="32757" y="1110"/>
                    <a:pt x="33533" y="1886"/>
                  </a:cubicBezTo>
                  <a:cubicBezTo>
                    <a:pt x="34346" y="2700"/>
                    <a:pt x="34827" y="3772"/>
                    <a:pt x="34827" y="4992"/>
                  </a:cubicBezTo>
                  <a:lnTo>
                    <a:pt x="34827" y="5029"/>
                  </a:lnTo>
                  <a:lnTo>
                    <a:pt x="38006" y="44919"/>
                  </a:lnTo>
                  <a:lnTo>
                    <a:pt x="38006" y="44919"/>
                  </a:lnTo>
                  <a:cubicBezTo>
                    <a:pt x="37996" y="46383"/>
                    <a:pt x="37370" y="47701"/>
                    <a:pt x="36417" y="48654"/>
                  </a:cubicBezTo>
                  <a:cubicBezTo>
                    <a:pt x="35455" y="49616"/>
                    <a:pt x="34124" y="50244"/>
                    <a:pt x="32646" y="50244"/>
                  </a:cubicBezTo>
                  <a:lnTo>
                    <a:pt x="5953" y="50244"/>
                  </a:lnTo>
                  <a:cubicBezTo>
                    <a:pt x="4511" y="50244"/>
                    <a:pt x="3143" y="49616"/>
                    <a:pt x="2182" y="48654"/>
                  </a:cubicBezTo>
                  <a:cubicBezTo>
                    <a:pt x="1228" y="47701"/>
                    <a:pt x="639" y="46383"/>
                    <a:pt x="629" y="44919"/>
                  </a:cubicBezTo>
                  <a:lnTo>
                    <a:pt x="629" y="44919"/>
                  </a:lnTo>
                  <a:lnTo>
                    <a:pt x="3809" y="5029"/>
                  </a:lnTo>
                  <a:lnTo>
                    <a:pt x="3809" y="4992"/>
                  </a:lnTo>
                  <a:cubicBezTo>
                    <a:pt x="3809" y="3772"/>
                    <a:pt x="4289" y="2700"/>
                    <a:pt x="5066" y="1886"/>
                  </a:cubicBezTo>
                  <a:cubicBezTo>
                    <a:pt x="5879" y="1110"/>
                    <a:pt x="6988" y="592"/>
                    <a:pt x="8208" y="592"/>
                  </a:cubicBezTo>
                  <a:close/>
                  <a:moveTo>
                    <a:pt x="8208" y="1"/>
                  </a:moveTo>
                  <a:cubicBezTo>
                    <a:pt x="5435" y="1"/>
                    <a:pt x="3180" y="2219"/>
                    <a:pt x="3180" y="4992"/>
                  </a:cubicBezTo>
                  <a:lnTo>
                    <a:pt x="1" y="44883"/>
                  </a:lnTo>
                  <a:cubicBezTo>
                    <a:pt x="1" y="48174"/>
                    <a:pt x="2662" y="50836"/>
                    <a:pt x="5953" y="50836"/>
                  </a:cubicBezTo>
                  <a:lnTo>
                    <a:pt x="32646" y="50836"/>
                  </a:lnTo>
                  <a:cubicBezTo>
                    <a:pt x="35936" y="50836"/>
                    <a:pt x="38598" y="48174"/>
                    <a:pt x="38598" y="44883"/>
                  </a:cubicBezTo>
                  <a:lnTo>
                    <a:pt x="35455" y="4992"/>
                  </a:lnTo>
                  <a:cubicBezTo>
                    <a:pt x="35455" y="2219"/>
                    <a:pt x="33200" y="1"/>
                    <a:pt x="304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9" name="TextBox 3638">
            <a:extLst>
              <a:ext uri="{FF2B5EF4-FFF2-40B4-BE49-F238E27FC236}">
                <a16:creationId xmlns:a16="http://schemas.microsoft.com/office/drawing/2014/main" xmlns="" id="{4CA77591-AC56-754C-1CBA-5685266BDEA1}"/>
              </a:ext>
            </a:extLst>
          </p:cNvPr>
          <p:cNvSpPr txBox="1"/>
          <p:nvPr/>
        </p:nvSpPr>
        <p:spPr>
          <a:xfrm>
            <a:off x="6050554" y="1541138"/>
            <a:ext cx="2034321" cy="659155"/>
          </a:xfrm>
          <a:prstGeom prst="rect">
            <a:avLst/>
          </a:prstGeom>
          <a:noFill/>
        </p:spPr>
        <p:txBody>
          <a:bodyPr wrap="square" rtlCol="0">
            <a:spAutoFit/>
          </a:bodyPr>
          <a:lstStyle/>
          <a:p>
            <a:pPr marL="457200" lvl="0" indent="-330200" algn="l" rtl="0">
              <a:spcBef>
                <a:spcPts val="100"/>
              </a:spcBef>
              <a:spcAft>
                <a:spcPts val="0"/>
              </a:spcAft>
              <a:buClr>
                <a:schemeClr val="accent1"/>
              </a:buClr>
              <a:buSzPts val="1600"/>
              <a:buFont typeface="Barlow Semi Condensed"/>
              <a:buChar char="●"/>
            </a:pPr>
            <a:r>
              <a:rPr lang="en-US" sz="1800" dirty="0">
                <a:solidFill>
                  <a:schemeClr val="tx1"/>
                </a:solidFill>
                <a:latin typeface="Barlow Semi Condensed" panose="00000506000000000000" pitchFamily="2" charset="0"/>
                <a:ea typeface="Barlow Semi Condensed"/>
                <a:cs typeface="Barlow Semi Condensed"/>
                <a:sym typeface="Barlow Semi Condensed"/>
              </a:rPr>
              <a:t>ASP.NET Core</a:t>
            </a:r>
          </a:p>
          <a:p>
            <a:pPr marL="457200" lvl="0" indent="-330200" algn="l" rtl="0">
              <a:spcBef>
                <a:spcPts val="100"/>
              </a:spcBef>
              <a:spcAft>
                <a:spcPts val="0"/>
              </a:spcAft>
              <a:buClr>
                <a:schemeClr val="accent1"/>
              </a:buClr>
              <a:buSzPts val="1600"/>
              <a:buFont typeface="Barlow Semi Condensed"/>
              <a:buChar char="●"/>
            </a:pPr>
            <a:r>
              <a:rPr lang="en-US" sz="1800" dirty="0" smtClean="0">
                <a:solidFill>
                  <a:schemeClr val="tx1"/>
                </a:solidFill>
                <a:latin typeface="Barlow Semi Condensed" panose="00000506000000000000" pitchFamily="2" charset="0"/>
              </a:rPr>
              <a:t>SQL Server</a:t>
            </a:r>
            <a:endParaRPr lang="en-US" sz="1800" dirty="0">
              <a:solidFill>
                <a:schemeClr val="tx1"/>
              </a:solidFill>
              <a:latin typeface="Barlow Semi Condensed" panose="00000506000000000000" pitchFamily="2" charset="0"/>
            </a:endParaRPr>
          </a:p>
        </p:txBody>
      </p:sp>
    </p:spTree>
    <p:extLst>
      <p:ext uri="{BB962C8B-B14F-4D97-AF65-F5344CB8AC3E}">
        <p14:creationId xmlns:p14="http://schemas.microsoft.com/office/powerpoint/2010/main" val="261303750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err="1"/>
              <a:t>Nghiên</a:t>
            </a:r>
            <a:r>
              <a:rPr lang="en-US" dirty="0"/>
              <a:t> </a:t>
            </a:r>
            <a:r>
              <a:rPr lang="en-US" dirty="0" err="1"/>
              <a:t>cứu</a:t>
            </a:r>
            <a:r>
              <a:rPr lang="en-US" dirty="0"/>
              <a:t> </a:t>
            </a:r>
            <a:r>
              <a:rPr lang="en-US" dirty="0" err="1"/>
              <a:t>xây</a:t>
            </a:r>
            <a:r>
              <a:rPr lang="en-US" dirty="0"/>
              <a:t> </a:t>
            </a:r>
            <a:r>
              <a:rPr lang="en-US" dirty="0" err="1"/>
              <a:t>dựng</a:t>
            </a:r>
            <a:r>
              <a:rPr lang="en-US" dirty="0"/>
              <a:t> </a:t>
            </a:r>
            <a:r>
              <a:rPr lang="en-US" dirty="0" err="1"/>
              <a:t>phần</a:t>
            </a:r>
            <a:r>
              <a:rPr lang="en-US" dirty="0"/>
              <a:t> </a:t>
            </a:r>
            <a:r>
              <a:rPr lang="en-US" dirty="0" err="1"/>
              <a:t>mềm</a:t>
            </a:r>
            <a:r>
              <a:rPr lang="en-US" dirty="0"/>
              <a:t/>
            </a:r>
            <a:br>
              <a:rPr lang="en-US" dirty="0"/>
            </a:br>
            <a:endParaRPr lang="en-US" dirty="0"/>
          </a:p>
        </p:txBody>
      </p:sp>
      <p:sp>
        <p:nvSpPr>
          <p:cNvPr id="3" name="Subtitle 2"/>
          <p:cNvSpPr>
            <a:spLocks noGrp="1"/>
          </p:cNvSpPr>
          <p:nvPr>
            <p:ph type="subTitle" idx="1"/>
          </p:nvPr>
        </p:nvSpPr>
        <p:spPr>
          <a:xfrm>
            <a:off x="467068" y="1491351"/>
            <a:ext cx="7780907" cy="2656200"/>
          </a:xfrm>
        </p:spPr>
        <p:txBody>
          <a:bodyPr/>
          <a:lstStyle/>
          <a:p>
            <a:pPr marL="285750" lvl="0" indent="-227013" algn="just">
              <a:spcBef>
                <a:spcPts val="300"/>
              </a:spcBef>
              <a:buFont typeface="Wingdings" panose="05000000000000000000" pitchFamily="2" charset="2"/>
              <a:buChar char="v"/>
            </a:pPr>
            <a:r>
              <a:rPr lang="vi-VN" dirty="0"/>
              <a:t>Thiết kế pipeline điều phối 4 skill phân tích theo đúng thứ tự phụ thuộc dữ liệu.</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endParaRPr lang="vi-VN" dirty="0"/>
          </a:p>
          <a:p>
            <a:pPr marL="285750" lvl="0" indent="-227013" algn="just">
              <a:spcBef>
                <a:spcPts val="300"/>
              </a:spcBef>
              <a:buFont typeface="Wingdings" panose="05000000000000000000" pitchFamily="2" charset="2"/>
              <a:buChar char="v"/>
            </a:pPr>
            <a:r>
              <a:rPr lang="vi-VN" dirty="0"/>
              <a:t>Xây dựng 6 Claude Code Skill: bug-detection, security-audit, refactoring, unit-test-gen, code-review-pipeline, mr-review.</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vi-VN" dirty="0"/>
              <a:t/>
            </a:r>
          </a:p>
          <a:p>
            <a:pPr marL="285750" lvl="0" indent="-227013" algn="just">
              <a:spcBef>
                <a:spcPts val="300"/>
              </a:spcBef>
              <a:buFont typeface="Wingdings" panose="05000000000000000000" pitchFamily="2" charset="2"/>
              <a:buChar char="v"/>
            </a:pPr>
            <a:r>
              <a:rPr lang="vi-VN" dirty="0"/>
              <a:t>Xây dựng website hỗ trợ (ASP.NET Core MVC + SQL Server) cho thao tác nộp/chấm bài.</a:t>
            </a:r>
            <a:r>
              <a:rPr lang="en-US" dirty="0" err="1"/>
              <a:t/>
            </a:r>
            <a:r>
              <a:rPr lang="en-US" dirty="0"/>
              <a:t/>
            </a:r>
            <a:r>
              <a:rPr lang="en-US" dirty="0" err="1"/>
              <a:t/>
            </a:r>
            <a:r>
              <a:rPr lang="en-US" dirty="0"/>
              <a:t/>
            </a:r>
            <a:r>
              <a:rPr lang="en-US" dirty="0" err="1"/>
              <a:t/>
            </a:r>
            <a:r>
              <a:rPr lang="en-US" dirty="0"/>
              <a:t/>
            </a:r>
            <a:r>
              <a:rPr lang="en-US" dirty="0" err="1"/>
              <a:t/>
            </a:r>
            <a:r>
              <a:rPr lang="vi-VN" dirty="0"/>
              <a:t/>
            </a:r>
          </a:p>
          <a:p>
            <a:pPr marL="285750" lvl="0" indent="-227013" algn="just">
              <a:spcBef>
                <a:spcPts val="300"/>
              </a:spcBef>
              <a:buFont typeface="Wingdings" panose="05000000000000000000" pitchFamily="2" charset="2"/>
              <a:buChar char="v"/>
            </a:pPr>
            <a:r>
              <a:rPr lang="vi-VN" dirty="0"/>
              <a:t>Thử nghiệm trên dữ liệu thật: 45 bài tập, 13 bài giải mẫu, 5 sinh viên mô phỏng nộp bài.</a:t>
            </a:r>
            <a:r>
              <a:rPr lang="en-US" dirty="0" err="1"/>
              <a:t/>
            </a:r>
            <a:r>
              <a:rPr lang="en-US" dirty="0"/>
              <a:t/>
            </a:r>
            <a:r>
              <a:rPr lang="vi-VN" dirty="0"/>
              <a:t/>
            </a:r>
          </a:p>
          <a:p>
            <a:endParaRPr lang="en-US" dirty="0"/>
          </a:p>
        </p:txBody>
      </p:sp>
    </p:spTree>
    <p:extLst>
      <p:ext uri="{BB962C8B-B14F-4D97-AF65-F5344CB8AC3E}">
        <p14:creationId xmlns:p14="http://schemas.microsoft.com/office/powerpoint/2010/main" val="42162145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73"/>
        <p:cNvGrpSpPr/>
        <p:nvPr/>
      </p:nvGrpSpPr>
      <p:grpSpPr>
        <a:xfrm>
          <a:off x="0" y="0"/>
          <a:ext cx="0" cy="0"/>
          <a:chOff x="0" y="0"/>
          <a:chExt cx="0" cy="0"/>
        </a:xfrm>
      </p:grpSpPr>
      <p:sp>
        <p:nvSpPr>
          <p:cNvPr id="2979" name="Google Shape;2979;p52"/>
          <p:cNvSpPr txBox="1">
            <a:spLocks noGrp="1"/>
          </p:cNvSpPr>
          <p:nvPr>
            <p:ph type="subTitle" idx="2"/>
          </p:nvPr>
        </p:nvSpPr>
        <p:spPr>
          <a:xfrm>
            <a:off x="1016038" y="1252802"/>
            <a:ext cx="7111923" cy="1357875"/>
          </a:xfrm>
          <a:prstGeom prst="rect">
            <a:avLst/>
          </a:prstGeom>
        </p:spPr>
        <p:txBody>
          <a:bodyPr spcFirstLastPara="1" wrap="square" lIns="91425" tIns="91425" rIns="91425" bIns="91425" anchor="t" anchorCtr="0">
            <a:normAutofit/>
          </a:bodyPr>
          <a:lstStyle/>
          <a:p>
            <a:pPr marL="342900" lvl="0" indent="-342900" algn="just">
              <a:buFont typeface="Wingdings" panose="05000000000000000000" pitchFamily="2" charset="2"/>
              <a:buChar char="v"/>
            </a:pPr>
            <a:r>
              <a:rPr lang="vi-VN" sz="1950" dirty="0"/>
              <a:t>Tự động phát hiện lỗi logic, lỗ hổng bảo mật trong mã nguồn sinh viên/lập trình viên nộp.</a:t>
            </a:r>
          </a:p>
          <a:p>
            <a:pPr marL="342900" lvl="0" indent="-342900" algn="just">
              <a:buFont typeface="Wingdings" panose="05000000000000000000" pitchFamily="2" charset="2"/>
              <a:buChar char="v"/>
            </a:pPr>
            <a:r>
              <a:rPr lang="vi-VN" sz="1950" dirty="0"/>
              <a:t>Tự động refactor theo clean code/SOLID và sinh unit test, đảm bảo không đổi hành vi chương trình.</a:t>
            </a:r>
            <a:endParaRPr lang="vi-VN" sz="1950" dirty="0">
              <a:latin typeface="Barlow Semi Condensed"/>
              <a:ea typeface="Barlow Semi Condensed"/>
              <a:cs typeface="Barlow Semi Condensed"/>
              <a:sym typeface="Barlow Semi Condensed"/>
            </a:endParaRPr>
          </a:p>
        </p:txBody>
      </p:sp>
      <p:sp>
        <p:nvSpPr>
          <p:cNvPr id="2980" name="Google Shape;2980;p52"/>
          <p:cNvSpPr txBox="1">
            <a:spLocks noGrp="1"/>
          </p:cNvSpPr>
          <p:nvPr>
            <p:ph type="title"/>
          </p:nvPr>
        </p:nvSpPr>
        <p:spPr>
          <a:xfrm>
            <a:off x="3090600" y="459906"/>
            <a:ext cx="2962800" cy="5760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a:t>Mục tiêu hệ thống</a:t>
            </a:r>
            <a:endParaRPr/>
          </a:p>
        </p:txBody>
      </p:sp>
      <p:sp>
        <p:nvSpPr>
          <p:cNvPr id="5" name="Google Shape;2979;p52">
            <a:extLst>
              <a:ext uri="{FF2B5EF4-FFF2-40B4-BE49-F238E27FC236}">
                <a16:creationId xmlns:a16="http://schemas.microsoft.com/office/drawing/2014/main" xmlns="" id="{322C39C3-BBA2-8942-111D-7E3F40BA6261}"/>
              </a:ext>
            </a:extLst>
          </p:cNvPr>
          <p:cNvSpPr txBox="1">
            <a:spLocks/>
          </p:cNvSpPr>
          <p:nvPr/>
        </p:nvSpPr>
        <p:spPr>
          <a:xfrm>
            <a:off x="1016038" y="2610677"/>
            <a:ext cx="7111923" cy="129208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9pPr>
          </a:lstStyle>
          <a:p>
            <a:pPr marL="342900" indent="-342900" algn="just">
              <a:buFont typeface="Wingdings" panose="05000000000000000000" pitchFamily="2" charset="2"/>
              <a:buChar char="v"/>
            </a:pPr>
            <a:r>
              <a:rPr lang="vi-VN" sz="2000" dirty="0"/>
              <a:t>Hỗ trợ giảng viên chấm bài qua merge request, đưa gợi ý sửa mang tính dẫn dắt.</a:t>
            </a:r>
            <a:r>
              <a:rPr lang="vi-VN" sz="2000" dirty="0" smtClean="0"/>
              <a:t/>
            </a:r>
            <a:endParaRPr lang="en-US" sz="2000" dirty="0" smtClean="0"/>
          </a:p>
          <a:p>
            <a:pPr marL="342900" indent="-342900" algn="just">
              <a:buFont typeface="Wingdings" panose="05000000000000000000" pitchFamily="2" charset="2"/>
              <a:buChar char="v"/>
            </a:pPr>
            <a:endParaRPr lang="vi-VN" sz="2000" dirty="0"/>
          </a:p>
          <a:p>
            <a:pPr marL="342900" indent="-342900" algn="just">
              <a:buFont typeface="Wingdings" panose="05000000000000000000" pitchFamily="2" charset="2"/>
              <a:buChar char="v"/>
            </a:pPr>
            <a:r>
              <a:rPr lang="vi-VN" sz="2000" dirty="0"/>
              <a:t>Theo dõi tiến trình nộp bài, trạng thái review qua website hỗ trợ.</a:t>
            </a:r>
            <a:endParaRPr lang="en-US" sz="2000" dirty="0"/>
          </a:p>
        </p:txBody>
      </p:sp>
    </p:spTree>
    <p:extLst>
      <p:ext uri="{BB962C8B-B14F-4D97-AF65-F5344CB8AC3E}">
        <p14:creationId xmlns:p14="http://schemas.microsoft.com/office/powerpoint/2010/main" val="12891401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979">
                                            <p:txEl>
                                              <p:pRg st="0" end="0"/>
                                            </p:txEl>
                                          </p:spTgt>
                                        </p:tgtEl>
                                        <p:attrNameLst>
                                          <p:attrName>style.visibility</p:attrName>
                                        </p:attrNameLst>
                                      </p:cBhvr>
                                      <p:to>
                                        <p:strVal val="visible"/>
                                      </p:to>
                                    </p:set>
                                    <p:anim calcmode="lin" valueType="num">
                                      <p:cBhvr>
                                        <p:cTn id="7" dur="500" fill="hold"/>
                                        <p:tgtEl>
                                          <p:spTgt spid="297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97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97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979">
                                            <p:txEl>
                                              <p:pRg st="1" end="1"/>
                                            </p:txEl>
                                          </p:spTgt>
                                        </p:tgtEl>
                                        <p:attrNameLst>
                                          <p:attrName>style.visibility</p:attrName>
                                        </p:attrNameLst>
                                      </p:cBhvr>
                                      <p:to>
                                        <p:strVal val="visible"/>
                                      </p:to>
                                    </p:set>
                                    <p:anim calcmode="lin" valueType="num">
                                      <p:cBhvr>
                                        <p:cTn id="14" dur="500" fill="hold"/>
                                        <p:tgtEl>
                                          <p:spTgt spid="2979">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2979">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297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 grpId="0" build="p"/>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73"/>
        <p:cNvGrpSpPr/>
        <p:nvPr/>
      </p:nvGrpSpPr>
      <p:grpSpPr>
        <a:xfrm>
          <a:off x="0" y="0"/>
          <a:ext cx="0" cy="0"/>
          <a:chOff x="0" y="0"/>
          <a:chExt cx="0" cy="0"/>
        </a:xfrm>
      </p:grpSpPr>
      <p:sp>
        <p:nvSpPr>
          <p:cNvPr id="2979" name="Google Shape;2979;p52"/>
          <p:cNvSpPr txBox="1">
            <a:spLocks noGrp="1"/>
          </p:cNvSpPr>
          <p:nvPr>
            <p:ph type="subTitle" idx="2"/>
          </p:nvPr>
        </p:nvSpPr>
        <p:spPr>
          <a:xfrm>
            <a:off x="1016038" y="1252802"/>
            <a:ext cx="7111923" cy="781407"/>
          </a:xfrm>
          <a:prstGeom prst="rect">
            <a:avLst/>
          </a:prstGeom>
        </p:spPr>
        <p:txBody>
          <a:bodyPr spcFirstLastPara="1" wrap="square" lIns="91425" tIns="91425" rIns="91425" bIns="91425" anchor="t" anchorCtr="0">
            <a:noAutofit/>
          </a:bodyPr>
          <a:lstStyle/>
          <a:p>
            <a:pPr marL="342900" lvl="0" indent="-342900" algn="just">
              <a:buFont typeface="Wingdings" panose="05000000000000000000" pitchFamily="2" charset="2"/>
              <a:buChar char="v"/>
            </a:pPr>
            <a:r>
              <a:rPr lang="vi-VN" sz="2000" dirty="0"/>
              <a:t>Đối chiếu bài nộp với khung mã nguồn chuẩn của môn học (cấu trúc, quy ước đặt tên, comment).</a:t>
            </a:r>
            <a:endParaRPr lang="vi-VN" sz="2000" dirty="0">
              <a:latin typeface="Barlow Semi Condensed"/>
              <a:ea typeface="Barlow Semi Condensed"/>
              <a:cs typeface="Barlow Semi Condensed"/>
              <a:sym typeface="Barlow Semi Condensed"/>
            </a:endParaRPr>
          </a:p>
        </p:txBody>
      </p:sp>
      <p:sp>
        <p:nvSpPr>
          <p:cNvPr id="2980" name="Google Shape;2980;p52"/>
          <p:cNvSpPr txBox="1">
            <a:spLocks noGrp="1"/>
          </p:cNvSpPr>
          <p:nvPr>
            <p:ph type="title"/>
          </p:nvPr>
        </p:nvSpPr>
        <p:spPr>
          <a:xfrm>
            <a:off x="3090600" y="459906"/>
            <a:ext cx="2962800" cy="5760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a:t>Mục tiêu hệ thống</a:t>
            </a:r>
            <a:endParaRPr/>
          </a:p>
        </p:txBody>
      </p:sp>
      <p:sp>
        <p:nvSpPr>
          <p:cNvPr id="5" name="Google Shape;2979;p52">
            <a:extLst>
              <a:ext uri="{FF2B5EF4-FFF2-40B4-BE49-F238E27FC236}">
                <a16:creationId xmlns:a16="http://schemas.microsoft.com/office/drawing/2014/main" xmlns="" id="{322C39C3-BBA2-8942-111D-7E3F40BA6261}"/>
              </a:ext>
            </a:extLst>
          </p:cNvPr>
          <p:cNvSpPr txBox="1">
            <a:spLocks/>
          </p:cNvSpPr>
          <p:nvPr/>
        </p:nvSpPr>
        <p:spPr>
          <a:xfrm>
            <a:off x="1016037" y="2126974"/>
            <a:ext cx="7111923" cy="17360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9pPr>
          </a:lstStyle>
          <a:p>
            <a:pPr marL="342900" indent="-342900" algn="just">
              <a:buFont typeface="Wingdings" panose="05000000000000000000" pitchFamily="2" charset="2"/>
              <a:buChar char="v"/>
            </a:pPr>
            <a:r>
              <a:rPr lang="vi-VN" sz="2000" dirty="0"/>
              <a:t>Cho phép giảng viên xem và chỉnh sửa trực tiếp kết quả review trước khi gửi cho sinh viên.</a:t>
            </a:r>
            <a:r>
              <a:rPr lang="vi-VN" sz="2000" dirty="0" smtClean="0"/>
              <a:t/>
            </a:r>
            <a:endParaRPr lang="en-US" sz="2000" dirty="0" smtClean="0"/>
          </a:p>
          <a:p>
            <a:pPr marL="342900" indent="-342900" algn="just">
              <a:buFont typeface="Wingdings" panose="05000000000000000000" pitchFamily="2" charset="2"/>
              <a:buChar char="v"/>
            </a:pPr>
            <a:endParaRPr lang="vi-VN" sz="2000" dirty="0"/>
          </a:p>
          <a:p>
            <a:pPr marL="342900" indent="-342900" algn="just">
              <a:buFont typeface="Wingdings" panose="05000000000000000000" pitchFamily="2" charset="2"/>
              <a:buChar char="v"/>
            </a:pPr>
            <a:r>
              <a:rPr lang="vi-VN" sz="2000" dirty="0"/>
              <a:t>Dễ dàng mở rộng: thêm skill phân tích mới mà không ảnh hưởng các skill hiện có.</a:t>
            </a:r>
            <a:endParaRPr lang="en-US" sz="2000" dirty="0"/>
          </a:p>
        </p:txBody>
      </p:sp>
    </p:spTree>
    <p:extLst>
      <p:ext uri="{BB962C8B-B14F-4D97-AF65-F5344CB8AC3E}">
        <p14:creationId xmlns:p14="http://schemas.microsoft.com/office/powerpoint/2010/main" val="35304313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979">
                                            <p:txEl>
                                              <p:pRg st="0" end="0"/>
                                            </p:txEl>
                                          </p:spTgt>
                                        </p:tgtEl>
                                        <p:attrNameLst>
                                          <p:attrName>style.visibility</p:attrName>
                                        </p:attrNameLst>
                                      </p:cBhvr>
                                      <p:to>
                                        <p:strVal val="visible"/>
                                      </p:to>
                                    </p:set>
                                    <p:anim calcmode="lin" valueType="num">
                                      <p:cBhvr>
                                        <p:cTn id="7" dur="500" fill="hold"/>
                                        <p:tgtEl>
                                          <p:spTgt spid="297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97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97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 grpId="0" build="p"/>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08"/>
        <p:cNvGrpSpPr/>
        <p:nvPr/>
      </p:nvGrpSpPr>
      <p:grpSpPr>
        <a:xfrm>
          <a:off x="0" y="0"/>
          <a:ext cx="0" cy="0"/>
          <a:chOff x="0" y="0"/>
          <a:chExt cx="0" cy="0"/>
        </a:xfrm>
      </p:grpSpPr>
      <p:sp>
        <p:nvSpPr>
          <p:cNvPr id="3009" name="Google Shape;3009;p53"/>
          <p:cNvSpPr/>
          <p:nvPr/>
        </p:nvSpPr>
        <p:spPr>
          <a:xfrm>
            <a:off x="846770" y="871434"/>
            <a:ext cx="4171407" cy="938227"/>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53"/>
          <p:cNvSpPr txBox="1">
            <a:spLocks noGrp="1"/>
          </p:cNvSpPr>
          <p:nvPr>
            <p:ph type="title"/>
          </p:nvPr>
        </p:nvSpPr>
        <p:spPr>
          <a:xfrm>
            <a:off x="2962649" y="102698"/>
            <a:ext cx="3344889"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vi-VN"/>
              <a:t>Tác nhân trong hệ thống</a:t>
            </a:r>
            <a:endParaRPr/>
          </a:p>
        </p:txBody>
      </p:sp>
      <p:sp>
        <p:nvSpPr>
          <p:cNvPr id="3150" name="Google Shape;3150;p53"/>
          <p:cNvSpPr txBox="1">
            <a:spLocks noGrp="1"/>
          </p:cNvSpPr>
          <p:nvPr>
            <p:ph type="subTitle" idx="1"/>
          </p:nvPr>
        </p:nvSpPr>
        <p:spPr>
          <a:xfrm>
            <a:off x="2075806" y="817933"/>
            <a:ext cx="1713335" cy="51084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dirty="0" smtClean="0"/>
              <a:t>Giảng viên</a:t>
            </a:r>
            <a:endParaRPr sz="1600" dirty="0"/>
          </a:p>
        </p:txBody>
      </p:sp>
      <p:sp>
        <p:nvSpPr>
          <p:cNvPr id="3151" name="Google Shape;3151;p53"/>
          <p:cNvSpPr txBox="1">
            <a:spLocks noGrp="1"/>
          </p:cNvSpPr>
          <p:nvPr>
            <p:ph type="subTitle" idx="2"/>
          </p:nvPr>
        </p:nvSpPr>
        <p:spPr>
          <a:xfrm>
            <a:off x="863121" y="1033331"/>
            <a:ext cx="4138705" cy="682463"/>
          </a:xfrm>
          <a:prstGeom prst="rect">
            <a:avLst/>
          </a:prstGeom>
        </p:spPr>
        <p:txBody>
          <a:bodyPr spcFirstLastPara="1" wrap="square" lIns="91425" tIns="91425" rIns="91425" bIns="91425" anchor="t" anchorCtr="0">
            <a:normAutofit/>
          </a:bodyPr>
          <a:lstStyle/>
          <a:p>
            <a:pPr lvl="0" algn="just"/>
            <a:r>
              <a:rPr lang="en-US" dirty="0" err="1"/>
              <a:t>Tạo bài tập, cấu hình kết nối git, xem/chỉnh sửa trực tiếp kết quả review trước khi gửi sinh viên.</a:t>
            </a:r>
            <a:r>
              <a:rPr lang="en-US" dirty="0"/>
              <a:t/>
            </a:r>
            <a:r>
              <a:rPr lang="en-US" dirty="0" err="1"/>
              <a:t/>
            </a:r>
            <a:r>
              <a:rPr lang="en-US" dirty="0"/>
              <a:t/>
            </a:r>
            <a:r>
              <a:rPr lang="en-US" dirty="0" err="1"/>
              <a:t/>
            </a:r>
            <a:r>
              <a:rPr lang="en-US" dirty="0"/>
              <a:t/>
            </a:r>
            <a:r>
              <a:rPr lang="en-US" dirty="0" err="1"/>
              <a:t/>
            </a:r>
            <a:r>
              <a:rPr lang="en-US" dirty="0"/>
              <a:t/>
            </a:r>
            <a:r>
              <a:rPr lang="en-US" dirty="0" err="1" smtClean="0"/>
              <a:t/>
            </a:r>
            <a:r>
              <a:rPr lang="en-US" dirty="0" smtClean="0"/>
              <a:t/>
            </a:r>
            <a:r>
              <a:rPr lang="en-US" dirty="0" err="1" smtClean="0"/>
              <a:t/>
            </a:r>
            <a:r>
              <a:rPr lang="en-US" dirty="0" smtClean="0"/>
              <a:t/>
            </a:r>
            <a:r>
              <a:rPr lang="en-US" dirty="0" err="1" smtClean="0"/>
              <a:t/>
            </a:r>
            <a:r>
              <a:rPr lang="en-US" dirty="0" smtClean="0"/>
              <a:t/>
            </a:r>
            <a:r>
              <a:rPr lang="en-US" dirty="0" err="1" smtClean="0"/>
              <a:t/>
            </a:r>
            <a:r>
              <a:rPr lang="en-US" dirty="0" smtClean="0"/>
              <a:t/>
            </a:r>
            <a:r>
              <a:rPr lang="en-US" dirty="0" err="1" smtClean="0"/>
              <a:t/>
            </a:r>
            <a:r>
              <a:rPr lang="en-US" dirty="0" smtClean="0"/>
              <a:t/>
            </a:r>
            <a:r>
              <a:rPr lang="en-US" dirty="0" err="1" smtClean="0"/>
              <a:t/>
            </a:r>
            <a:r>
              <a:rPr lang="en-US" dirty="0" smtClean="0"/>
              <a:t/>
            </a:r>
            <a:r>
              <a:rPr lang="en-US" dirty="0" err="1" smtClean="0"/>
              <a:t/>
            </a:r>
            <a:r>
              <a:rPr lang="en-US" dirty="0" smtClean="0"/>
              <a:t/>
            </a:r>
            <a:r>
              <a:rPr lang="en-US" dirty="0" err="1" smtClean="0"/>
              <a:t/>
            </a:r>
            <a:r>
              <a:rPr lang="en-US" dirty="0" smtClean="0"/>
              <a:t/>
            </a:r>
            <a:r>
              <a:rPr lang="en-US" dirty="0" err="1" smtClean="0"/>
              <a:t/>
            </a:r>
            <a:r>
              <a:rPr lang="en-US" dirty="0" smtClean="0"/>
              <a:t/>
            </a:r>
            <a:r>
              <a:rPr lang="en-US" dirty="0" err="1" smtClean="0"/>
              <a:t/>
            </a:r>
            <a:r>
              <a:rPr lang="en-US" dirty="0" smtClean="0"/>
              <a:t/>
            </a:r>
            <a:r>
              <a:rPr lang="en-US" dirty="0" err="1" smtClean="0"/>
              <a:t/>
            </a:r>
            <a:r>
              <a:rPr lang="en-US" dirty="0" smtClean="0"/>
              <a:t/>
            </a:r>
            <a:r>
              <a:rPr lang="en-US" dirty="0" err="1" smtClean="0"/>
              <a:t/>
            </a:r>
            <a:r>
              <a:rPr lang="en-US" dirty="0" smtClean="0"/>
              <a:t/>
            </a:r>
            <a:r>
              <a:rPr lang="en-US" dirty="0" err="1" smtClean="0"/>
              <a:t/>
            </a:r>
            <a:r>
              <a:rPr lang="en-US" dirty="0" smtClean="0"/>
              <a:t/>
            </a:r>
            <a:r>
              <a:rPr lang="en-US" dirty="0" err="1" smtClean="0"/>
              <a:t/>
            </a:r>
            <a:r>
              <a:rPr lang="en-US" dirty="0" smtClean="0"/>
              <a:t/>
            </a:r>
            <a:endParaRPr sz="1350" dirty="0">
              <a:latin typeface="Barlow Semi Condensed"/>
              <a:ea typeface="Barlow Semi Condensed"/>
              <a:cs typeface="Barlow Semi Condensed"/>
              <a:sym typeface="Barlow Semi Condensed"/>
            </a:endParaRPr>
          </a:p>
        </p:txBody>
      </p:sp>
      <p:sp>
        <p:nvSpPr>
          <p:cNvPr id="3244" name="Google Shape;3009;p53">
            <a:extLst>
              <a:ext uri="{FF2B5EF4-FFF2-40B4-BE49-F238E27FC236}">
                <a16:creationId xmlns:a16="http://schemas.microsoft.com/office/drawing/2014/main" xmlns="" id="{A032355E-1A39-2A27-E3A5-DC46CF5A1FA5}"/>
              </a:ext>
            </a:extLst>
          </p:cNvPr>
          <p:cNvSpPr/>
          <p:nvPr/>
        </p:nvSpPr>
        <p:spPr>
          <a:xfrm>
            <a:off x="846072" y="2135962"/>
            <a:ext cx="4171407" cy="938227"/>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150;p53">
            <a:extLst>
              <a:ext uri="{FF2B5EF4-FFF2-40B4-BE49-F238E27FC236}">
                <a16:creationId xmlns:a16="http://schemas.microsoft.com/office/drawing/2014/main" xmlns="" id="{82DF96C0-B34E-970A-7E87-4E7D8D4DB93A}"/>
              </a:ext>
            </a:extLst>
          </p:cNvPr>
          <p:cNvSpPr txBox="1">
            <a:spLocks/>
          </p:cNvSpPr>
          <p:nvPr/>
        </p:nvSpPr>
        <p:spPr>
          <a:xfrm>
            <a:off x="1960473" y="2082461"/>
            <a:ext cx="1942604" cy="5108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gn="ctr"/>
            <a:r>
              <a:rPr lang="en-US" sz="1600" dirty="0" err="1" smtClean="0"/>
              <a:t>Sinh viên</a:t>
            </a:r>
            <a:r>
              <a:rPr lang="en-US" sz="1600" dirty="0" smtClean="0"/>
              <a:t/>
            </a:r>
            <a:r>
              <a:rPr lang="en-US" sz="1600" dirty="0" err="1" smtClean="0"/>
              <a:t/>
            </a:r>
            <a:endParaRPr lang="en-US" sz="1600" dirty="0"/>
          </a:p>
          <a:p>
            <a:pPr algn="ctr"/>
            <a:endParaRPr lang="en-US" sz="1600" dirty="0"/>
          </a:p>
        </p:txBody>
      </p:sp>
      <p:sp>
        <p:nvSpPr>
          <p:cNvPr id="3246" name="Google Shape;3151;p53">
            <a:extLst>
              <a:ext uri="{FF2B5EF4-FFF2-40B4-BE49-F238E27FC236}">
                <a16:creationId xmlns:a16="http://schemas.microsoft.com/office/drawing/2014/main" xmlns="" id="{8C6523D3-05B6-8408-59E6-4AEC8B913E86}"/>
              </a:ext>
            </a:extLst>
          </p:cNvPr>
          <p:cNvSpPr txBox="1">
            <a:spLocks/>
          </p:cNvSpPr>
          <p:nvPr/>
        </p:nvSpPr>
        <p:spPr>
          <a:xfrm>
            <a:off x="862423" y="2297859"/>
            <a:ext cx="4238344" cy="682463"/>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55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55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55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55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55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55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55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55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550" b="0" i="0" u="none" strike="noStrike" cap="none">
                <a:solidFill>
                  <a:schemeClr val="dk2"/>
                </a:solidFill>
                <a:latin typeface="Barlow Semi Condensed"/>
                <a:ea typeface="Barlow Semi Condensed"/>
                <a:cs typeface="Barlow Semi Condensed"/>
                <a:sym typeface="Barlow Semi Condensed"/>
              </a:defRPr>
            </a:lvl9pPr>
          </a:lstStyle>
          <a:p>
            <a:pPr algn="just"/>
            <a:r>
              <a:rPr lang="en-US" sz="1550" dirty="0" err="1" smtClean="0"/>
              <a:t>Nộp bài qua merge request trên git, xem kết quả review và gợi ý hướng sửa.</a:t>
            </a:r>
            <a:r>
              <a:rPr lang="en-US" sz="1550" dirty="0" smtClean="0"/>
              <a:t/>
            </a:r>
            <a:r>
              <a:rPr lang="en-US" sz="1550" dirty="0" err="1" smtClean="0"/>
              <a:t/>
            </a:r>
            <a:r>
              <a:rPr lang="en-US" sz="1550" dirty="0" smtClean="0"/>
              <a:t/>
            </a:r>
            <a:r>
              <a:rPr lang="en-US" sz="1550" dirty="0" err="1" smtClean="0"/>
              <a:t/>
            </a:r>
            <a:r>
              <a:rPr lang="en-US" sz="1550" dirty="0" smtClean="0"/>
              <a:t/>
            </a:r>
            <a:r>
              <a:rPr lang="en-US" sz="1550" dirty="0" err="1" smtClean="0"/>
              <a:t/>
            </a:r>
            <a:r>
              <a:rPr lang="en-US" sz="1550" dirty="0" smtClean="0"/>
              <a:t/>
            </a:r>
            <a:r>
              <a:rPr lang="en-US" sz="1550" dirty="0" err="1" smtClean="0"/>
              <a:t/>
            </a:r>
            <a:r>
              <a:rPr lang="en-US" sz="1550" dirty="0" smtClean="0"/>
              <a:t/>
            </a:r>
            <a:r>
              <a:rPr lang="en-US" sz="1550" dirty="0" err="1" smtClean="0"/>
              <a:t/>
            </a:r>
            <a:r>
              <a:rPr lang="en-US" sz="1550" dirty="0" smtClean="0"/>
              <a:t/>
            </a:r>
            <a:r>
              <a:rPr lang="en-US" sz="1550" dirty="0" err="1" smtClean="0"/>
              <a:t/>
            </a:r>
            <a:r>
              <a:rPr lang="en-US" sz="1550" dirty="0" smtClean="0"/>
              <a:t/>
            </a:r>
            <a:r>
              <a:rPr lang="en-US" sz="1550" dirty="0" err="1" smtClean="0"/>
              <a:t/>
            </a:r>
            <a:r>
              <a:rPr lang="en-US" sz="1550" dirty="0" smtClean="0"/>
              <a:t/>
            </a:r>
            <a:r>
              <a:rPr lang="en-US" sz="1550" dirty="0" err="1" smtClean="0"/>
              <a:t/>
            </a:r>
            <a:r>
              <a:rPr lang="en-US" sz="1550" dirty="0" smtClean="0"/>
              <a:t/>
            </a:r>
            <a:r>
              <a:rPr lang="en-US" sz="1550" dirty="0" err="1" smtClean="0"/>
              <a:t/>
            </a:r>
            <a:r>
              <a:rPr lang="en-US" sz="1550" dirty="0" smtClean="0"/>
              <a:t/>
            </a:r>
            <a:r>
              <a:rPr lang="en-US" sz="1550" dirty="0" err="1" smtClean="0"/>
              <a:t/>
            </a:r>
            <a:r>
              <a:rPr lang="en-US" sz="1550" dirty="0" smtClean="0"/>
              <a:t/>
            </a:r>
            <a:r>
              <a:rPr lang="en-US" sz="1550" dirty="0" err="1" smtClean="0"/>
              <a:t/>
            </a:r>
            <a:r>
              <a:rPr lang="en-US" sz="1550" dirty="0" smtClean="0"/>
              <a:t/>
            </a:r>
            <a:r>
              <a:rPr lang="en-US" sz="1550" dirty="0" err="1" smtClean="0"/>
              <a:t/>
            </a:r>
            <a:r>
              <a:rPr lang="en-US" sz="1550" dirty="0" smtClean="0"/>
              <a:t/>
            </a:r>
            <a:r>
              <a:rPr lang="en-US" sz="1550" dirty="0" err="1" smtClean="0"/>
              <a:t/>
            </a:r>
            <a:r>
              <a:rPr lang="en-US" sz="1550" dirty="0" smtClean="0"/>
              <a:t/>
            </a:r>
            <a:r>
              <a:rPr lang="en-US" sz="1550" dirty="0" err="1" smtClean="0"/>
              <a:t/>
            </a:r>
            <a:r>
              <a:rPr lang="en-US" sz="1550" dirty="0" smtClean="0"/>
              <a:t/>
            </a:r>
            <a:r>
              <a:rPr lang="en-US" sz="1550" dirty="0" err="1" smtClean="0"/>
              <a:t/>
            </a:r>
            <a:r>
              <a:rPr lang="en-US" sz="1550" dirty="0" smtClean="0"/>
              <a:t/>
            </a:r>
            <a:r>
              <a:rPr lang="en-US" sz="1550" dirty="0" err="1" smtClean="0"/>
              <a:t/>
            </a:r>
            <a:r>
              <a:rPr lang="en-US" sz="1550" dirty="0" smtClean="0"/>
              <a:t/>
            </a:r>
            <a:r>
              <a:rPr lang="en-US" sz="1550" dirty="0" err="1" smtClean="0"/>
              <a:t/>
            </a:r>
            <a:r>
              <a:rPr lang="en-US" sz="1550" dirty="0" smtClean="0"/>
              <a:t/>
            </a:r>
            <a:r>
              <a:rPr lang="en-US" sz="1550" dirty="0" err="1" smtClean="0"/>
              <a:t/>
            </a:r>
            <a:r>
              <a:rPr lang="en-US" sz="1550" dirty="0" smtClean="0"/>
              <a:t/>
            </a:r>
            <a:r>
              <a:rPr lang="en-US" sz="1550" dirty="0" err="1" smtClean="0"/>
              <a:t/>
            </a:r>
            <a:endParaRPr lang="vi-VN" sz="1550" dirty="0"/>
          </a:p>
          <a:p>
            <a:pPr algn="just"/>
            <a:endParaRPr lang="vi-VN" sz="1550" dirty="0"/>
          </a:p>
        </p:txBody>
      </p:sp>
      <p:sp>
        <p:nvSpPr>
          <p:cNvPr id="3256" name="Google Shape;3009;p53">
            <a:extLst>
              <a:ext uri="{FF2B5EF4-FFF2-40B4-BE49-F238E27FC236}">
                <a16:creationId xmlns:a16="http://schemas.microsoft.com/office/drawing/2014/main" xmlns="" id="{521FBD3A-30EB-79AE-30F7-7B00F3C73E50}"/>
              </a:ext>
            </a:extLst>
          </p:cNvPr>
          <p:cNvSpPr/>
          <p:nvPr/>
        </p:nvSpPr>
        <p:spPr>
          <a:xfrm>
            <a:off x="840919" y="3452592"/>
            <a:ext cx="4171407" cy="938227"/>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150;p53">
            <a:extLst>
              <a:ext uri="{FF2B5EF4-FFF2-40B4-BE49-F238E27FC236}">
                <a16:creationId xmlns:a16="http://schemas.microsoft.com/office/drawing/2014/main" xmlns="" id="{56E0B559-2534-7BE1-67F5-108034DCE311}"/>
              </a:ext>
            </a:extLst>
          </p:cNvPr>
          <p:cNvSpPr txBox="1">
            <a:spLocks/>
          </p:cNvSpPr>
          <p:nvPr/>
        </p:nvSpPr>
        <p:spPr>
          <a:xfrm>
            <a:off x="2020745" y="3392182"/>
            <a:ext cx="1921700" cy="510841"/>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5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5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5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5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5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5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5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5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5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gn="ctr"/>
            <a:r>
              <a:rPr lang="en-US" sz="1500" dirty="0" err="1" smtClean="0"/>
              <a:t>Claude AI (Skill Engine)</a:t>
            </a:r>
            <a:r>
              <a:rPr lang="en-US" sz="1500" dirty="0" smtClean="0"/>
              <a:t/>
            </a:r>
            <a:r>
              <a:rPr lang="en-US" sz="1500" dirty="0" err="1" smtClean="0"/>
              <a:t/>
            </a:r>
            <a:endParaRPr lang="en-US" sz="1500" dirty="0"/>
          </a:p>
        </p:txBody>
      </p:sp>
      <p:sp>
        <p:nvSpPr>
          <p:cNvPr id="3258" name="Google Shape;3151;p53">
            <a:extLst>
              <a:ext uri="{FF2B5EF4-FFF2-40B4-BE49-F238E27FC236}">
                <a16:creationId xmlns:a16="http://schemas.microsoft.com/office/drawing/2014/main" xmlns="" id="{9EBBAE96-7B71-FC15-46BE-2F4DEB81AB04}"/>
              </a:ext>
            </a:extLst>
          </p:cNvPr>
          <p:cNvSpPr txBox="1">
            <a:spLocks/>
          </p:cNvSpPr>
          <p:nvPr/>
        </p:nvSpPr>
        <p:spPr>
          <a:xfrm>
            <a:off x="857270" y="3614489"/>
            <a:ext cx="4224490" cy="682463"/>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35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35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35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35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35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35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35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35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350" b="0" i="0" u="none" strike="noStrike" cap="none">
                <a:solidFill>
                  <a:schemeClr val="dk2"/>
                </a:solidFill>
                <a:latin typeface="Barlow Semi Condensed"/>
                <a:ea typeface="Barlow Semi Condensed"/>
                <a:cs typeface="Barlow Semi Condensed"/>
                <a:sym typeface="Barlow Semi Condensed"/>
              </a:defRPr>
            </a:lvl9pPr>
          </a:lstStyle>
          <a:p>
            <a:pPr algn="just"/>
            <a:r>
              <a:rPr lang="en-US" sz="1350" dirty="0" err="1" smtClean="0"/>
              <a:t>Thực thi các skill phân tích đúng theo system prompt đã thiết kế, sinh báo cáo có cấu trúc.</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r>
              <a:rPr lang="en-US" sz="1350" dirty="0" smtClean="0"/>
              <a:t/>
            </a:r>
            <a:r>
              <a:rPr lang="en-US" sz="1350" dirty="0" err="1" smtClean="0"/>
              <a:t/>
            </a:r>
            <a:endParaRPr lang="en-US" sz="1350" dirty="0"/>
          </a:p>
        </p:txBody>
      </p:sp>
      <p:grpSp>
        <p:nvGrpSpPr>
          <p:cNvPr id="3396" name="Google Shape;3013;p53">
            <a:extLst>
              <a:ext uri="{FF2B5EF4-FFF2-40B4-BE49-F238E27FC236}">
                <a16:creationId xmlns:a16="http://schemas.microsoft.com/office/drawing/2014/main" xmlns="" id="{118D5987-1031-B938-ACCD-9824B19EB72C}"/>
              </a:ext>
            </a:extLst>
          </p:cNvPr>
          <p:cNvGrpSpPr/>
          <p:nvPr/>
        </p:nvGrpSpPr>
        <p:grpSpPr>
          <a:xfrm>
            <a:off x="5108895" y="1348140"/>
            <a:ext cx="3696083" cy="3042799"/>
            <a:chOff x="801025" y="358275"/>
            <a:chExt cx="6170425" cy="5079800"/>
          </a:xfrm>
        </p:grpSpPr>
        <p:sp>
          <p:nvSpPr>
            <p:cNvPr id="3397" name="Google Shape;3014;p53">
              <a:extLst>
                <a:ext uri="{FF2B5EF4-FFF2-40B4-BE49-F238E27FC236}">
                  <a16:creationId xmlns:a16="http://schemas.microsoft.com/office/drawing/2014/main" xmlns="" id="{5C642A2C-59E6-AE20-C7B2-FD2FD43094FB}"/>
                </a:ext>
              </a:extLst>
            </p:cNvPr>
            <p:cNvSpPr/>
            <p:nvPr/>
          </p:nvSpPr>
          <p:spPr>
            <a:xfrm>
              <a:off x="801025" y="358275"/>
              <a:ext cx="6170425" cy="5079600"/>
            </a:xfrm>
            <a:custGeom>
              <a:avLst/>
              <a:gdLst/>
              <a:ahLst/>
              <a:cxnLst/>
              <a:rect l="l" t="t" r="r" b="b"/>
              <a:pathLst>
                <a:path w="246817" h="203184" extrusionOk="0">
                  <a:moveTo>
                    <a:pt x="170638" y="0"/>
                  </a:moveTo>
                  <a:cubicBezTo>
                    <a:pt x="142380" y="0"/>
                    <a:pt x="121472" y="21138"/>
                    <a:pt x="99526" y="32497"/>
                  </a:cubicBezTo>
                  <a:cubicBezTo>
                    <a:pt x="86882" y="39041"/>
                    <a:pt x="72463" y="36527"/>
                    <a:pt x="59043" y="39670"/>
                  </a:cubicBezTo>
                  <a:cubicBezTo>
                    <a:pt x="16157" y="49800"/>
                    <a:pt x="1" y="113241"/>
                    <a:pt x="17858" y="149325"/>
                  </a:cubicBezTo>
                  <a:cubicBezTo>
                    <a:pt x="33311" y="180565"/>
                    <a:pt x="60559" y="196795"/>
                    <a:pt x="102003" y="200529"/>
                  </a:cubicBezTo>
                  <a:cubicBezTo>
                    <a:pt x="116217" y="201822"/>
                    <a:pt x="128973" y="203183"/>
                    <a:pt x="141096" y="203183"/>
                  </a:cubicBezTo>
                  <a:cubicBezTo>
                    <a:pt x="164350" y="203183"/>
                    <a:pt x="185275" y="198173"/>
                    <a:pt x="209698" y="178051"/>
                  </a:cubicBezTo>
                  <a:cubicBezTo>
                    <a:pt x="246816" y="147439"/>
                    <a:pt x="244339" y="83739"/>
                    <a:pt x="227000" y="39374"/>
                  </a:cubicBezTo>
                  <a:cubicBezTo>
                    <a:pt x="227000" y="39374"/>
                    <a:pt x="212175" y="5657"/>
                    <a:pt x="179345" y="666"/>
                  </a:cubicBezTo>
                  <a:cubicBezTo>
                    <a:pt x="176364" y="212"/>
                    <a:pt x="173464" y="0"/>
                    <a:pt x="1706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015;p53">
              <a:extLst>
                <a:ext uri="{FF2B5EF4-FFF2-40B4-BE49-F238E27FC236}">
                  <a16:creationId xmlns:a16="http://schemas.microsoft.com/office/drawing/2014/main" xmlns="" id="{5F195C28-8393-83F9-0066-9F0C8AD49EE3}"/>
                </a:ext>
              </a:extLst>
            </p:cNvPr>
            <p:cNvSpPr/>
            <p:nvPr/>
          </p:nvSpPr>
          <p:spPr>
            <a:xfrm>
              <a:off x="1068150" y="358275"/>
              <a:ext cx="5711975" cy="5079800"/>
            </a:xfrm>
            <a:custGeom>
              <a:avLst/>
              <a:gdLst/>
              <a:ahLst/>
              <a:cxnLst/>
              <a:rect l="l" t="t" r="r" b="b"/>
              <a:pathLst>
                <a:path w="228479" h="203192" extrusionOk="0">
                  <a:moveTo>
                    <a:pt x="158345" y="49763"/>
                  </a:moveTo>
                  <a:lnTo>
                    <a:pt x="131689" y="81299"/>
                  </a:lnTo>
                  <a:lnTo>
                    <a:pt x="119230" y="96087"/>
                  </a:lnTo>
                  <a:cubicBezTo>
                    <a:pt x="120007" y="96937"/>
                    <a:pt x="120746" y="97899"/>
                    <a:pt x="121486" y="99008"/>
                  </a:cubicBezTo>
                  <a:lnTo>
                    <a:pt x="156386" y="57638"/>
                  </a:lnTo>
                  <a:cubicBezTo>
                    <a:pt x="156940" y="55641"/>
                    <a:pt x="157495" y="53793"/>
                    <a:pt x="157976" y="52166"/>
                  </a:cubicBezTo>
                  <a:lnTo>
                    <a:pt x="158013" y="51389"/>
                  </a:lnTo>
                  <a:lnTo>
                    <a:pt x="158013" y="51353"/>
                  </a:lnTo>
                  <a:cubicBezTo>
                    <a:pt x="158013" y="51353"/>
                    <a:pt x="158086" y="50761"/>
                    <a:pt x="158345" y="49763"/>
                  </a:cubicBezTo>
                  <a:close/>
                  <a:moveTo>
                    <a:pt x="159972" y="0"/>
                  </a:moveTo>
                  <a:cubicBezTo>
                    <a:pt x="148622" y="0"/>
                    <a:pt x="138455" y="3401"/>
                    <a:pt x="128917" y="8208"/>
                  </a:cubicBezTo>
                  <a:cubicBezTo>
                    <a:pt x="130359" y="8393"/>
                    <a:pt x="131763" y="8614"/>
                    <a:pt x="133131" y="8873"/>
                  </a:cubicBezTo>
                  <a:cubicBezTo>
                    <a:pt x="148437" y="11572"/>
                    <a:pt x="162856" y="18301"/>
                    <a:pt x="175906" y="28948"/>
                  </a:cubicBezTo>
                  <a:lnTo>
                    <a:pt x="171285" y="34420"/>
                  </a:lnTo>
                  <a:cubicBezTo>
                    <a:pt x="173023" y="33902"/>
                    <a:pt x="174760" y="33644"/>
                    <a:pt x="176461" y="33644"/>
                  </a:cubicBezTo>
                  <a:lnTo>
                    <a:pt x="176646" y="33644"/>
                  </a:lnTo>
                  <a:lnTo>
                    <a:pt x="178642" y="31277"/>
                  </a:lnTo>
                  <a:cubicBezTo>
                    <a:pt x="179862" y="32313"/>
                    <a:pt x="181045" y="33385"/>
                    <a:pt x="182154" y="34494"/>
                  </a:cubicBezTo>
                  <a:cubicBezTo>
                    <a:pt x="185519" y="35455"/>
                    <a:pt x="188661" y="37119"/>
                    <a:pt x="191397" y="39152"/>
                  </a:cubicBezTo>
                  <a:cubicBezTo>
                    <a:pt x="193763" y="40927"/>
                    <a:pt x="195353" y="43441"/>
                    <a:pt x="196314" y="46214"/>
                  </a:cubicBezTo>
                  <a:cubicBezTo>
                    <a:pt x="197164" y="48617"/>
                    <a:pt x="197534" y="51205"/>
                    <a:pt x="197645" y="53719"/>
                  </a:cubicBezTo>
                  <a:cubicBezTo>
                    <a:pt x="212581" y="78193"/>
                    <a:pt x="215465" y="108250"/>
                    <a:pt x="204559" y="136496"/>
                  </a:cubicBezTo>
                  <a:lnTo>
                    <a:pt x="200492" y="134832"/>
                  </a:lnTo>
                  <a:cubicBezTo>
                    <a:pt x="200455" y="134869"/>
                    <a:pt x="200455" y="134869"/>
                    <a:pt x="200418" y="134869"/>
                  </a:cubicBezTo>
                  <a:cubicBezTo>
                    <a:pt x="200381" y="134869"/>
                    <a:pt x="200344" y="134832"/>
                    <a:pt x="200270" y="134832"/>
                  </a:cubicBezTo>
                  <a:lnTo>
                    <a:pt x="187330" y="129546"/>
                  </a:lnTo>
                  <a:lnTo>
                    <a:pt x="147587" y="113352"/>
                  </a:lnTo>
                  <a:lnTo>
                    <a:pt x="141819" y="111023"/>
                  </a:lnTo>
                  <a:cubicBezTo>
                    <a:pt x="141745" y="110986"/>
                    <a:pt x="141709" y="110949"/>
                    <a:pt x="141672" y="110875"/>
                  </a:cubicBezTo>
                  <a:lnTo>
                    <a:pt x="123926" y="103629"/>
                  </a:lnTo>
                  <a:lnTo>
                    <a:pt x="123926" y="103629"/>
                  </a:lnTo>
                  <a:cubicBezTo>
                    <a:pt x="124406" y="104812"/>
                    <a:pt x="124924" y="106328"/>
                    <a:pt x="125478" y="108140"/>
                  </a:cubicBezTo>
                  <a:lnTo>
                    <a:pt x="129767" y="109877"/>
                  </a:lnTo>
                  <a:lnTo>
                    <a:pt x="203191" y="139823"/>
                  </a:lnTo>
                  <a:cubicBezTo>
                    <a:pt x="192506" y="164742"/>
                    <a:pt x="172209" y="182783"/>
                    <a:pt x="148400" y="191435"/>
                  </a:cubicBezTo>
                  <a:cubicBezTo>
                    <a:pt x="145258" y="192581"/>
                    <a:pt x="142041" y="193542"/>
                    <a:pt x="138788" y="194355"/>
                  </a:cubicBezTo>
                  <a:cubicBezTo>
                    <a:pt x="131542" y="196130"/>
                    <a:pt x="124074" y="197091"/>
                    <a:pt x="116532" y="197091"/>
                  </a:cubicBezTo>
                  <a:cubicBezTo>
                    <a:pt x="115903" y="197128"/>
                    <a:pt x="115312" y="197128"/>
                    <a:pt x="114683" y="197128"/>
                  </a:cubicBezTo>
                  <a:cubicBezTo>
                    <a:pt x="113796" y="197128"/>
                    <a:pt x="112908" y="197128"/>
                    <a:pt x="112021" y="197091"/>
                  </a:cubicBezTo>
                  <a:lnTo>
                    <a:pt x="111762" y="197091"/>
                  </a:lnTo>
                  <a:cubicBezTo>
                    <a:pt x="99969" y="197091"/>
                    <a:pt x="84959" y="192581"/>
                    <a:pt x="75457" y="188181"/>
                  </a:cubicBezTo>
                  <a:cubicBezTo>
                    <a:pt x="72574" y="186850"/>
                    <a:pt x="70207" y="185556"/>
                    <a:pt x="68581" y="184373"/>
                  </a:cubicBezTo>
                  <a:cubicBezTo>
                    <a:pt x="46472" y="171877"/>
                    <a:pt x="31425" y="152209"/>
                    <a:pt x="24734" y="126810"/>
                  </a:cubicBezTo>
                  <a:lnTo>
                    <a:pt x="82371" y="112613"/>
                  </a:lnTo>
                  <a:cubicBezTo>
                    <a:pt x="82593" y="111245"/>
                    <a:pt x="82814" y="109988"/>
                    <a:pt x="83110" y="108805"/>
                  </a:cubicBezTo>
                  <a:lnTo>
                    <a:pt x="83110" y="108805"/>
                  </a:lnTo>
                  <a:lnTo>
                    <a:pt x="80633" y="109397"/>
                  </a:lnTo>
                  <a:lnTo>
                    <a:pt x="70503" y="111911"/>
                  </a:lnTo>
                  <a:lnTo>
                    <a:pt x="56861" y="115201"/>
                  </a:lnTo>
                  <a:lnTo>
                    <a:pt x="23883" y="123298"/>
                  </a:lnTo>
                  <a:cubicBezTo>
                    <a:pt x="22294" y="116310"/>
                    <a:pt x="21517" y="109323"/>
                    <a:pt x="21517" y="102409"/>
                  </a:cubicBezTo>
                  <a:cubicBezTo>
                    <a:pt x="21554" y="79487"/>
                    <a:pt x="29946" y="57711"/>
                    <a:pt x="44402" y="40779"/>
                  </a:cubicBezTo>
                  <a:lnTo>
                    <a:pt x="44402" y="40779"/>
                  </a:lnTo>
                  <a:cubicBezTo>
                    <a:pt x="15639" y="50132"/>
                    <a:pt x="0" y="84256"/>
                    <a:pt x="0" y="115682"/>
                  </a:cubicBezTo>
                  <a:cubicBezTo>
                    <a:pt x="0" y="127808"/>
                    <a:pt x="2329" y="139565"/>
                    <a:pt x="7173" y="149325"/>
                  </a:cubicBezTo>
                  <a:cubicBezTo>
                    <a:pt x="22626" y="180565"/>
                    <a:pt x="49874" y="196795"/>
                    <a:pt x="91318" y="200529"/>
                  </a:cubicBezTo>
                  <a:cubicBezTo>
                    <a:pt x="105514" y="201823"/>
                    <a:pt x="118269" y="203191"/>
                    <a:pt x="130396" y="203191"/>
                  </a:cubicBezTo>
                  <a:cubicBezTo>
                    <a:pt x="153650" y="203191"/>
                    <a:pt x="174575" y="198200"/>
                    <a:pt x="199013" y="178051"/>
                  </a:cubicBezTo>
                  <a:cubicBezTo>
                    <a:pt x="220160" y="160601"/>
                    <a:pt x="228478" y="132392"/>
                    <a:pt x="228478" y="103112"/>
                  </a:cubicBezTo>
                  <a:cubicBezTo>
                    <a:pt x="228478" y="81077"/>
                    <a:pt x="223783" y="58451"/>
                    <a:pt x="216315" y="39374"/>
                  </a:cubicBezTo>
                  <a:cubicBezTo>
                    <a:pt x="216315" y="39374"/>
                    <a:pt x="201490" y="5657"/>
                    <a:pt x="168660" y="666"/>
                  </a:cubicBezTo>
                  <a:cubicBezTo>
                    <a:pt x="165702" y="185"/>
                    <a:pt x="162782" y="0"/>
                    <a:pt x="1599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016;p53">
              <a:extLst>
                <a:ext uri="{FF2B5EF4-FFF2-40B4-BE49-F238E27FC236}">
                  <a16:creationId xmlns:a16="http://schemas.microsoft.com/office/drawing/2014/main" xmlns="" id="{B947F376-4BA8-7B2E-8E0F-94F2BF09ACB9}"/>
                </a:ext>
              </a:extLst>
            </p:cNvPr>
            <p:cNvSpPr/>
            <p:nvPr/>
          </p:nvSpPr>
          <p:spPr>
            <a:xfrm>
              <a:off x="1686475" y="2966550"/>
              <a:ext cx="4461450" cy="2319500"/>
            </a:xfrm>
            <a:custGeom>
              <a:avLst/>
              <a:gdLst/>
              <a:ahLst/>
              <a:cxnLst/>
              <a:rect l="l" t="t" r="r" b="b"/>
              <a:pathLst>
                <a:path w="178458" h="92780" extrusionOk="0">
                  <a:moveTo>
                    <a:pt x="91355" y="1"/>
                  </a:moveTo>
                  <a:lnTo>
                    <a:pt x="1" y="22479"/>
                  </a:lnTo>
                  <a:cubicBezTo>
                    <a:pt x="7838" y="52240"/>
                    <a:pt x="27100" y="74090"/>
                    <a:pt x="55752" y="85773"/>
                  </a:cubicBezTo>
                  <a:cubicBezTo>
                    <a:pt x="67419" y="90528"/>
                    <a:pt x="79493" y="92779"/>
                    <a:pt x="91376" y="92779"/>
                  </a:cubicBezTo>
                  <a:cubicBezTo>
                    <a:pt x="128179" y="92779"/>
                    <a:pt x="163142" y="71181"/>
                    <a:pt x="178458" y="35492"/>
                  </a:cubicBezTo>
                  <a:lnTo>
                    <a:pt x="105034" y="5546"/>
                  </a:lnTo>
                  <a:lnTo>
                    <a:pt x="913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017;p53">
              <a:extLst>
                <a:ext uri="{FF2B5EF4-FFF2-40B4-BE49-F238E27FC236}">
                  <a16:creationId xmlns:a16="http://schemas.microsoft.com/office/drawing/2014/main" xmlns="" id="{10FFDECE-1BFF-BFBE-4578-677AE730B8EC}"/>
                </a:ext>
              </a:extLst>
            </p:cNvPr>
            <p:cNvSpPr/>
            <p:nvPr/>
          </p:nvSpPr>
          <p:spPr>
            <a:xfrm>
              <a:off x="1381475" y="545825"/>
              <a:ext cx="4084350" cy="2894900"/>
            </a:xfrm>
            <a:custGeom>
              <a:avLst/>
              <a:gdLst/>
              <a:ahLst/>
              <a:cxnLst/>
              <a:rect l="l" t="t" r="r" b="b"/>
              <a:pathLst>
                <a:path w="163374" h="115796" extrusionOk="0">
                  <a:moveTo>
                    <a:pt x="104967" y="0"/>
                  </a:moveTo>
                  <a:cubicBezTo>
                    <a:pt x="97163" y="0"/>
                    <a:pt x="89179" y="994"/>
                    <a:pt x="81077" y="2998"/>
                  </a:cubicBezTo>
                  <a:cubicBezTo>
                    <a:pt x="30945" y="15346"/>
                    <a:pt x="0" y="65700"/>
                    <a:pt x="11350" y="115796"/>
                  </a:cubicBezTo>
                  <a:lnTo>
                    <a:pt x="82334" y="98345"/>
                  </a:lnTo>
                  <a:lnTo>
                    <a:pt x="102705" y="93317"/>
                  </a:lnTo>
                  <a:lnTo>
                    <a:pt x="119156" y="73797"/>
                  </a:lnTo>
                  <a:lnTo>
                    <a:pt x="163373" y="21446"/>
                  </a:lnTo>
                  <a:cubicBezTo>
                    <a:pt x="150323" y="10799"/>
                    <a:pt x="135904" y="4070"/>
                    <a:pt x="120598" y="1371"/>
                  </a:cubicBezTo>
                  <a:cubicBezTo>
                    <a:pt x="115484" y="459"/>
                    <a:pt x="110267" y="0"/>
                    <a:pt x="1049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018;p53">
              <a:extLst>
                <a:ext uri="{FF2B5EF4-FFF2-40B4-BE49-F238E27FC236}">
                  <a16:creationId xmlns:a16="http://schemas.microsoft.com/office/drawing/2014/main" xmlns="" id="{9E29C2E5-6FF7-A6CC-0AB6-81CD102F4D09}"/>
                </a:ext>
              </a:extLst>
            </p:cNvPr>
            <p:cNvSpPr/>
            <p:nvPr/>
          </p:nvSpPr>
          <p:spPr>
            <a:xfrm>
              <a:off x="1606075" y="545900"/>
              <a:ext cx="3859750" cy="2894825"/>
            </a:xfrm>
            <a:custGeom>
              <a:avLst/>
              <a:gdLst/>
              <a:ahLst/>
              <a:cxnLst/>
              <a:rect l="l" t="t" r="r" b="b"/>
              <a:pathLst>
                <a:path w="154390" h="115793" extrusionOk="0">
                  <a:moveTo>
                    <a:pt x="96050" y="0"/>
                  </a:moveTo>
                  <a:cubicBezTo>
                    <a:pt x="88212" y="0"/>
                    <a:pt x="80189" y="998"/>
                    <a:pt x="72093" y="2995"/>
                  </a:cubicBezTo>
                  <a:cubicBezTo>
                    <a:pt x="65956" y="4511"/>
                    <a:pt x="60077" y="6581"/>
                    <a:pt x="54569" y="9169"/>
                  </a:cubicBezTo>
                  <a:cubicBezTo>
                    <a:pt x="56824" y="9834"/>
                    <a:pt x="58931" y="10944"/>
                    <a:pt x="60669" y="12570"/>
                  </a:cubicBezTo>
                  <a:cubicBezTo>
                    <a:pt x="65993" y="17413"/>
                    <a:pt x="68728" y="25140"/>
                    <a:pt x="68802" y="32165"/>
                  </a:cubicBezTo>
                  <a:cubicBezTo>
                    <a:pt x="68802" y="32313"/>
                    <a:pt x="68802" y="32498"/>
                    <a:pt x="68802" y="32682"/>
                  </a:cubicBezTo>
                  <a:cubicBezTo>
                    <a:pt x="68802" y="33089"/>
                    <a:pt x="68802" y="33496"/>
                    <a:pt x="68802" y="33939"/>
                  </a:cubicBezTo>
                  <a:cubicBezTo>
                    <a:pt x="68839" y="34272"/>
                    <a:pt x="68913" y="34642"/>
                    <a:pt x="68950" y="35048"/>
                  </a:cubicBezTo>
                  <a:cubicBezTo>
                    <a:pt x="69246" y="34827"/>
                    <a:pt x="69616" y="34679"/>
                    <a:pt x="70022" y="34679"/>
                  </a:cubicBezTo>
                  <a:lnTo>
                    <a:pt x="70059" y="34679"/>
                  </a:lnTo>
                  <a:cubicBezTo>
                    <a:pt x="70170" y="34679"/>
                    <a:pt x="70318" y="34679"/>
                    <a:pt x="70429" y="34716"/>
                  </a:cubicBezTo>
                  <a:cubicBezTo>
                    <a:pt x="70836" y="34790"/>
                    <a:pt x="71205" y="35012"/>
                    <a:pt x="71464" y="35307"/>
                  </a:cubicBezTo>
                  <a:cubicBezTo>
                    <a:pt x="71760" y="35640"/>
                    <a:pt x="71982" y="36047"/>
                    <a:pt x="72130" y="36490"/>
                  </a:cubicBezTo>
                  <a:cubicBezTo>
                    <a:pt x="72462" y="37415"/>
                    <a:pt x="72610" y="38561"/>
                    <a:pt x="72610" y="39781"/>
                  </a:cubicBezTo>
                  <a:cubicBezTo>
                    <a:pt x="72610" y="41444"/>
                    <a:pt x="72315" y="43219"/>
                    <a:pt x="71760" y="44550"/>
                  </a:cubicBezTo>
                  <a:cubicBezTo>
                    <a:pt x="71501" y="45178"/>
                    <a:pt x="71095" y="45622"/>
                    <a:pt x="70688" y="45918"/>
                  </a:cubicBezTo>
                  <a:lnTo>
                    <a:pt x="70651" y="45918"/>
                  </a:lnTo>
                  <a:cubicBezTo>
                    <a:pt x="71723" y="52277"/>
                    <a:pt x="73091" y="59375"/>
                    <a:pt x="74570" y="65623"/>
                  </a:cubicBezTo>
                  <a:cubicBezTo>
                    <a:pt x="75198" y="68137"/>
                    <a:pt x="75827" y="70540"/>
                    <a:pt x="76455" y="72648"/>
                  </a:cubicBezTo>
                  <a:cubicBezTo>
                    <a:pt x="77675" y="72537"/>
                    <a:pt x="78858" y="72426"/>
                    <a:pt x="80041" y="72426"/>
                  </a:cubicBezTo>
                  <a:cubicBezTo>
                    <a:pt x="81077" y="72426"/>
                    <a:pt x="82112" y="72500"/>
                    <a:pt x="83036" y="72759"/>
                  </a:cubicBezTo>
                  <a:cubicBezTo>
                    <a:pt x="83960" y="73054"/>
                    <a:pt x="84811" y="73498"/>
                    <a:pt x="85550" y="74200"/>
                  </a:cubicBezTo>
                  <a:cubicBezTo>
                    <a:pt x="86400" y="75088"/>
                    <a:pt x="86992" y="76788"/>
                    <a:pt x="87473" y="78859"/>
                  </a:cubicBezTo>
                  <a:cubicBezTo>
                    <a:pt x="87731" y="80116"/>
                    <a:pt x="87953" y="81484"/>
                    <a:pt x="88138" y="82926"/>
                  </a:cubicBezTo>
                  <a:lnTo>
                    <a:pt x="88175" y="82926"/>
                  </a:lnTo>
                  <a:cubicBezTo>
                    <a:pt x="89617" y="83036"/>
                    <a:pt x="91909" y="83739"/>
                    <a:pt x="94423" y="85550"/>
                  </a:cubicBezTo>
                  <a:cubicBezTo>
                    <a:pt x="95495" y="86327"/>
                    <a:pt x="96641" y="87325"/>
                    <a:pt x="97713" y="88582"/>
                  </a:cubicBezTo>
                  <a:lnTo>
                    <a:pt x="110172" y="73794"/>
                  </a:lnTo>
                  <a:lnTo>
                    <a:pt x="136828" y="42258"/>
                  </a:lnTo>
                  <a:cubicBezTo>
                    <a:pt x="137124" y="41112"/>
                    <a:pt x="137568" y="39522"/>
                    <a:pt x="138344" y="37747"/>
                  </a:cubicBezTo>
                  <a:cubicBezTo>
                    <a:pt x="139786" y="34420"/>
                    <a:pt x="142263" y="30538"/>
                    <a:pt x="146367" y="28320"/>
                  </a:cubicBezTo>
                  <a:cubicBezTo>
                    <a:pt x="147513" y="27728"/>
                    <a:pt x="148622" y="27248"/>
                    <a:pt x="149768" y="26915"/>
                  </a:cubicBezTo>
                  <a:lnTo>
                    <a:pt x="154389" y="21443"/>
                  </a:lnTo>
                  <a:cubicBezTo>
                    <a:pt x="141339" y="10796"/>
                    <a:pt x="126920" y="4067"/>
                    <a:pt x="111614" y="1368"/>
                  </a:cubicBezTo>
                  <a:cubicBezTo>
                    <a:pt x="106512" y="444"/>
                    <a:pt x="101337" y="0"/>
                    <a:pt x="96050" y="0"/>
                  </a:cubicBezTo>
                  <a:close/>
                  <a:moveTo>
                    <a:pt x="31758" y="24216"/>
                  </a:moveTo>
                  <a:cubicBezTo>
                    <a:pt x="11905" y="41962"/>
                    <a:pt x="37" y="67657"/>
                    <a:pt x="0" y="94904"/>
                  </a:cubicBezTo>
                  <a:cubicBezTo>
                    <a:pt x="0" y="101818"/>
                    <a:pt x="777" y="108805"/>
                    <a:pt x="2366" y="115793"/>
                  </a:cubicBezTo>
                  <a:lnTo>
                    <a:pt x="35344" y="107696"/>
                  </a:lnTo>
                  <a:lnTo>
                    <a:pt x="18005" y="111874"/>
                  </a:lnTo>
                  <a:lnTo>
                    <a:pt x="17931" y="111874"/>
                  </a:lnTo>
                  <a:cubicBezTo>
                    <a:pt x="17857" y="111874"/>
                    <a:pt x="17783" y="111874"/>
                    <a:pt x="17746" y="111800"/>
                  </a:cubicBezTo>
                  <a:cubicBezTo>
                    <a:pt x="17672" y="111763"/>
                    <a:pt x="17598" y="111652"/>
                    <a:pt x="17635" y="111578"/>
                  </a:cubicBezTo>
                  <a:cubicBezTo>
                    <a:pt x="17635" y="111578"/>
                    <a:pt x="17857" y="105071"/>
                    <a:pt x="18411" y="97455"/>
                  </a:cubicBezTo>
                  <a:cubicBezTo>
                    <a:pt x="18929" y="89876"/>
                    <a:pt x="19779" y="81225"/>
                    <a:pt x="20962" y="76825"/>
                  </a:cubicBezTo>
                  <a:cubicBezTo>
                    <a:pt x="21332" y="75605"/>
                    <a:pt x="21665" y="74681"/>
                    <a:pt x="22146" y="74200"/>
                  </a:cubicBezTo>
                  <a:cubicBezTo>
                    <a:pt x="22848" y="73498"/>
                    <a:pt x="23735" y="73054"/>
                    <a:pt x="24660" y="72759"/>
                  </a:cubicBezTo>
                  <a:cubicBezTo>
                    <a:pt x="25584" y="72500"/>
                    <a:pt x="26619" y="72426"/>
                    <a:pt x="27654" y="72426"/>
                  </a:cubicBezTo>
                  <a:cubicBezTo>
                    <a:pt x="29244" y="72426"/>
                    <a:pt x="30871" y="72611"/>
                    <a:pt x="32497" y="72759"/>
                  </a:cubicBezTo>
                  <a:cubicBezTo>
                    <a:pt x="32904" y="72796"/>
                    <a:pt x="33274" y="72833"/>
                    <a:pt x="33643" y="72833"/>
                  </a:cubicBezTo>
                  <a:cubicBezTo>
                    <a:pt x="34198" y="68692"/>
                    <a:pt x="34752" y="62850"/>
                    <a:pt x="34752" y="55678"/>
                  </a:cubicBezTo>
                  <a:cubicBezTo>
                    <a:pt x="34752" y="53682"/>
                    <a:pt x="34716" y="51537"/>
                    <a:pt x="34605" y="49319"/>
                  </a:cubicBezTo>
                  <a:cubicBezTo>
                    <a:pt x="34087" y="49171"/>
                    <a:pt x="33569" y="48839"/>
                    <a:pt x="33126" y="48247"/>
                  </a:cubicBezTo>
                  <a:cubicBezTo>
                    <a:pt x="31758" y="46435"/>
                    <a:pt x="30760" y="43441"/>
                    <a:pt x="30760" y="41186"/>
                  </a:cubicBezTo>
                  <a:cubicBezTo>
                    <a:pt x="30760" y="40557"/>
                    <a:pt x="30834" y="39966"/>
                    <a:pt x="31018" y="39485"/>
                  </a:cubicBezTo>
                  <a:cubicBezTo>
                    <a:pt x="31203" y="39004"/>
                    <a:pt x="31499" y="38598"/>
                    <a:pt x="31980" y="38376"/>
                  </a:cubicBezTo>
                  <a:cubicBezTo>
                    <a:pt x="32238" y="38265"/>
                    <a:pt x="32534" y="38191"/>
                    <a:pt x="32793" y="38191"/>
                  </a:cubicBezTo>
                  <a:cubicBezTo>
                    <a:pt x="33126" y="38191"/>
                    <a:pt x="33459" y="38302"/>
                    <a:pt x="33717" y="38413"/>
                  </a:cubicBezTo>
                  <a:cubicBezTo>
                    <a:pt x="32386" y="34938"/>
                    <a:pt x="31573" y="31093"/>
                    <a:pt x="31573" y="27322"/>
                  </a:cubicBezTo>
                  <a:cubicBezTo>
                    <a:pt x="31573" y="26286"/>
                    <a:pt x="31610" y="25251"/>
                    <a:pt x="31758" y="2421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019;p53">
              <a:extLst>
                <a:ext uri="{FF2B5EF4-FFF2-40B4-BE49-F238E27FC236}">
                  <a16:creationId xmlns:a16="http://schemas.microsoft.com/office/drawing/2014/main" xmlns="" id="{E44CBA09-A652-83DD-6030-5EBBEBA7FBD3}"/>
                </a:ext>
              </a:extLst>
            </p:cNvPr>
            <p:cNvSpPr/>
            <p:nvPr/>
          </p:nvSpPr>
          <p:spPr>
            <a:xfrm>
              <a:off x="4047975" y="1140200"/>
              <a:ext cx="2499225" cy="2630500"/>
            </a:xfrm>
            <a:custGeom>
              <a:avLst/>
              <a:gdLst/>
              <a:ahLst/>
              <a:cxnLst/>
              <a:rect l="l" t="t" r="r" b="b"/>
              <a:pathLst>
                <a:path w="99969" h="105220" extrusionOk="0">
                  <a:moveTo>
                    <a:pt x="59449" y="0"/>
                  </a:moveTo>
                  <a:lnTo>
                    <a:pt x="0" y="70430"/>
                  </a:lnTo>
                  <a:lnTo>
                    <a:pt x="59375" y="94645"/>
                  </a:lnTo>
                  <a:lnTo>
                    <a:pt x="85366" y="105219"/>
                  </a:lnTo>
                  <a:cubicBezTo>
                    <a:pt x="99969" y="67546"/>
                    <a:pt x="89876" y="26582"/>
                    <a:pt x="594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020;p53">
              <a:extLst>
                <a:ext uri="{FF2B5EF4-FFF2-40B4-BE49-F238E27FC236}">
                  <a16:creationId xmlns:a16="http://schemas.microsoft.com/office/drawing/2014/main" xmlns="" id="{4332DBF2-DB7F-3540-6F93-546999A3E5D1}"/>
                </a:ext>
              </a:extLst>
            </p:cNvPr>
            <p:cNvSpPr/>
            <p:nvPr/>
          </p:nvSpPr>
          <p:spPr>
            <a:xfrm>
              <a:off x="3702300" y="1057950"/>
              <a:ext cx="600800" cy="15725"/>
            </a:xfrm>
            <a:custGeom>
              <a:avLst/>
              <a:gdLst/>
              <a:ahLst/>
              <a:cxnLst/>
              <a:rect l="l" t="t" r="r" b="b"/>
              <a:pathLst>
                <a:path w="24032" h="629" extrusionOk="0">
                  <a:moveTo>
                    <a:pt x="296" y="0"/>
                  </a:moveTo>
                  <a:cubicBezTo>
                    <a:pt x="111" y="0"/>
                    <a:pt x="0" y="148"/>
                    <a:pt x="0" y="333"/>
                  </a:cubicBezTo>
                  <a:cubicBezTo>
                    <a:pt x="0" y="481"/>
                    <a:pt x="111" y="629"/>
                    <a:pt x="296" y="629"/>
                  </a:cubicBezTo>
                  <a:lnTo>
                    <a:pt x="23699" y="629"/>
                  </a:lnTo>
                  <a:cubicBezTo>
                    <a:pt x="23883" y="629"/>
                    <a:pt x="24031" y="481"/>
                    <a:pt x="24031" y="333"/>
                  </a:cubicBezTo>
                  <a:cubicBezTo>
                    <a:pt x="24031" y="148"/>
                    <a:pt x="23883"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021;p53">
              <a:extLst>
                <a:ext uri="{FF2B5EF4-FFF2-40B4-BE49-F238E27FC236}">
                  <a16:creationId xmlns:a16="http://schemas.microsoft.com/office/drawing/2014/main" xmlns="" id="{CAD3BF23-85F2-1B4E-DD66-CE29EB817762}"/>
                </a:ext>
              </a:extLst>
            </p:cNvPr>
            <p:cNvSpPr/>
            <p:nvPr/>
          </p:nvSpPr>
          <p:spPr>
            <a:xfrm>
              <a:off x="3702300" y="1157750"/>
              <a:ext cx="600800" cy="15750"/>
            </a:xfrm>
            <a:custGeom>
              <a:avLst/>
              <a:gdLst/>
              <a:ahLst/>
              <a:cxnLst/>
              <a:rect l="l" t="t" r="r" b="b"/>
              <a:pathLst>
                <a:path w="24032" h="630" extrusionOk="0">
                  <a:moveTo>
                    <a:pt x="296" y="1"/>
                  </a:moveTo>
                  <a:cubicBezTo>
                    <a:pt x="111" y="1"/>
                    <a:pt x="0" y="149"/>
                    <a:pt x="0" y="297"/>
                  </a:cubicBezTo>
                  <a:cubicBezTo>
                    <a:pt x="0" y="481"/>
                    <a:pt x="111" y="629"/>
                    <a:pt x="296" y="629"/>
                  </a:cubicBezTo>
                  <a:lnTo>
                    <a:pt x="23699" y="629"/>
                  </a:lnTo>
                  <a:cubicBezTo>
                    <a:pt x="23883" y="629"/>
                    <a:pt x="24031" y="481"/>
                    <a:pt x="24031" y="297"/>
                  </a:cubicBezTo>
                  <a:cubicBezTo>
                    <a:pt x="24031" y="149"/>
                    <a:pt x="23883"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022;p53">
              <a:extLst>
                <a:ext uri="{FF2B5EF4-FFF2-40B4-BE49-F238E27FC236}">
                  <a16:creationId xmlns:a16="http://schemas.microsoft.com/office/drawing/2014/main" xmlns="" id="{E5931B21-E089-BAF8-0483-32B39E48D344}"/>
                </a:ext>
              </a:extLst>
            </p:cNvPr>
            <p:cNvSpPr/>
            <p:nvPr/>
          </p:nvSpPr>
          <p:spPr>
            <a:xfrm>
              <a:off x="3702300" y="1257575"/>
              <a:ext cx="600800" cy="15750"/>
            </a:xfrm>
            <a:custGeom>
              <a:avLst/>
              <a:gdLst/>
              <a:ahLst/>
              <a:cxnLst/>
              <a:rect l="l" t="t" r="r" b="b"/>
              <a:pathLst>
                <a:path w="24032" h="630" extrusionOk="0">
                  <a:moveTo>
                    <a:pt x="296" y="1"/>
                  </a:moveTo>
                  <a:cubicBezTo>
                    <a:pt x="111" y="1"/>
                    <a:pt x="0" y="149"/>
                    <a:pt x="0" y="296"/>
                  </a:cubicBezTo>
                  <a:cubicBezTo>
                    <a:pt x="0" y="481"/>
                    <a:pt x="111" y="629"/>
                    <a:pt x="296" y="629"/>
                  </a:cubicBezTo>
                  <a:lnTo>
                    <a:pt x="23699" y="629"/>
                  </a:lnTo>
                  <a:cubicBezTo>
                    <a:pt x="23883" y="629"/>
                    <a:pt x="24031" y="481"/>
                    <a:pt x="24031" y="296"/>
                  </a:cubicBezTo>
                  <a:cubicBezTo>
                    <a:pt x="24031" y="149"/>
                    <a:pt x="23883"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023;p53">
              <a:extLst>
                <a:ext uri="{FF2B5EF4-FFF2-40B4-BE49-F238E27FC236}">
                  <a16:creationId xmlns:a16="http://schemas.microsoft.com/office/drawing/2014/main" xmlns="" id="{D262E193-2304-6A35-36BB-97F2C1CFEA4A}"/>
                </a:ext>
              </a:extLst>
            </p:cNvPr>
            <p:cNvSpPr/>
            <p:nvPr/>
          </p:nvSpPr>
          <p:spPr>
            <a:xfrm>
              <a:off x="3702300" y="1357400"/>
              <a:ext cx="600800" cy="14825"/>
            </a:xfrm>
            <a:custGeom>
              <a:avLst/>
              <a:gdLst/>
              <a:ahLst/>
              <a:cxnLst/>
              <a:rect l="l" t="t" r="r" b="b"/>
              <a:pathLst>
                <a:path w="24032" h="593" extrusionOk="0">
                  <a:moveTo>
                    <a:pt x="296" y="1"/>
                  </a:moveTo>
                  <a:cubicBezTo>
                    <a:pt x="111" y="1"/>
                    <a:pt x="0" y="111"/>
                    <a:pt x="0" y="296"/>
                  </a:cubicBezTo>
                  <a:cubicBezTo>
                    <a:pt x="0" y="481"/>
                    <a:pt x="111" y="592"/>
                    <a:pt x="296" y="592"/>
                  </a:cubicBezTo>
                  <a:lnTo>
                    <a:pt x="23699" y="592"/>
                  </a:lnTo>
                  <a:cubicBezTo>
                    <a:pt x="23883" y="592"/>
                    <a:pt x="24031" y="481"/>
                    <a:pt x="24031" y="296"/>
                  </a:cubicBezTo>
                  <a:cubicBezTo>
                    <a:pt x="24031" y="111"/>
                    <a:pt x="23883"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024;p53">
              <a:extLst>
                <a:ext uri="{FF2B5EF4-FFF2-40B4-BE49-F238E27FC236}">
                  <a16:creationId xmlns:a16="http://schemas.microsoft.com/office/drawing/2014/main" xmlns="" id="{A86AF2A7-7EEF-6F4D-FDDD-E8393C6DCAC3}"/>
                </a:ext>
              </a:extLst>
            </p:cNvPr>
            <p:cNvSpPr/>
            <p:nvPr/>
          </p:nvSpPr>
          <p:spPr>
            <a:xfrm>
              <a:off x="4225425" y="2428625"/>
              <a:ext cx="600800" cy="15750"/>
            </a:xfrm>
            <a:custGeom>
              <a:avLst/>
              <a:gdLst/>
              <a:ahLst/>
              <a:cxnLst/>
              <a:rect l="l" t="t" r="r" b="b"/>
              <a:pathLst>
                <a:path w="24032" h="630" extrusionOk="0">
                  <a:moveTo>
                    <a:pt x="297" y="1"/>
                  </a:moveTo>
                  <a:cubicBezTo>
                    <a:pt x="112" y="1"/>
                    <a:pt x="1" y="148"/>
                    <a:pt x="1" y="296"/>
                  </a:cubicBezTo>
                  <a:cubicBezTo>
                    <a:pt x="1" y="481"/>
                    <a:pt x="112" y="629"/>
                    <a:pt x="297" y="629"/>
                  </a:cubicBezTo>
                  <a:lnTo>
                    <a:pt x="23699" y="629"/>
                  </a:lnTo>
                  <a:cubicBezTo>
                    <a:pt x="23884" y="629"/>
                    <a:pt x="24032" y="481"/>
                    <a:pt x="24032" y="296"/>
                  </a:cubicBezTo>
                  <a:cubicBezTo>
                    <a:pt x="24032" y="148"/>
                    <a:pt x="23884"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025;p53">
              <a:extLst>
                <a:ext uri="{FF2B5EF4-FFF2-40B4-BE49-F238E27FC236}">
                  <a16:creationId xmlns:a16="http://schemas.microsoft.com/office/drawing/2014/main" xmlns="" id="{1BE13BF3-B8BA-3B3F-E230-B3430B94E673}"/>
                </a:ext>
              </a:extLst>
            </p:cNvPr>
            <p:cNvSpPr/>
            <p:nvPr/>
          </p:nvSpPr>
          <p:spPr>
            <a:xfrm>
              <a:off x="4225425" y="2528450"/>
              <a:ext cx="600800" cy="14800"/>
            </a:xfrm>
            <a:custGeom>
              <a:avLst/>
              <a:gdLst/>
              <a:ahLst/>
              <a:cxnLst/>
              <a:rect l="l" t="t" r="r" b="b"/>
              <a:pathLst>
                <a:path w="24032" h="592" extrusionOk="0">
                  <a:moveTo>
                    <a:pt x="297" y="0"/>
                  </a:moveTo>
                  <a:cubicBezTo>
                    <a:pt x="112" y="0"/>
                    <a:pt x="1" y="111"/>
                    <a:pt x="1" y="296"/>
                  </a:cubicBezTo>
                  <a:cubicBezTo>
                    <a:pt x="1" y="481"/>
                    <a:pt x="112" y="592"/>
                    <a:pt x="297" y="592"/>
                  </a:cubicBezTo>
                  <a:lnTo>
                    <a:pt x="23699" y="592"/>
                  </a:lnTo>
                  <a:cubicBezTo>
                    <a:pt x="23884" y="592"/>
                    <a:pt x="24032" y="481"/>
                    <a:pt x="24032" y="296"/>
                  </a:cubicBezTo>
                  <a:cubicBezTo>
                    <a:pt x="24032" y="111"/>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026;p53">
              <a:extLst>
                <a:ext uri="{FF2B5EF4-FFF2-40B4-BE49-F238E27FC236}">
                  <a16:creationId xmlns:a16="http://schemas.microsoft.com/office/drawing/2014/main" xmlns="" id="{6038F122-3519-027E-503E-368F0213C1AF}"/>
                </a:ext>
              </a:extLst>
            </p:cNvPr>
            <p:cNvSpPr/>
            <p:nvPr/>
          </p:nvSpPr>
          <p:spPr>
            <a:xfrm>
              <a:off x="4225425" y="2628275"/>
              <a:ext cx="600800" cy="14800"/>
            </a:xfrm>
            <a:custGeom>
              <a:avLst/>
              <a:gdLst/>
              <a:ahLst/>
              <a:cxnLst/>
              <a:rect l="l" t="t" r="r" b="b"/>
              <a:pathLst>
                <a:path w="24032" h="592" extrusionOk="0">
                  <a:moveTo>
                    <a:pt x="297" y="0"/>
                  </a:moveTo>
                  <a:cubicBezTo>
                    <a:pt x="112" y="0"/>
                    <a:pt x="1" y="111"/>
                    <a:pt x="1" y="296"/>
                  </a:cubicBezTo>
                  <a:cubicBezTo>
                    <a:pt x="1" y="444"/>
                    <a:pt x="112" y="592"/>
                    <a:pt x="297" y="592"/>
                  </a:cubicBezTo>
                  <a:lnTo>
                    <a:pt x="23699" y="592"/>
                  </a:lnTo>
                  <a:cubicBezTo>
                    <a:pt x="23884" y="592"/>
                    <a:pt x="24032" y="444"/>
                    <a:pt x="24032" y="296"/>
                  </a:cubicBezTo>
                  <a:cubicBezTo>
                    <a:pt x="24032" y="111"/>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027;p53">
              <a:extLst>
                <a:ext uri="{FF2B5EF4-FFF2-40B4-BE49-F238E27FC236}">
                  <a16:creationId xmlns:a16="http://schemas.microsoft.com/office/drawing/2014/main" xmlns="" id="{2168B68A-B745-CD51-E91E-A34139EB3615}"/>
                </a:ext>
              </a:extLst>
            </p:cNvPr>
            <p:cNvSpPr/>
            <p:nvPr/>
          </p:nvSpPr>
          <p:spPr>
            <a:xfrm>
              <a:off x="4225425" y="2727175"/>
              <a:ext cx="600800" cy="15725"/>
            </a:xfrm>
            <a:custGeom>
              <a:avLst/>
              <a:gdLst/>
              <a:ahLst/>
              <a:cxnLst/>
              <a:rect l="l" t="t" r="r" b="b"/>
              <a:pathLst>
                <a:path w="24032" h="629" extrusionOk="0">
                  <a:moveTo>
                    <a:pt x="297" y="0"/>
                  </a:moveTo>
                  <a:cubicBezTo>
                    <a:pt x="112" y="0"/>
                    <a:pt x="1" y="148"/>
                    <a:pt x="1" y="333"/>
                  </a:cubicBezTo>
                  <a:cubicBezTo>
                    <a:pt x="1" y="481"/>
                    <a:pt x="112" y="629"/>
                    <a:pt x="297"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028;p53">
              <a:extLst>
                <a:ext uri="{FF2B5EF4-FFF2-40B4-BE49-F238E27FC236}">
                  <a16:creationId xmlns:a16="http://schemas.microsoft.com/office/drawing/2014/main" xmlns="" id="{235804A2-CE21-830A-1837-2B5BEA30B1F4}"/>
                </a:ext>
              </a:extLst>
            </p:cNvPr>
            <p:cNvSpPr/>
            <p:nvPr/>
          </p:nvSpPr>
          <p:spPr>
            <a:xfrm>
              <a:off x="2344550" y="3724450"/>
              <a:ext cx="600800" cy="14825"/>
            </a:xfrm>
            <a:custGeom>
              <a:avLst/>
              <a:gdLst/>
              <a:ahLst/>
              <a:cxnLst/>
              <a:rect l="l" t="t" r="r" b="b"/>
              <a:pathLst>
                <a:path w="24032" h="593" extrusionOk="0">
                  <a:moveTo>
                    <a:pt x="296" y="1"/>
                  </a:moveTo>
                  <a:cubicBezTo>
                    <a:pt x="112" y="1"/>
                    <a:pt x="1" y="111"/>
                    <a:pt x="1" y="296"/>
                  </a:cubicBezTo>
                  <a:cubicBezTo>
                    <a:pt x="1" y="444"/>
                    <a:pt x="112" y="592"/>
                    <a:pt x="296" y="592"/>
                  </a:cubicBezTo>
                  <a:lnTo>
                    <a:pt x="23699" y="592"/>
                  </a:lnTo>
                  <a:cubicBezTo>
                    <a:pt x="23884" y="592"/>
                    <a:pt x="24032" y="444"/>
                    <a:pt x="24032" y="296"/>
                  </a:cubicBezTo>
                  <a:cubicBezTo>
                    <a:pt x="24032" y="111"/>
                    <a:pt x="23884"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029;p53">
              <a:extLst>
                <a:ext uri="{FF2B5EF4-FFF2-40B4-BE49-F238E27FC236}">
                  <a16:creationId xmlns:a16="http://schemas.microsoft.com/office/drawing/2014/main" xmlns="" id="{E4A44C46-8EB6-ACA5-4246-A0115556BBFA}"/>
                </a:ext>
              </a:extLst>
            </p:cNvPr>
            <p:cNvSpPr/>
            <p:nvPr/>
          </p:nvSpPr>
          <p:spPr>
            <a:xfrm>
              <a:off x="2344550" y="3823350"/>
              <a:ext cx="600800" cy="15725"/>
            </a:xfrm>
            <a:custGeom>
              <a:avLst/>
              <a:gdLst/>
              <a:ahLst/>
              <a:cxnLst/>
              <a:rect l="l" t="t" r="r" b="b"/>
              <a:pathLst>
                <a:path w="24032" h="629" extrusionOk="0">
                  <a:moveTo>
                    <a:pt x="296" y="0"/>
                  </a:moveTo>
                  <a:cubicBezTo>
                    <a:pt x="112" y="0"/>
                    <a:pt x="1" y="148"/>
                    <a:pt x="1" y="333"/>
                  </a:cubicBezTo>
                  <a:cubicBezTo>
                    <a:pt x="1" y="481"/>
                    <a:pt x="112" y="629"/>
                    <a:pt x="296"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030;p53">
              <a:extLst>
                <a:ext uri="{FF2B5EF4-FFF2-40B4-BE49-F238E27FC236}">
                  <a16:creationId xmlns:a16="http://schemas.microsoft.com/office/drawing/2014/main" xmlns="" id="{66EBC131-B7F7-3B31-962E-E4ABCF80A3BA}"/>
                </a:ext>
              </a:extLst>
            </p:cNvPr>
            <p:cNvSpPr/>
            <p:nvPr/>
          </p:nvSpPr>
          <p:spPr>
            <a:xfrm>
              <a:off x="2344550" y="3923175"/>
              <a:ext cx="600800" cy="15725"/>
            </a:xfrm>
            <a:custGeom>
              <a:avLst/>
              <a:gdLst/>
              <a:ahLst/>
              <a:cxnLst/>
              <a:rect l="l" t="t" r="r" b="b"/>
              <a:pathLst>
                <a:path w="24032" h="629" extrusionOk="0">
                  <a:moveTo>
                    <a:pt x="296" y="0"/>
                  </a:moveTo>
                  <a:cubicBezTo>
                    <a:pt x="112" y="0"/>
                    <a:pt x="1" y="148"/>
                    <a:pt x="1" y="333"/>
                  </a:cubicBezTo>
                  <a:cubicBezTo>
                    <a:pt x="1" y="481"/>
                    <a:pt x="112" y="629"/>
                    <a:pt x="296"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031;p53">
              <a:extLst>
                <a:ext uri="{FF2B5EF4-FFF2-40B4-BE49-F238E27FC236}">
                  <a16:creationId xmlns:a16="http://schemas.microsoft.com/office/drawing/2014/main" xmlns="" id="{5106332A-2DAD-1D5D-0602-34EF429CA716}"/>
                </a:ext>
              </a:extLst>
            </p:cNvPr>
            <p:cNvSpPr/>
            <p:nvPr/>
          </p:nvSpPr>
          <p:spPr>
            <a:xfrm>
              <a:off x="2344550" y="4023000"/>
              <a:ext cx="600800" cy="15725"/>
            </a:xfrm>
            <a:custGeom>
              <a:avLst/>
              <a:gdLst/>
              <a:ahLst/>
              <a:cxnLst/>
              <a:rect l="l" t="t" r="r" b="b"/>
              <a:pathLst>
                <a:path w="24032" h="629" extrusionOk="0">
                  <a:moveTo>
                    <a:pt x="296" y="0"/>
                  </a:moveTo>
                  <a:cubicBezTo>
                    <a:pt x="112" y="0"/>
                    <a:pt x="1" y="148"/>
                    <a:pt x="1" y="296"/>
                  </a:cubicBezTo>
                  <a:cubicBezTo>
                    <a:pt x="1" y="481"/>
                    <a:pt x="112" y="629"/>
                    <a:pt x="296" y="629"/>
                  </a:cubicBezTo>
                  <a:lnTo>
                    <a:pt x="23699" y="629"/>
                  </a:lnTo>
                  <a:cubicBezTo>
                    <a:pt x="23884" y="629"/>
                    <a:pt x="24032" y="481"/>
                    <a:pt x="24032" y="296"/>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032;p53">
              <a:extLst>
                <a:ext uri="{FF2B5EF4-FFF2-40B4-BE49-F238E27FC236}">
                  <a16:creationId xmlns:a16="http://schemas.microsoft.com/office/drawing/2014/main" xmlns="" id="{A6291D7A-EA49-AD1A-DBC7-7E8E149F4404}"/>
                </a:ext>
              </a:extLst>
            </p:cNvPr>
            <p:cNvSpPr/>
            <p:nvPr/>
          </p:nvSpPr>
          <p:spPr>
            <a:xfrm>
              <a:off x="2424975" y="1254800"/>
              <a:ext cx="1139625" cy="1286625"/>
            </a:xfrm>
            <a:custGeom>
              <a:avLst/>
              <a:gdLst/>
              <a:ahLst/>
              <a:cxnLst/>
              <a:rect l="l" t="t" r="r" b="b"/>
              <a:pathLst>
                <a:path w="45585" h="51465" extrusionOk="0">
                  <a:moveTo>
                    <a:pt x="34937" y="1"/>
                  </a:moveTo>
                  <a:lnTo>
                    <a:pt x="296" y="3328"/>
                  </a:lnTo>
                  <a:cubicBezTo>
                    <a:pt x="4991" y="31352"/>
                    <a:pt x="0" y="51464"/>
                    <a:pt x="0" y="51464"/>
                  </a:cubicBezTo>
                  <a:lnTo>
                    <a:pt x="45585" y="50207"/>
                  </a:lnTo>
                  <a:cubicBezTo>
                    <a:pt x="39891" y="38302"/>
                    <a:pt x="34937" y="1"/>
                    <a:pt x="349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033;p53">
              <a:extLst>
                <a:ext uri="{FF2B5EF4-FFF2-40B4-BE49-F238E27FC236}">
                  <a16:creationId xmlns:a16="http://schemas.microsoft.com/office/drawing/2014/main" xmlns="" id="{852E01F7-7084-F215-5847-2E15206F68F1}"/>
                </a:ext>
              </a:extLst>
            </p:cNvPr>
            <p:cNvSpPr/>
            <p:nvPr/>
          </p:nvSpPr>
          <p:spPr>
            <a:xfrm>
              <a:off x="2462850" y="1693825"/>
              <a:ext cx="1038900" cy="674750"/>
            </a:xfrm>
            <a:custGeom>
              <a:avLst/>
              <a:gdLst/>
              <a:ahLst/>
              <a:cxnLst/>
              <a:rect l="l" t="t" r="r" b="b"/>
              <a:pathLst>
                <a:path w="41556" h="26990" extrusionOk="0">
                  <a:moveTo>
                    <a:pt x="26805" y="13532"/>
                  </a:moveTo>
                  <a:lnTo>
                    <a:pt x="26768" y="13569"/>
                  </a:lnTo>
                  <a:cubicBezTo>
                    <a:pt x="26583" y="15713"/>
                    <a:pt x="26435" y="17969"/>
                    <a:pt x="26435" y="19743"/>
                  </a:cubicBezTo>
                  <a:cubicBezTo>
                    <a:pt x="26435" y="20372"/>
                    <a:pt x="26435" y="20963"/>
                    <a:pt x="26509" y="21444"/>
                  </a:cubicBezTo>
                  <a:cubicBezTo>
                    <a:pt x="26546" y="21888"/>
                    <a:pt x="26620" y="22294"/>
                    <a:pt x="26694" y="22516"/>
                  </a:cubicBezTo>
                  <a:cubicBezTo>
                    <a:pt x="26878" y="22960"/>
                    <a:pt x="27174" y="23366"/>
                    <a:pt x="27581" y="23736"/>
                  </a:cubicBezTo>
                  <a:lnTo>
                    <a:pt x="26805" y="13532"/>
                  </a:lnTo>
                  <a:close/>
                  <a:moveTo>
                    <a:pt x="10168" y="12053"/>
                  </a:moveTo>
                  <a:lnTo>
                    <a:pt x="10168" y="12053"/>
                  </a:lnTo>
                  <a:cubicBezTo>
                    <a:pt x="10390" y="15713"/>
                    <a:pt x="10537" y="19632"/>
                    <a:pt x="10537" y="23625"/>
                  </a:cubicBezTo>
                  <a:cubicBezTo>
                    <a:pt x="10537" y="23921"/>
                    <a:pt x="10537" y="24217"/>
                    <a:pt x="10537" y="24512"/>
                  </a:cubicBezTo>
                  <a:cubicBezTo>
                    <a:pt x="10759" y="24402"/>
                    <a:pt x="10981" y="24254"/>
                    <a:pt x="11166" y="24106"/>
                  </a:cubicBezTo>
                  <a:cubicBezTo>
                    <a:pt x="11794" y="23625"/>
                    <a:pt x="12238" y="23071"/>
                    <a:pt x="12460" y="22516"/>
                  </a:cubicBezTo>
                  <a:cubicBezTo>
                    <a:pt x="12534" y="22294"/>
                    <a:pt x="12608" y="21888"/>
                    <a:pt x="12645" y="21444"/>
                  </a:cubicBezTo>
                  <a:cubicBezTo>
                    <a:pt x="12682" y="20963"/>
                    <a:pt x="12719" y="20372"/>
                    <a:pt x="12719" y="19743"/>
                  </a:cubicBezTo>
                  <a:cubicBezTo>
                    <a:pt x="12719" y="18117"/>
                    <a:pt x="12608" y="16120"/>
                    <a:pt x="12423" y="14124"/>
                  </a:cubicBezTo>
                  <a:cubicBezTo>
                    <a:pt x="11647" y="13495"/>
                    <a:pt x="10907" y="12793"/>
                    <a:pt x="10168" y="12053"/>
                  </a:cubicBezTo>
                  <a:close/>
                  <a:moveTo>
                    <a:pt x="29725" y="8578"/>
                  </a:moveTo>
                  <a:cubicBezTo>
                    <a:pt x="28986" y="10131"/>
                    <a:pt x="28209" y="11573"/>
                    <a:pt x="27359" y="12793"/>
                  </a:cubicBezTo>
                  <a:lnTo>
                    <a:pt x="28246" y="24291"/>
                  </a:lnTo>
                  <a:cubicBezTo>
                    <a:pt x="28838" y="24697"/>
                    <a:pt x="29577" y="25067"/>
                    <a:pt x="30391" y="25400"/>
                  </a:cubicBezTo>
                  <a:cubicBezTo>
                    <a:pt x="30945" y="25622"/>
                    <a:pt x="31574" y="25843"/>
                    <a:pt x="32202" y="26028"/>
                  </a:cubicBezTo>
                  <a:cubicBezTo>
                    <a:pt x="32128" y="25696"/>
                    <a:pt x="32054" y="25363"/>
                    <a:pt x="32017" y="25030"/>
                  </a:cubicBezTo>
                  <a:cubicBezTo>
                    <a:pt x="31389" y="21222"/>
                    <a:pt x="30760" y="16712"/>
                    <a:pt x="30206" y="12386"/>
                  </a:cubicBezTo>
                  <a:cubicBezTo>
                    <a:pt x="30021" y="11092"/>
                    <a:pt x="29873" y="9798"/>
                    <a:pt x="29725" y="8578"/>
                  </a:cubicBezTo>
                  <a:close/>
                  <a:moveTo>
                    <a:pt x="5731" y="5990"/>
                  </a:moveTo>
                  <a:lnTo>
                    <a:pt x="5731" y="5990"/>
                  </a:lnTo>
                  <a:cubicBezTo>
                    <a:pt x="5768" y="6988"/>
                    <a:pt x="5768" y="8024"/>
                    <a:pt x="5768" y="9059"/>
                  </a:cubicBezTo>
                  <a:cubicBezTo>
                    <a:pt x="5768" y="15270"/>
                    <a:pt x="5399" y="21666"/>
                    <a:pt x="5066" y="26472"/>
                  </a:cubicBezTo>
                  <a:cubicBezTo>
                    <a:pt x="6877" y="26102"/>
                    <a:pt x="8578" y="25585"/>
                    <a:pt x="9909" y="24882"/>
                  </a:cubicBezTo>
                  <a:cubicBezTo>
                    <a:pt x="9909" y="24475"/>
                    <a:pt x="9909" y="24032"/>
                    <a:pt x="9909" y="23625"/>
                  </a:cubicBezTo>
                  <a:cubicBezTo>
                    <a:pt x="9909" y="19374"/>
                    <a:pt x="9761" y="15159"/>
                    <a:pt x="9502" y="11351"/>
                  </a:cubicBezTo>
                  <a:cubicBezTo>
                    <a:pt x="8578" y="10279"/>
                    <a:pt x="7728" y="9133"/>
                    <a:pt x="6951" y="7987"/>
                  </a:cubicBezTo>
                  <a:cubicBezTo>
                    <a:pt x="6545" y="7321"/>
                    <a:pt x="6138" y="6656"/>
                    <a:pt x="5731" y="5990"/>
                  </a:cubicBezTo>
                  <a:close/>
                  <a:moveTo>
                    <a:pt x="33274" y="1"/>
                  </a:moveTo>
                  <a:lnTo>
                    <a:pt x="33274" y="1"/>
                  </a:lnTo>
                  <a:cubicBezTo>
                    <a:pt x="33385" y="518"/>
                    <a:pt x="33496" y="1110"/>
                    <a:pt x="33607" y="1702"/>
                  </a:cubicBezTo>
                  <a:cubicBezTo>
                    <a:pt x="34827" y="8134"/>
                    <a:pt x="36491" y="16231"/>
                    <a:pt x="38081" y="22775"/>
                  </a:cubicBezTo>
                  <a:cubicBezTo>
                    <a:pt x="38450" y="24291"/>
                    <a:pt x="38783" y="25696"/>
                    <a:pt x="39153" y="26953"/>
                  </a:cubicBezTo>
                  <a:cubicBezTo>
                    <a:pt x="39818" y="26953"/>
                    <a:pt x="40521" y="26879"/>
                    <a:pt x="41223" y="26805"/>
                  </a:cubicBezTo>
                  <a:cubicBezTo>
                    <a:pt x="41334" y="26805"/>
                    <a:pt x="41445" y="26805"/>
                    <a:pt x="41556" y="26768"/>
                  </a:cubicBezTo>
                  <a:cubicBezTo>
                    <a:pt x="40927" y="24697"/>
                    <a:pt x="40299" y="22331"/>
                    <a:pt x="39707" y="19854"/>
                  </a:cubicBezTo>
                  <a:cubicBezTo>
                    <a:pt x="38450" y="14567"/>
                    <a:pt x="37267" y="8652"/>
                    <a:pt x="36306" y="3106"/>
                  </a:cubicBezTo>
                  <a:cubicBezTo>
                    <a:pt x="36121" y="2145"/>
                    <a:pt x="35973" y="1184"/>
                    <a:pt x="35825" y="260"/>
                  </a:cubicBezTo>
                  <a:cubicBezTo>
                    <a:pt x="35567" y="334"/>
                    <a:pt x="35271" y="371"/>
                    <a:pt x="35012" y="371"/>
                  </a:cubicBezTo>
                  <a:cubicBezTo>
                    <a:pt x="34384" y="371"/>
                    <a:pt x="33755" y="186"/>
                    <a:pt x="33274" y="1"/>
                  </a:cubicBezTo>
                  <a:close/>
                  <a:moveTo>
                    <a:pt x="3698" y="2256"/>
                  </a:moveTo>
                  <a:cubicBezTo>
                    <a:pt x="3587" y="2367"/>
                    <a:pt x="3439" y="2478"/>
                    <a:pt x="3291" y="2589"/>
                  </a:cubicBezTo>
                  <a:cubicBezTo>
                    <a:pt x="2700" y="3032"/>
                    <a:pt x="1886" y="3476"/>
                    <a:pt x="999" y="3513"/>
                  </a:cubicBezTo>
                  <a:lnTo>
                    <a:pt x="962" y="3513"/>
                  </a:lnTo>
                  <a:cubicBezTo>
                    <a:pt x="1073" y="5694"/>
                    <a:pt x="1110" y="7765"/>
                    <a:pt x="1110" y="9761"/>
                  </a:cubicBezTo>
                  <a:cubicBezTo>
                    <a:pt x="1110" y="16933"/>
                    <a:pt x="555" y="22775"/>
                    <a:pt x="1" y="26953"/>
                  </a:cubicBezTo>
                  <a:cubicBezTo>
                    <a:pt x="297" y="26989"/>
                    <a:pt x="592" y="26989"/>
                    <a:pt x="851" y="26989"/>
                  </a:cubicBezTo>
                  <a:cubicBezTo>
                    <a:pt x="1332" y="26989"/>
                    <a:pt x="1775" y="26953"/>
                    <a:pt x="2219" y="26916"/>
                  </a:cubicBezTo>
                  <a:cubicBezTo>
                    <a:pt x="2330" y="26916"/>
                    <a:pt x="2404" y="26879"/>
                    <a:pt x="2515" y="26879"/>
                  </a:cubicBezTo>
                  <a:lnTo>
                    <a:pt x="2552" y="26879"/>
                  </a:lnTo>
                  <a:cubicBezTo>
                    <a:pt x="3180" y="26805"/>
                    <a:pt x="3809" y="26731"/>
                    <a:pt x="4437" y="26620"/>
                  </a:cubicBezTo>
                  <a:cubicBezTo>
                    <a:pt x="4437" y="26435"/>
                    <a:pt x="4437" y="26287"/>
                    <a:pt x="4474" y="26139"/>
                  </a:cubicBezTo>
                  <a:cubicBezTo>
                    <a:pt x="4807" y="21370"/>
                    <a:pt x="5140" y="15085"/>
                    <a:pt x="5140" y="9059"/>
                  </a:cubicBezTo>
                  <a:cubicBezTo>
                    <a:pt x="5140" y="7617"/>
                    <a:pt x="5140" y="6249"/>
                    <a:pt x="5103" y="4881"/>
                  </a:cubicBezTo>
                  <a:cubicBezTo>
                    <a:pt x="4622" y="3994"/>
                    <a:pt x="4142" y="3143"/>
                    <a:pt x="3698" y="2256"/>
                  </a:cubicBezTo>
                  <a:close/>
                  <a:moveTo>
                    <a:pt x="32683" y="186"/>
                  </a:moveTo>
                  <a:cubicBezTo>
                    <a:pt x="32017" y="2774"/>
                    <a:pt x="31167" y="5251"/>
                    <a:pt x="30206" y="7469"/>
                  </a:cubicBezTo>
                  <a:cubicBezTo>
                    <a:pt x="30871" y="13052"/>
                    <a:pt x="31759" y="19669"/>
                    <a:pt x="32609" y="24919"/>
                  </a:cubicBezTo>
                  <a:cubicBezTo>
                    <a:pt x="32683" y="25363"/>
                    <a:pt x="32757" y="25769"/>
                    <a:pt x="32831" y="26213"/>
                  </a:cubicBezTo>
                  <a:cubicBezTo>
                    <a:pt x="33940" y="26472"/>
                    <a:pt x="35086" y="26694"/>
                    <a:pt x="36232" y="26842"/>
                  </a:cubicBezTo>
                  <a:lnTo>
                    <a:pt x="36269" y="26842"/>
                  </a:lnTo>
                  <a:cubicBezTo>
                    <a:pt x="36491" y="26879"/>
                    <a:pt x="36713" y="26879"/>
                    <a:pt x="36934" y="26916"/>
                  </a:cubicBezTo>
                  <a:cubicBezTo>
                    <a:pt x="37156" y="26953"/>
                    <a:pt x="37341" y="26953"/>
                    <a:pt x="37563" y="26953"/>
                  </a:cubicBezTo>
                  <a:cubicBezTo>
                    <a:pt x="37822" y="26989"/>
                    <a:pt x="38044" y="26989"/>
                    <a:pt x="38265" y="26989"/>
                  </a:cubicBezTo>
                  <a:lnTo>
                    <a:pt x="38524" y="26989"/>
                  </a:lnTo>
                  <a:cubicBezTo>
                    <a:pt x="38191" y="25732"/>
                    <a:pt x="37822" y="24365"/>
                    <a:pt x="37489" y="22923"/>
                  </a:cubicBezTo>
                  <a:cubicBezTo>
                    <a:pt x="36417" y="18560"/>
                    <a:pt x="35308" y="13495"/>
                    <a:pt x="34347" y="8689"/>
                  </a:cubicBezTo>
                  <a:cubicBezTo>
                    <a:pt x="33755" y="5694"/>
                    <a:pt x="33163" y="2774"/>
                    <a:pt x="32683" y="18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034;p53">
              <a:extLst>
                <a:ext uri="{FF2B5EF4-FFF2-40B4-BE49-F238E27FC236}">
                  <a16:creationId xmlns:a16="http://schemas.microsoft.com/office/drawing/2014/main" xmlns="" id="{BC5945E1-33FC-1265-902F-0265D34060EA}"/>
                </a:ext>
              </a:extLst>
            </p:cNvPr>
            <p:cNvSpPr/>
            <p:nvPr/>
          </p:nvSpPr>
          <p:spPr>
            <a:xfrm>
              <a:off x="2416650" y="1246500"/>
              <a:ext cx="1156275" cy="1303225"/>
            </a:xfrm>
            <a:custGeom>
              <a:avLst/>
              <a:gdLst/>
              <a:ahLst/>
              <a:cxnLst/>
              <a:rect l="l" t="t" r="r" b="b"/>
              <a:pathLst>
                <a:path w="46251" h="52129" extrusionOk="0">
                  <a:moveTo>
                    <a:pt x="35012" y="657"/>
                  </a:moveTo>
                  <a:cubicBezTo>
                    <a:pt x="35230" y="2328"/>
                    <a:pt x="36393" y="11067"/>
                    <a:pt x="38154" y="20999"/>
                  </a:cubicBezTo>
                  <a:cubicBezTo>
                    <a:pt x="39115" y="26545"/>
                    <a:pt x="40298" y="32460"/>
                    <a:pt x="41555" y="37747"/>
                  </a:cubicBezTo>
                  <a:cubicBezTo>
                    <a:pt x="42754" y="42789"/>
                    <a:pt x="44087" y="47226"/>
                    <a:pt x="45459" y="50256"/>
                  </a:cubicBezTo>
                  <a:lnTo>
                    <a:pt x="45459" y="50256"/>
                  </a:lnTo>
                  <a:lnTo>
                    <a:pt x="723" y="51488"/>
                  </a:lnTo>
                  <a:lnTo>
                    <a:pt x="723" y="51488"/>
                  </a:lnTo>
                  <a:cubicBezTo>
                    <a:pt x="1160" y="49518"/>
                    <a:pt x="2958" y="40712"/>
                    <a:pt x="2958" y="27654"/>
                  </a:cubicBezTo>
                  <a:cubicBezTo>
                    <a:pt x="2958" y="20791"/>
                    <a:pt x="2453" y="12775"/>
                    <a:pt x="981" y="3926"/>
                  </a:cubicBezTo>
                  <a:lnTo>
                    <a:pt x="981" y="3926"/>
                  </a:lnTo>
                  <a:lnTo>
                    <a:pt x="35012" y="657"/>
                  </a:lnTo>
                  <a:close/>
                  <a:moveTo>
                    <a:pt x="35270" y="0"/>
                  </a:moveTo>
                  <a:lnTo>
                    <a:pt x="592" y="3364"/>
                  </a:lnTo>
                  <a:cubicBezTo>
                    <a:pt x="518" y="3364"/>
                    <a:pt x="444" y="3401"/>
                    <a:pt x="407" y="3475"/>
                  </a:cubicBezTo>
                  <a:cubicBezTo>
                    <a:pt x="333" y="3549"/>
                    <a:pt x="333" y="3623"/>
                    <a:pt x="333" y="3697"/>
                  </a:cubicBezTo>
                  <a:cubicBezTo>
                    <a:pt x="1812" y="12644"/>
                    <a:pt x="2329" y="20741"/>
                    <a:pt x="2329" y="27654"/>
                  </a:cubicBezTo>
                  <a:cubicBezTo>
                    <a:pt x="2329" y="35048"/>
                    <a:pt x="1738" y="41075"/>
                    <a:pt x="1183" y="45252"/>
                  </a:cubicBezTo>
                  <a:cubicBezTo>
                    <a:pt x="888" y="47323"/>
                    <a:pt x="592" y="48949"/>
                    <a:pt x="370" y="50058"/>
                  </a:cubicBezTo>
                  <a:cubicBezTo>
                    <a:pt x="259" y="50613"/>
                    <a:pt x="185" y="51020"/>
                    <a:pt x="111" y="51315"/>
                  </a:cubicBezTo>
                  <a:cubicBezTo>
                    <a:pt x="37" y="51611"/>
                    <a:pt x="0" y="51722"/>
                    <a:pt x="0" y="51722"/>
                  </a:cubicBezTo>
                  <a:cubicBezTo>
                    <a:pt x="0" y="51833"/>
                    <a:pt x="0" y="51944"/>
                    <a:pt x="74" y="52018"/>
                  </a:cubicBezTo>
                  <a:cubicBezTo>
                    <a:pt x="148" y="52092"/>
                    <a:pt x="222" y="52129"/>
                    <a:pt x="333" y="52129"/>
                  </a:cubicBezTo>
                  <a:lnTo>
                    <a:pt x="45955" y="50835"/>
                  </a:lnTo>
                  <a:cubicBezTo>
                    <a:pt x="46029" y="50835"/>
                    <a:pt x="46140" y="50798"/>
                    <a:pt x="46177" y="50687"/>
                  </a:cubicBezTo>
                  <a:cubicBezTo>
                    <a:pt x="46251" y="50613"/>
                    <a:pt x="46251" y="50502"/>
                    <a:pt x="46214" y="50391"/>
                  </a:cubicBezTo>
                  <a:cubicBezTo>
                    <a:pt x="44809" y="47470"/>
                    <a:pt x="43404" y="42849"/>
                    <a:pt x="42147" y="37599"/>
                  </a:cubicBezTo>
                  <a:cubicBezTo>
                    <a:pt x="40261" y="29725"/>
                    <a:pt x="38598" y="20371"/>
                    <a:pt x="37452" y="13014"/>
                  </a:cubicBezTo>
                  <a:cubicBezTo>
                    <a:pt x="36860" y="9354"/>
                    <a:pt x="36416" y="6137"/>
                    <a:pt x="36084" y="3882"/>
                  </a:cubicBezTo>
                  <a:cubicBezTo>
                    <a:pt x="35936" y="2773"/>
                    <a:pt x="35788" y="1849"/>
                    <a:pt x="35714" y="1220"/>
                  </a:cubicBezTo>
                  <a:cubicBezTo>
                    <a:pt x="35640" y="629"/>
                    <a:pt x="35603" y="296"/>
                    <a:pt x="35603" y="296"/>
                  </a:cubicBezTo>
                  <a:cubicBezTo>
                    <a:pt x="35566" y="111"/>
                    <a:pt x="35418" y="0"/>
                    <a:pt x="352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035;p53">
              <a:extLst>
                <a:ext uri="{FF2B5EF4-FFF2-40B4-BE49-F238E27FC236}">
                  <a16:creationId xmlns:a16="http://schemas.microsoft.com/office/drawing/2014/main" xmlns="" id="{BF630E46-C751-2D11-6E93-CA4160622B8D}"/>
                </a:ext>
              </a:extLst>
            </p:cNvPr>
            <p:cNvSpPr/>
            <p:nvPr/>
          </p:nvSpPr>
          <p:spPr>
            <a:xfrm>
              <a:off x="2556200" y="1537450"/>
              <a:ext cx="50875" cy="1017975"/>
            </a:xfrm>
            <a:custGeom>
              <a:avLst/>
              <a:gdLst/>
              <a:ahLst/>
              <a:cxnLst/>
              <a:rect l="l" t="t" r="r" b="b"/>
              <a:pathLst>
                <a:path w="2035" h="40719" extrusionOk="0">
                  <a:moveTo>
                    <a:pt x="541" y="1"/>
                  </a:moveTo>
                  <a:cubicBezTo>
                    <a:pt x="521" y="1"/>
                    <a:pt x="501" y="3"/>
                    <a:pt x="482" y="8"/>
                  </a:cubicBezTo>
                  <a:cubicBezTo>
                    <a:pt x="297" y="45"/>
                    <a:pt x="186" y="193"/>
                    <a:pt x="223" y="378"/>
                  </a:cubicBezTo>
                  <a:cubicBezTo>
                    <a:pt x="1110" y="4186"/>
                    <a:pt x="1406" y="9657"/>
                    <a:pt x="1406" y="15314"/>
                  </a:cubicBezTo>
                  <a:cubicBezTo>
                    <a:pt x="1406" y="21340"/>
                    <a:pt x="1073" y="27625"/>
                    <a:pt x="740" y="32394"/>
                  </a:cubicBezTo>
                  <a:cubicBezTo>
                    <a:pt x="555" y="34760"/>
                    <a:pt x="371" y="36757"/>
                    <a:pt x="260" y="38162"/>
                  </a:cubicBezTo>
                  <a:cubicBezTo>
                    <a:pt x="112" y="39566"/>
                    <a:pt x="38" y="40380"/>
                    <a:pt x="38" y="40380"/>
                  </a:cubicBezTo>
                  <a:cubicBezTo>
                    <a:pt x="1" y="40528"/>
                    <a:pt x="149" y="40713"/>
                    <a:pt x="297" y="40713"/>
                  </a:cubicBezTo>
                  <a:cubicBezTo>
                    <a:pt x="316" y="40716"/>
                    <a:pt x="335" y="40718"/>
                    <a:pt x="354" y="40718"/>
                  </a:cubicBezTo>
                  <a:cubicBezTo>
                    <a:pt x="511" y="40718"/>
                    <a:pt x="629" y="40586"/>
                    <a:pt x="629" y="40454"/>
                  </a:cubicBezTo>
                  <a:cubicBezTo>
                    <a:pt x="629" y="40417"/>
                    <a:pt x="2034" y="27440"/>
                    <a:pt x="2034" y="15314"/>
                  </a:cubicBezTo>
                  <a:cubicBezTo>
                    <a:pt x="2034" y="9620"/>
                    <a:pt x="1739" y="4149"/>
                    <a:pt x="851" y="230"/>
                  </a:cubicBezTo>
                  <a:cubicBezTo>
                    <a:pt x="819" y="101"/>
                    <a:pt x="675" y="1"/>
                    <a:pt x="5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036;p53">
              <a:extLst>
                <a:ext uri="{FF2B5EF4-FFF2-40B4-BE49-F238E27FC236}">
                  <a16:creationId xmlns:a16="http://schemas.microsoft.com/office/drawing/2014/main" xmlns="" id="{BF83CE45-E320-3242-44DA-460FB7B9F533}"/>
                </a:ext>
              </a:extLst>
            </p:cNvPr>
            <p:cNvSpPr/>
            <p:nvPr/>
          </p:nvSpPr>
          <p:spPr>
            <a:xfrm>
              <a:off x="2661575" y="1557050"/>
              <a:ext cx="64725" cy="988200"/>
            </a:xfrm>
            <a:custGeom>
              <a:avLst/>
              <a:gdLst/>
              <a:ahLst/>
              <a:cxnLst/>
              <a:rect l="l" t="t" r="r" b="b"/>
              <a:pathLst>
                <a:path w="2589" h="39528" extrusionOk="0">
                  <a:moveTo>
                    <a:pt x="259" y="0"/>
                  </a:moveTo>
                  <a:cubicBezTo>
                    <a:pt x="111" y="37"/>
                    <a:pt x="1" y="185"/>
                    <a:pt x="1" y="370"/>
                  </a:cubicBezTo>
                  <a:cubicBezTo>
                    <a:pt x="1" y="370"/>
                    <a:pt x="38" y="592"/>
                    <a:pt x="111" y="998"/>
                  </a:cubicBezTo>
                  <a:cubicBezTo>
                    <a:pt x="481" y="3882"/>
                    <a:pt x="1960" y="16341"/>
                    <a:pt x="1960" y="29096"/>
                  </a:cubicBezTo>
                  <a:cubicBezTo>
                    <a:pt x="1960" y="32497"/>
                    <a:pt x="1849" y="35936"/>
                    <a:pt x="1590" y="39189"/>
                  </a:cubicBezTo>
                  <a:cubicBezTo>
                    <a:pt x="1590" y="39374"/>
                    <a:pt x="1701" y="39522"/>
                    <a:pt x="1886" y="39522"/>
                  </a:cubicBezTo>
                  <a:cubicBezTo>
                    <a:pt x="1906" y="39526"/>
                    <a:pt x="1925" y="39528"/>
                    <a:pt x="1943" y="39528"/>
                  </a:cubicBezTo>
                  <a:cubicBezTo>
                    <a:pt x="2100" y="39528"/>
                    <a:pt x="2219" y="39395"/>
                    <a:pt x="2219" y="39263"/>
                  </a:cubicBezTo>
                  <a:cubicBezTo>
                    <a:pt x="2478" y="35973"/>
                    <a:pt x="2588" y="32497"/>
                    <a:pt x="2588" y="29096"/>
                  </a:cubicBezTo>
                  <a:cubicBezTo>
                    <a:pt x="2588" y="14456"/>
                    <a:pt x="629" y="296"/>
                    <a:pt x="629" y="259"/>
                  </a:cubicBezTo>
                  <a:cubicBezTo>
                    <a:pt x="592" y="111"/>
                    <a:pt x="444" y="0"/>
                    <a:pt x="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037;p53">
              <a:extLst>
                <a:ext uri="{FF2B5EF4-FFF2-40B4-BE49-F238E27FC236}">
                  <a16:creationId xmlns:a16="http://schemas.microsoft.com/office/drawing/2014/main" xmlns="" id="{94C61D0D-4955-531B-935F-79D0107A2DB5}"/>
                </a:ext>
              </a:extLst>
            </p:cNvPr>
            <p:cNvSpPr/>
            <p:nvPr/>
          </p:nvSpPr>
          <p:spPr>
            <a:xfrm>
              <a:off x="3105225" y="1671650"/>
              <a:ext cx="81350" cy="858675"/>
            </a:xfrm>
            <a:custGeom>
              <a:avLst/>
              <a:gdLst/>
              <a:ahLst/>
              <a:cxnLst/>
              <a:rect l="l" t="t" r="r" b="b"/>
              <a:pathLst>
                <a:path w="3254" h="34347" extrusionOk="0">
                  <a:moveTo>
                    <a:pt x="296" y="1"/>
                  </a:moveTo>
                  <a:cubicBezTo>
                    <a:pt x="148" y="38"/>
                    <a:pt x="0" y="185"/>
                    <a:pt x="37" y="333"/>
                  </a:cubicBezTo>
                  <a:lnTo>
                    <a:pt x="2625" y="34051"/>
                  </a:lnTo>
                  <a:cubicBezTo>
                    <a:pt x="2625" y="34235"/>
                    <a:pt x="2773" y="34346"/>
                    <a:pt x="2958" y="34346"/>
                  </a:cubicBezTo>
                  <a:cubicBezTo>
                    <a:pt x="3106" y="34346"/>
                    <a:pt x="3254" y="34198"/>
                    <a:pt x="3217" y="34014"/>
                  </a:cubicBezTo>
                  <a:lnTo>
                    <a:pt x="629" y="296"/>
                  </a:lnTo>
                  <a:cubicBezTo>
                    <a:pt x="629" y="111"/>
                    <a:pt x="481" y="1"/>
                    <a:pt x="2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038;p53">
              <a:extLst>
                <a:ext uri="{FF2B5EF4-FFF2-40B4-BE49-F238E27FC236}">
                  <a16:creationId xmlns:a16="http://schemas.microsoft.com/office/drawing/2014/main" xmlns="" id="{C3ED2D2B-5A0A-7B05-C66A-2D7D2202AD7F}"/>
                </a:ext>
              </a:extLst>
            </p:cNvPr>
            <p:cNvSpPr/>
            <p:nvPr/>
          </p:nvSpPr>
          <p:spPr>
            <a:xfrm>
              <a:off x="3169925" y="1582000"/>
              <a:ext cx="157150" cy="953650"/>
            </a:xfrm>
            <a:custGeom>
              <a:avLst/>
              <a:gdLst/>
              <a:ahLst/>
              <a:cxnLst/>
              <a:rect l="l" t="t" r="r" b="b"/>
              <a:pathLst>
                <a:path w="6286" h="38146" extrusionOk="0">
                  <a:moveTo>
                    <a:pt x="296" y="0"/>
                  </a:moveTo>
                  <a:cubicBezTo>
                    <a:pt x="148" y="37"/>
                    <a:pt x="0" y="185"/>
                    <a:pt x="37" y="333"/>
                  </a:cubicBezTo>
                  <a:cubicBezTo>
                    <a:pt x="37" y="333"/>
                    <a:pt x="814" y="8245"/>
                    <a:pt x="1923" y="16859"/>
                  </a:cubicBezTo>
                  <a:cubicBezTo>
                    <a:pt x="2477" y="21185"/>
                    <a:pt x="3106" y="25695"/>
                    <a:pt x="3734" y="29503"/>
                  </a:cubicBezTo>
                  <a:cubicBezTo>
                    <a:pt x="4363" y="33311"/>
                    <a:pt x="5028" y="36380"/>
                    <a:pt x="5620" y="37932"/>
                  </a:cubicBezTo>
                  <a:cubicBezTo>
                    <a:pt x="5675" y="38069"/>
                    <a:pt x="5791" y="38146"/>
                    <a:pt x="5907" y="38146"/>
                  </a:cubicBezTo>
                  <a:cubicBezTo>
                    <a:pt x="5948" y="38146"/>
                    <a:pt x="5988" y="38136"/>
                    <a:pt x="6027" y="38117"/>
                  </a:cubicBezTo>
                  <a:cubicBezTo>
                    <a:pt x="6174" y="38043"/>
                    <a:pt x="6285" y="37858"/>
                    <a:pt x="6211" y="37711"/>
                  </a:cubicBezTo>
                  <a:cubicBezTo>
                    <a:pt x="5620" y="36269"/>
                    <a:pt x="4954" y="33163"/>
                    <a:pt x="4326" y="29392"/>
                  </a:cubicBezTo>
                  <a:cubicBezTo>
                    <a:pt x="3402" y="23699"/>
                    <a:pt x="2477" y="16415"/>
                    <a:pt x="1775" y="10574"/>
                  </a:cubicBezTo>
                  <a:cubicBezTo>
                    <a:pt x="1442" y="7653"/>
                    <a:pt x="1146" y="5065"/>
                    <a:pt x="962" y="3217"/>
                  </a:cubicBezTo>
                  <a:cubicBezTo>
                    <a:pt x="740" y="1405"/>
                    <a:pt x="629" y="296"/>
                    <a:pt x="629" y="296"/>
                  </a:cubicBezTo>
                  <a:cubicBezTo>
                    <a:pt x="629" y="111"/>
                    <a:pt x="481" y="0"/>
                    <a:pt x="2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039;p53">
              <a:extLst>
                <a:ext uri="{FF2B5EF4-FFF2-40B4-BE49-F238E27FC236}">
                  <a16:creationId xmlns:a16="http://schemas.microsoft.com/office/drawing/2014/main" xmlns="" id="{C2210ECA-D5E3-945A-BCFA-8B41C3E1C0D2}"/>
                </a:ext>
              </a:extLst>
            </p:cNvPr>
            <p:cNvSpPr/>
            <p:nvPr/>
          </p:nvSpPr>
          <p:spPr>
            <a:xfrm>
              <a:off x="3234625" y="1447800"/>
              <a:ext cx="256975" cy="1077700"/>
            </a:xfrm>
            <a:custGeom>
              <a:avLst/>
              <a:gdLst/>
              <a:ahLst/>
              <a:cxnLst/>
              <a:rect l="l" t="t" r="r" b="b"/>
              <a:pathLst>
                <a:path w="10279" h="43108" extrusionOk="0">
                  <a:moveTo>
                    <a:pt x="356" y="0"/>
                  </a:moveTo>
                  <a:cubicBezTo>
                    <a:pt x="336" y="0"/>
                    <a:pt x="316" y="3"/>
                    <a:pt x="296" y="8"/>
                  </a:cubicBezTo>
                  <a:cubicBezTo>
                    <a:pt x="111" y="8"/>
                    <a:pt x="0" y="193"/>
                    <a:pt x="37" y="340"/>
                  </a:cubicBezTo>
                  <a:cubicBezTo>
                    <a:pt x="37" y="340"/>
                    <a:pt x="1516" y="8918"/>
                    <a:pt x="3476" y="18530"/>
                  </a:cubicBezTo>
                  <a:cubicBezTo>
                    <a:pt x="4437" y="23336"/>
                    <a:pt x="5546" y="28401"/>
                    <a:pt x="6618" y="32764"/>
                  </a:cubicBezTo>
                  <a:cubicBezTo>
                    <a:pt x="7690" y="37163"/>
                    <a:pt x="8725" y="40823"/>
                    <a:pt x="9650" y="42931"/>
                  </a:cubicBezTo>
                  <a:cubicBezTo>
                    <a:pt x="9677" y="43039"/>
                    <a:pt x="9783" y="43108"/>
                    <a:pt x="9911" y="43108"/>
                  </a:cubicBezTo>
                  <a:cubicBezTo>
                    <a:pt x="9957" y="43108"/>
                    <a:pt x="10007" y="43098"/>
                    <a:pt x="10056" y="43079"/>
                  </a:cubicBezTo>
                  <a:cubicBezTo>
                    <a:pt x="10204" y="43005"/>
                    <a:pt x="10278" y="42820"/>
                    <a:pt x="10204" y="42672"/>
                  </a:cubicBezTo>
                  <a:cubicBezTo>
                    <a:pt x="9317" y="40675"/>
                    <a:pt x="8282" y="36978"/>
                    <a:pt x="7210" y="32616"/>
                  </a:cubicBezTo>
                  <a:cubicBezTo>
                    <a:pt x="5620" y="26072"/>
                    <a:pt x="3956" y="17975"/>
                    <a:pt x="2736" y="11543"/>
                  </a:cubicBezTo>
                  <a:cubicBezTo>
                    <a:pt x="2108" y="8289"/>
                    <a:pt x="1590" y="5479"/>
                    <a:pt x="1220" y="3446"/>
                  </a:cubicBezTo>
                  <a:cubicBezTo>
                    <a:pt x="1035" y="2448"/>
                    <a:pt x="888" y="1634"/>
                    <a:pt x="777" y="1117"/>
                  </a:cubicBezTo>
                  <a:cubicBezTo>
                    <a:pt x="703" y="562"/>
                    <a:pt x="629" y="229"/>
                    <a:pt x="629" y="229"/>
                  </a:cubicBezTo>
                  <a:cubicBezTo>
                    <a:pt x="629" y="101"/>
                    <a:pt x="489" y="0"/>
                    <a:pt x="3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040;p53">
              <a:extLst>
                <a:ext uri="{FF2B5EF4-FFF2-40B4-BE49-F238E27FC236}">
                  <a16:creationId xmlns:a16="http://schemas.microsoft.com/office/drawing/2014/main" xmlns="" id="{796CEE67-EE8E-A95E-76D9-74EF3677DAE2}"/>
                </a:ext>
              </a:extLst>
            </p:cNvPr>
            <p:cNvSpPr/>
            <p:nvPr/>
          </p:nvSpPr>
          <p:spPr>
            <a:xfrm>
              <a:off x="2356575" y="1508525"/>
              <a:ext cx="207050" cy="265150"/>
            </a:xfrm>
            <a:custGeom>
              <a:avLst/>
              <a:gdLst/>
              <a:ahLst/>
              <a:cxnLst/>
              <a:rect l="l" t="t" r="r" b="b"/>
              <a:pathLst>
                <a:path w="8282" h="10606" extrusionOk="0">
                  <a:moveTo>
                    <a:pt x="2784" y="0"/>
                  </a:moveTo>
                  <a:cubicBezTo>
                    <a:pt x="2558" y="0"/>
                    <a:pt x="2320" y="51"/>
                    <a:pt x="2071" y="167"/>
                  </a:cubicBezTo>
                  <a:cubicBezTo>
                    <a:pt x="0" y="1128"/>
                    <a:pt x="1294" y="6858"/>
                    <a:pt x="3365" y="9557"/>
                  </a:cubicBezTo>
                  <a:cubicBezTo>
                    <a:pt x="3957" y="10330"/>
                    <a:pt x="4614" y="10606"/>
                    <a:pt x="5249" y="10606"/>
                  </a:cubicBezTo>
                  <a:cubicBezTo>
                    <a:pt x="6832" y="10606"/>
                    <a:pt x="8282" y="8892"/>
                    <a:pt x="8282" y="8892"/>
                  </a:cubicBezTo>
                  <a:lnTo>
                    <a:pt x="5435" y="2718"/>
                  </a:lnTo>
                  <a:cubicBezTo>
                    <a:pt x="5435" y="2718"/>
                    <a:pt x="4434" y="0"/>
                    <a:pt x="27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041;p53">
              <a:extLst>
                <a:ext uri="{FF2B5EF4-FFF2-40B4-BE49-F238E27FC236}">
                  <a16:creationId xmlns:a16="http://schemas.microsoft.com/office/drawing/2014/main" xmlns="" id="{BE5FC6F0-6635-D408-7E70-54020E898A5E}"/>
                </a:ext>
              </a:extLst>
            </p:cNvPr>
            <p:cNvSpPr/>
            <p:nvPr/>
          </p:nvSpPr>
          <p:spPr>
            <a:xfrm>
              <a:off x="2389850" y="1516375"/>
              <a:ext cx="159000" cy="249575"/>
            </a:xfrm>
            <a:custGeom>
              <a:avLst/>
              <a:gdLst/>
              <a:ahLst/>
              <a:cxnLst/>
              <a:rect l="l" t="t" r="r" b="b"/>
              <a:pathLst>
                <a:path w="6360" h="9983" extrusionOk="0">
                  <a:moveTo>
                    <a:pt x="1442" y="0"/>
                  </a:moveTo>
                  <a:cubicBezTo>
                    <a:pt x="1294" y="0"/>
                    <a:pt x="1109" y="37"/>
                    <a:pt x="887" y="148"/>
                  </a:cubicBezTo>
                  <a:cubicBezTo>
                    <a:pt x="592" y="259"/>
                    <a:pt x="370" y="518"/>
                    <a:pt x="222" y="888"/>
                  </a:cubicBezTo>
                  <a:cubicBezTo>
                    <a:pt x="74" y="1258"/>
                    <a:pt x="0" y="1775"/>
                    <a:pt x="0" y="2367"/>
                  </a:cubicBezTo>
                  <a:cubicBezTo>
                    <a:pt x="0" y="4437"/>
                    <a:pt x="998" y="7395"/>
                    <a:pt x="2255" y="9058"/>
                  </a:cubicBezTo>
                  <a:cubicBezTo>
                    <a:pt x="2810" y="9761"/>
                    <a:pt x="3365" y="9983"/>
                    <a:pt x="3919" y="9983"/>
                  </a:cubicBezTo>
                  <a:cubicBezTo>
                    <a:pt x="4548" y="9983"/>
                    <a:pt x="5213" y="9650"/>
                    <a:pt x="5731" y="9280"/>
                  </a:cubicBezTo>
                  <a:cubicBezTo>
                    <a:pt x="5989" y="9095"/>
                    <a:pt x="6174" y="8910"/>
                    <a:pt x="6359" y="8763"/>
                  </a:cubicBezTo>
                  <a:cubicBezTo>
                    <a:pt x="5879" y="7801"/>
                    <a:pt x="5435" y="6840"/>
                    <a:pt x="4991" y="5879"/>
                  </a:cubicBezTo>
                  <a:cubicBezTo>
                    <a:pt x="4954" y="5879"/>
                    <a:pt x="4917" y="5879"/>
                    <a:pt x="4843" y="5842"/>
                  </a:cubicBezTo>
                  <a:lnTo>
                    <a:pt x="4326" y="5842"/>
                  </a:lnTo>
                  <a:cubicBezTo>
                    <a:pt x="4178" y="5842"/>
                    <a:pt x="3993" y="5842"/>
                    <a:pt x="3882" y="5879"/>
                  </a:cubicBezTo>
                  <a:cubicBezTo>
                    <a:pt x="3771" y="5879"/>
                    <a:pt x="3697" y="5916"/>
                    <a:pt x="3697" y="5953"/>
                  </a:cubicBezTo>
                  <a:cubicBezTo>
                    <a:pt x="3697" y="5953"/>
                    <a:pt x="3697" y="6027"/>
                    <a:pt x="3771" y="6101"/>
                  </a:cubicBezTo>
                  <a:cubicBezTo>
                    <a:pt x="3845" y="6249"/>
                    <a:pt x="3808" y="6433"/>
                    <a:pt x="3697" y="6544"/>
                  </a:cubicBezTo>
                  <a:cubicBezTo>
                    <a:pt x="3623" y="6581"/>
                    <a:pt x="3586" y="6581"/>
                    <a:pt x="3512" y="6581"/>
                  </a:cubicBezTo>
                  <a:cubicBezTo>
                    <a:pt x="3401" y="6581"/>
                    <a:pt x="3328" y="6544"/>
                    <a:pt x="3254" y="6470"/>
                  </a:cubicBezTo>
                  <a:cubicBezTo>
                    <a:pt x="3143" y="6286"/>
                    <a:pt x="3069" y="6101"/>
                    <a:pt x="3069" y="5916"/>
                  </a:cubicBezTo>
                  <a:cubicBezTo>
                    <a:pt x="3069" y="5768"/>
                    <a:pt x="3143" y="5620"/>
                    <a:pt x="3254" y="5509"/>
                  </a:cubicBezTo>
                  <a:cubicBezTo>
                    <a:pt x="3365" y="5398"/>
                    <a:pt x="3475" y="5361"/>
                    <a:pt x="3586" y="5324"/>
                  </a:cubicBezTo>
                  <a:cubicBezTo>
                    <a:pt x="3808" y="5213"/>
                    <a:pt x="4067" y="5213"/>
                    <a:pt x="4326" y="5213"/>
                  </a:cubicBezTo>
                  <a:cubicBezTo>
                    <a:pt x="4178" y="5065"/>
                    <a:pt x="3993" y="4881"/>
                    <a:pt x="3808" y="4696"/>
                  </a:cubicBezTo>
                  <a:cubicBezTo>
                    <a:pt x="3217" y="4104"/>
                    <a:pt x="2477" y="3439"/>
                    <a:pt x="1997" y="3180"/>
                  </a:cubicBezTo>
                  <a:cubicBezTo>
                    <a:pt x="1849" y="3106"/>
                    <a:pt x="1738" y="3032"/>
                    <a:pt x="1664" y="3032"/>
                  </a:cubicBezTo>
                  <a:lnTo>
                    <a:pt x="1664" y="3069"/>
                  </a:lnTo>
                  <a:cubicBezTo>
                    <a:pt x="1627" y="3143"/>
                    <a:pt x="1590" y="3291"/>
                    <a:pt x="1590" y="3476"/>
                  </a:cubicBezTo>
                  <a:cubicBezTo>
                    <a:pt x="1590" y="3993"/>
                    <a:pt x="1738" y="4659"/>
                    <a:pt x="1812" y="4992"/>
                  </a:cubicBezTo>
                  <a:cubicBezTo>
                    <a:pt x="1849" y="5065"/>
                    <a:pt x="1849" y="5139"/>
                    <a:pt x="1849" y="5139"/>
                  </a:cubicBezTo>
                  <a:cubicBezTo>
                    <a:pt x="1886" y="5324"/>
                    <a:pt x="1812" y="5472"/>
                    <a:pt x="1627" y="5509"/>
                  </a:cubicBezTo>
                  <a:cubicBezTo>
                    <a:pt x="1627" y="5509"/>
                    <a:pt x="1590" y="5546"/>
                    <a:pt x="1553" y="5546"/>
                  </a:cubicBezTo>
                  <a:cubicBezTo>
                    <a:pt x="1405" y="5546"/>
                    <a:pt x="1294" y="5435"/>
                    <a:pt x="1257" y="5287"/>
                  </a:cubicBezTo>
                  <a:cubicBezTo>
                    <a:pt x="1257" y="5287"/>
                    <a:pt x="998" y="4289"/>
                    <a:pt x="998" y="3476"/>
                  </a:cubicBezTo>
                  <a:cubicBezTo>
                    <a:pt x="998" y="3291"/>
                    <a:pt x="998" y="3143"/>
                    <a:pt x="1035" y="2995"/>
                  </a:cubicBezTo>
                  <a:cubicBezTo>
                    <a:pt x="1072" y="2810"/>
                    <a:pt x="1146" y="2662"/>
                    <a:pt x="1294" y="2551"/>
                  </a:cubicBezTo>
                  <a:cubicBezTo>
                    <a:pt x="1368" y="2478"/>
                    <a:pt x="1516" y="2404"/>
                    <a:pt x="1664" y="2404"/>
                  </a:cubicBezTo>
                  <a:lnTo>
                    <a:pt x="1812" y="2441"/>
                  </a:lnTo>
                  <a:cubicBezTo>
                    <a:pt x="1960" y="2478"/>
                    <a:pt x="2108" y="2551"/>
                    <a:pt x="2292" y="2625"/>
                  </a:cubicBezTo>
                  <a:cubicBezTo>
                    <a:pt x="2477" y="2736"/>
                    <a:pt x="2625" y="2847"/>
                    <a:pt x="2810" y="2995"/>
                  </a:cubicBezTo>
                  <a:cubicBezTo>
                    <a:pt x="3180" y="3291"/>
                    <a:pt x="3586" y="3661"/>
                    <a:pt x="3956" y="3993"/>
                  </a:cubicBezTo>
                  <a:cubicBezTo>
                    <a:pt x="4104" y="4104"/>
                    <a:pt x="4215" y="4252"/>
                    <a:pt x="4326" y="4363"/>
                  </a:cubicBezTo>
                  <a:cubicBezTo>
                    <a:pt x="3845" y="3254"/>
                    <a:pt x="3401" y="2145"/>
                    <a:pt x="2921" y="1036"/>
                  </a:cubicBezTo>
                  <a:cubicBezTo>
                    <a:pt x="2884" y="962"/>
                    <a:pt x="2847" y="888"/>
                    <a:pt x="2847" y="814"/>
                  </a:cubicBezTo>
                  <a:cubicBezTo>
                    <a:pt x="2699" y="629"/>
                    <a:pt x="2551" y="481"/>
                    <a:pt x="2366" y="370"/>
                  </a:cubicBezTo>
                  <a:cubicBezTo>
                    <a:pt x="2071" y="111"/>
                    <a:pt x="1775" y="0"/>
                    <a:pt x="1442" y="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042;p53">
              <a:extLst>
                <a:ext uri="{FF2B5EF4-FFF2-40B4-BE49-F238E27FC236}">
                  <a16:creationId xmlns:a16="http://schemas.microsoft.com/office/drawing/2014/main" xmlns="" id="{4A9FE030-B701-2336-D378-3179E9D3136D}"/>
                </a:ext>
              </a:extLst>
            </p:cNvPr>
            <p:cNvSpPr/>
            <p:nvPr/>
          </p:nvSpPr>
          <p:spPr>
            <a:xfrm>
              <a:off x="2414800" y="1576450"/>
              <a:ext cx="110925" cy="105150"/>
            </a:xfrm>
            <a:custGeom>
              <a:avLst/>
              <a:gdLst/>
              <a:ahLst/>
              <a:cxnLst/>
              <a:rect l="l" t="t" r="r" b="b"/>
              <a:pathLst>
                <a:path w="4437" h="4206" extrusionOk="0">
                  <a:moveTo>
                    <a:pt x="666" y="1"/>
                  </a:moveTo>
                  <a:cubicBezTo>
                    <a:pt x="518" y="1"/>
                    <a:pt x="407" y="75"/>
                    <a:pt x="296" y="148"/>
                  </a:cubicBezTo>
                  <a:cubicBezTo>
                    <a:pt x="148" y="259"/>
                    <a:pt x="74" y="407"/>
                    <a:pt x="37" y="592"/>
                  </a:cubicBezTo>
                  <a:cubicBezTo>
                    <a:pt x="0" y="740"/>
                    <a:pt x="0" y="888"/>
                    <a:pt x="0" y="1073"/>
                  </a:cubicBezTo>
                  <a:cubicBezTo>
                    <a:pt x="0" y="1886"/>
                    <a:pt x="259" y="2884"/>
                    <a:pt x="259" y="2884"/>
                  </a:cubicBezTo>
                  <a:cubicBezTo>
                    <a:pt x="290" y="3038"/>
                    <a:pt x="424" y="3115"/>
                    <a:pt x="553" y="3115"/>
                  </a:cubicBezTo>
                  <a:cubicBezTo>
                    <a:pt x="579" y="3115"/>
                    <a:pt x="604" y="3112"/>
                    <a:pt x="629" y="3106"/>
                  </a:cubicBezTo>
                  <a:cubicBezTo>
                    <a:pt x="814" y="3069"/>
                    <a:pt x="888" y="2921"/>
                    <a:pt x="851" y="2736"/>
                  </a:cubicBezTo>
                  <a:cubicBezTo>
                    <a:pt x="851" y="2736"/>
                    <a:pt x="851" y="2662"/>
                    <a:pt x="814" y="2589"/>
                  </a:cubicBezTo>
                  <a:cubicBezTo>
                    <a:pt x="740" y="2256"/>
                    <a:pt x="592" y="1590"/>
                    <a:pt x="592" y="1073"/>
                  </a:cubicBezTo>
                  <a:cubicBezTo>
                    <a:pt x="592" y="888"/>
                    <a:pt x="629" y="740"/>
                    <a:pt x="666" y="666"/>
                  </a:cubicBezTo>
                  <a:lnTo>
                    <a:pt x="666" y="629"/>
                  </a:lnTo>
                  <a:cubicBezTo>
                    <a:pt x="740" y="629"/>
                    <a:pt x="851" y="703"/>
                    <a:pt x="999" y="777"/>
                  </a:cubicBezTo>
                  <a:cubicBezTo>
                    <a:pt x="1479" y="1036"/>
                    <a:pt x="2219" y="1701"/>
                    <a:pt x="2810" y="2293"/>
                  </a:cubicBezTo>
                  <a:cubicBezTo>
                    <a:pt x="2998" y="2480"/>
                    <a:pt x="3185" y="2653"/>
                    <a:pt x="3344" y="2810"/>
                  </a:cubicBezTo>
                  <a:lnTo>
                    <a:pt x="3344" y="2810"/>
                  </a:lnTo>
                  <a:cubicBezTo>
                    <a:pt x="3339" y="2810"/>
                    <a:pt x="3333" y="2810"/>
                    <a:pt x="3328" y="2810"/>
                  </a:cubicBezTo>
                  <a:cubicBezTo>
                    <a:pt x="3106" y="2810"/>
                    <a:pt x="2847" y="2810"/>
                    <a:pt x="2588" y="2921"/>
                  </a:cubicBezTo>
                  <a:cubicBezTo>
                    <a:pt x="2477" y="2958"/>
                    <a:pt x="2367" y="2995"/>
                    <a:pt x="2256" y="3106"/>
                  </a:cubicBezTo>
                  <a:cubicBezTo>
                    <a:pt x="2145" y="3217"/>
                    <a:pt x="2071" y="3365"/>
                    <a:pt x="2071" y="3513"/>
                  </a:cubicBezTo>
                  <a:cubicBezTo>
                    <a:pt x="2071" y="3698"/>
                    <a:pt x="2145" y="3883"/>
                    <a:pt x="2256" y="4067"/>
                  </a:cubicBezTo>
                  <a:cubicBezTo>
                    <a:pt x="2323" y="4157"/>
                    <a:pt x="2417" y="4206"/>
                    <a:pt x="2514" y="4206"/>
                  </a:cubicBezTo>
                  <a:cubicBezTo>
                    <a:pt x="2577" y="4206"/>
                    <a:pt x="2641" y="4185"/>
                    <a:pt x="2699" y="4141"/>
                  </a:cubicBezTo>
                  <a:cubicBezTo>
                    <a:pt x="2810" y="4030"/>
                    <a:pt x="2847" y="3846"/>
                    <a:pt x="2773" y="3698"/>
                  </a:cubicBezTo>
                  <a:cubicBezTo>
                    <a:pt x="2715" y="3610"/>
                    <a:pt x="2703" y="3569"/>
                    <a:pt x="2700" y="3537"/>
                  </a:cubicBezTo>
                  <a:lnTo>
                    <a:pt x="2700" y="3537"/>
                  </a:lnTo>
                  <a:cubicBezTo>
                    <a:pt x="2742" y="3515"/>
                    <a:pt x="2803" y="3476"/>
                    <a:pt x="2884" y="3476"/>
                  </a:cubicBezTo>
                  <a:cubicBezTo>
                    <a:pt x="3032" y="3439"/>
                    <a:pt x="3180" y="3439"/>
                    <a:pt x="3328" y="3439"/>
                  </a:cubicBezTo>
                  <a:lnTo>
                    <a:pt x="3845" y="3439"/>
                  </a:lnTo>
                  <a:cubicBezTo>
                    <a:pt x="3919" y="3476"/>
                    <a:pt x="3956" y="3476"/>
                    <a:pt x="3993" y="3476"/>
                  </a:cubicBezTo>
                  <a:lnTo>
                    <a:pt x="4067" y="3476"/>
                  </a:lnTo>
                  <a:cubicBezTo>
                    <a:pt x="4087" y="3482"/>
                    <a:pt x="4108" y="3485"/>
                    <a:pt x="4129" y="3485"/>
                  </a:cubicBezTo>
                  <a:cubicBezTo>
                    <a:pt x="4228" y="3485"/>
                    <a:pt x="4339" y="3419"/>
                    <a:pt x="4400" y="3328"/>
                  </a:cubicBezTo>
                  <a:cubicBezTo>
                    <a:pt x="4437" y="3217"/>
                    <a:pt x="4437" y="3069"/>
                    <a:pt x="4326" y="2958"/>
                  </a:cubicBezTo>
                  <a:cubicBezTo>
                    <a:pt x="4326" y="2958"/>
                    <a:pt x="3697" y="2293"/>
                    <a:pt x="2958" y="1590"/>
                  </a:cubicBezTo>
                  <a:cubicBezTo>
                    <a:pt x="2588" y="1258"/>
                    <a:pt x="2182" y="888"/>
                    <a:pt x="1812" y="592"/>
                  </a:cubicBezTo>
                  <a:cubicBezTo>
                    <a:pt x="1627" y="444"/>
                    <a:pt x="1479" y="333"/>
                    <a:pt x="1294" y="222"/>
                  </a:cubicBezTo>
                  <a:cubicBezTo>
                    <a:pt x="1110" y="148"/>
                    <a:pt x="962" y="75"/>
                    <a:pt x="814" y="38"/>
                  </a:cubicBezTo>
                  <a:lnTo>
                    <a:pt x="6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043;p53">
              <a:extLst>
                <a:ext uri="{FF2B5EF4-FFF2-40B4-BE49-F238E27FC236}">
                  <a16:creationId xmlns:a16="http://schemas.microsoft.com/office/drawing/2014/main" xmlns="" id="{E484E23E-4612-0C59-2897-8BA23212026F}"/>
                </a:ext>
              </a:extLst>
            </p:cNvPr>
            <p:cNvSpPr/>
            <p:nvPr/>
          </p:nvSpPr>
          <p:spPr>
            <a:xfrm>
              <a:off x="2375050" y="1500650"/>
              <a:ext cx="196900" cy="281025"/>
            </a:xfrm>
            <a:custGeom>
              <a:avLst/>
              <a:gdLst/>
              <a:ahLst/>
              <a:cxnLst/>
              <a:rect l="l" t="t" r="r" b="b"/>
              <a:pathLst>
                <a:path w="7876" h="11241" extrusionOk="0">
                  <a:moveTo>
                    <a:pt x="2034" y="629"/>
                  </a:moveTo>
                  <a:cubicBezTo>
                    <a:pt x="2367" y="629"/>
                    <a:pt x="2663" y="740"/>
                    <a:pt x="2958" y="999"/>
                  </a:cubicBezTo>
                  <a:cubicBezTo>
                    <a:pt x="3402" y="1332"/>
                    <a:pt x="3772" y="1850"/>
                    <a:pt x="4030" y="2330"/>
                  </a:cubicBezTo>
                  <a:cubicBezTo>
                    <a:pt x="4141" y="2552"/>
                    <a:pt x="4215" y="2737"/>
                    <a:pt x="4289" y="2885"/>
                  </a:cubicBezTo>
                  <a:cubicBezTo>
                    <a:pt x="4326" y="2959"/>
                    <a:pt x="4363" y="3033"/>
                    <a:pt x="4363" y="3070"/>
                  </a:cubicBezTo>
                  <a:lnTo>
                    <a:pt x="4400" y="3144"/>
                  </a:lnTo>
                  <a:lnTo>
                    <a:pt x="7162" y="9170"/>
                  </a:lnTo>
                  <a:lnTo>
                    <a:pt x="7162" y="9170"/>
                  </a:lnTo>
                  <a:cubicBezTo>
                    <a:pt x="7000" y="9350"/>
                    <a:pt x="6700" y="9639"/>
                    <a:pt x="6323" y="9909"/>
                  </a:cubicBezTo>
                  <a:cubicBezTo>
                    <a:pt x="5805" y="10279"/>
                    <a:pt x="5140" y="10612"/>
                    <a:pt x="4511" y="10612"/>
                  </a:cubicBezTo>
                  <a:cubicBezTo>
                    <a:pt x="3957" y="10612"/>
                    <a:pt x="3402" y="10390"/>
                    <a:pt x="2847" y="9687"/>
                  </a:cubicBezTo>
                  <a:cubicBezTo>
                    <a:pt x="1590" y="8024"/>
                    <a:pt x="592" y="5066"/>
                    <a:pt x="592" y="2996"/>
                  </a:cubicBezTo>
                  <a:cubicBezTo>
                    <a:pt x="592" y="2404"/>
                    <a:pt x="666" y="1887"/>
                    <a:pt x="814" y="1517"/>
                  </a:cubicBezTo>
                  <a:cubicBezTo>
                    <a:pt x="962" y="1147"/>
                    <a:pt x="1184" y="888"/>
                    <a:pt x="1479" y="777"/>
                  </a:cubicBezTo>
                  <a:cubicBezTo>
                    <a:pt x="1701" y="666"/>
                    <a:pt x="1886" y="629"/>
                    <a:pt x="2034" y="629"/>
                  </a:cubicBezTo>
                  <a:close/>
                  <a:moveTo>
                    <a:pt x="2034" y="1"/>
                  </a:moveTo>
                  <a:cubicBezTo>
                    <a:pt x="1775" y="1"/>
                    <a:pt x="1479" y="75"/>
                    <a:pt x="1221" y="186"/>
                  </a:cubicBezTo>
                  <a:cubicBezTo>
                    <a:pt x="740" y="408"/>
                    <a:pt x="444" y="814"/>
                    <a:pt x="259" y="1295"/>
                  </a:cubicBezTo>
                  <a:cubicBezTo>
                    <a:pt x="75" y="1776"/>
                    <a:pt x="1" y="2367"/>
                    <a:pt x="1" y="2996"/>
                  </a:cubicBezTo>
                  <a:cubicBezTo>
                    <a:pt x="1" y="5251"/>
                    <a:pt x="999" y="8245"/>
                    <a:pt x="2367" y="10057"/>
                  </a:cubicBezTo>
                  <a:cubicBezTo>
                    <a:pt x="2995" y="10870"/>
                    <a:pt x="3772" y="11240"/>
                    <a:pt x="4511" y="11240"/>
                  </a:cubicBezTo>
                  <a:cubicBezTo>
                    <a:pt x="5398" y="11203"/>
                    <a:pt x="6212" y="10759"/>
                    <a:pt x="6803" y="10316"/>
                  </a:cubicBezTo>
                  <a:cubicBezTo>
                    <a:pt x="7395" y="9872"/>
                    <a:pt x="7764" y="9429"/>
                    <a:pt x="7764" y="9429"/>
                  </a:cubicBezTo>
                  <a:cubicBezTo>
                    <a:pt x="7838" y="9318"/>
                    <a:pt x="7875" y="9207"/>
                    <a:pt x="7838" y="9096"/>
                  </a:cubicBezTo>
                  <a:lnTo>
                    <a:pt x="4955" y="2885"/>
                  </a:lnTo>
                  <a:lnTo>
                    <a:pt x="4943" y="2891"/>
                  </a:lnTo>
                  <a:lnTo>
                    <a:pt x="4943" y="2891"/>
                  </a:lnTo>
                  <a:cubicBezTo>
                    <a:pt x="4888" y="2749"/>
                    <a:pt x="4642" y="2133"/>
                    <a:pt x="4252" y="1517"/>
                  </a:cubicBezTo>
                  <a:cubicBezTo>
                    <a:pt x="3993" y="1147"/>
                    <a:pt x="3698" y="777"/>
                    <a:pt x="3365" y="482"/>
                  </a:cubicBezTo>
                  <a:cubicBezTo>
                    <a:pt x="2995" y="223"/>
                    <a:pt x="2552" y="1"/>
                    <a:pt x="20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044;p53">
              <a:extLst>
                <a:ext uri="{FF2B5EF4-FFF2-40B4-BE49-F238E27FC236}">
                  <a16:creationId xmlns:a16="http://schemas.microsoft.com/office/drawing/2014/main" xmlns="" id="{FB585E06-E39F-BF4B-D6AB-81D1A573D15F}"/>
                </a:ext>
              </a:extLst>
            </p:cNvPr>
            <p:cNvSpPr/>
            <p:nvPr/>
          </p:nvSpPr>
          <p:spPr>
            <a:xfrm>
              <a:off x="3269750" y="1420400"/>
              <a:ext cx="156225" cy="275075"/>
            </a:xfrm>
            <a:custGeom>
              <a:avLst/>
              <a:gdLst/>
              <a:ahLst/>
              <a:cxnLst/>
              <a:rect l="l" t="t" r="r" b="b"/>
              <a:pathLst>
                <a:path w="6249" h="11003" extrusionOk="0">
                  <a:moveTo>
                    <a:pt x="3508" y="0"/>
                  </a:moveTo>
                  <a:cubicBezTo>
                    <a:pt x="1552" y="0"/>
                    <a:pt x="1220" y="3322"/>
                    <a:pt x="1220" y="3322"/>
                  </a:cubicBezTo>
                  <a:lnTo>
                    <a:pt x="0" y="10051"/>
                  </a:lnTo>
                  <a:cubicBezTo>
                    <a:pt x="0" y="10051"/>
                    <a:pt x="1358" y="11003"/>
                    <a:pt x="2713" y="11003"/>
                  </a:cubicBezTo>
                  <a:cubicBezTo>
                    <a:pt x="3560" y="11003"/>
                    <a:pt x="4405" y="10631"/>
                    <a:pt x="4917" y="9422"/>
                  </a:cubicBezTo>
                  <a:cubicBezTo>
                    <a:pt x="6248" y="6317"/>
                    <a:pt x="6063" y="438"/>
                    <a:pt x="3845" y="32"/>
                  </a:cubicBezTo>
                  <a:cubicBezTo>
                    <a:pt x="3728" y="10"/>
                    <a:pt x="3615" y="0"/>
                    <a:pt x="350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045;p53">
              <a:extLst>
                <a:ext uri="{FF2B5EF4-FFF2-40B4-BE49-F238E27FC236}">
                  <a16:creationId xmlns:a16="http://schemas.microsoft.com/office/drawing/2014/main" xmlns="" id="{C2FB40F2-2177-B249-456A-4D33F3F29CF4}"/>
                </a:ext>
              </a:extLst>
            </p:cNvPr>
            <p:cNvSpPr/>
            <p:nvPr/>
          </p:nvSpPr>
          <p:spPr>
            <a:xfrm>
              <a:off x="3286375" y="1428575"/>
              <a:ext cx="120175" cy="258825"/>
            </a:xfrm>
            <a:custGeom>
              <a:avLst/>
              <a:gdLst/>
              <a:ahLst/>
              <a:cxnLst/>
              <a:rect l="l" t="t" r="r" b="b"/>
              <a:pathLst>
                <a:path w="4807" h="10353" extrusionOk="0">
                  <a:moveTo>
                    <a:pt x="2847" y="0"/>
                  </a:moveTo>
                  <a:cubicBezTo>
                    <a:pt x="2478" y="0"/>
                    <a:pt x="2182" y="111"/>
                    <a:pt x="1923" y="370"/>
                  </a:cubicBezTo>
                  <a:cubicBezTo>
                    <a:pt x="1738" y="555"/>
                    <a:pt x="1590" y="777"/>
                    <a:pt x="1443" y="1072"/>
                  </a:cubicBezTo>
                  <a:cubicBezTo>
                    <a:pt x="1295" y="2736"/>
                    <a:pt x="1073" y="4400"/>
                    <a:pt x="777" y="6100"/>
                  </a:cubicBezTo>
                  <a:cubicBezTo>
                    <a:pt x="1036" y="5620"/>
                    <a:pt x="1775" y="4215"/>
                    <a:pt x="2441" y="3328"/>
                  </a:cubicBezTo>
                  <a:cubicBezTo>
                    <a:pt x="2700" y="2958"/>
                    <a:pt x="2958" y="2625"/>
                    <a:pt x="3254" y="2477"/>
                  </a:cubicBezTo>
                  <a:cubicBezTo>
                    <a:pt x="3365" y="2440"/>
                    <a:pt x="3439" y="2403"/>
                    <a:pt x="3550" y="2403"/>
                  </a:cubicBezTo>
                  <a:cubicBezTo>
                    <a:pt x="3735" y="2403"/>
                    <a:pt x="3920" y="2477"/>
                    <a:pt x="3993" y="2588"/>
                  </a:cubicBezTo>
                  <a:cubicBezTo>
                    <a:pt x="4104" y="2699"/>
                    <a:pt x="4178" y="2810"/>
                    <a:pt x="4215" y="2958"/>
                  </a:cubicBezTo>
                  <a:cubicBezTo>
                    <a:pt x="4363" y="3217"/>
                    <a:pt x="4400" y="3549"/>
                    <a:pt x="4474" y="3845"/>
                  </a:cubicBezTo>
                  <a:cubicBezTo>
                    <a:pt x="4548" y="4474"/>
                    <a:pt x="4585" y="5065"/>
                    <a:pt x="4585" y="5065"/>
                  </a:cubicBezTo>
                  <a:cubicBezTo>
                    <a:pt x="4585" y="5250"/>
                    <a:pt x="4437" y="5398"/>
                    <a:pt x="4289" y="5398"/>
                  </a:cubicBezTo>
                  <a:lnTo>
                    <a:pt x="4252" y="5398"/>
                  </a:lnTo>
                  <a:cubicBezTo>
                    <a:pt x="4104" y="5398"/>
                    <a:pt x="3957" y="5250"/>
                    <a:pt x="3957" y="5102"/>
                  </a:cubicBezTo>
                  <a:cubicBezTo>
                    <a:pt x="3957" y="5102"/>
                    <a:pt x="3957" y="5028"/>
                    <a:pt x="3957" y="4917"/>
                  </a:cubicBezTo>
                  <a:cubicBezTo>
                    <a:pt x="3957" y="4843"/>
                    <a:pt x="3957" y="4696"/>
                    <a:pt x="3920" y="4511"/>
                  </a:cubicBezTo>
                  <a:cubicBezTo>
                    <a:pt x="3883" y="4178"/>
                    <a:pt x="3846" y="3771"/>
                    <a:pt x="3735" y="3439"/>
                  </a:cubicBezTo>
                  <a:cubicBezTo>
                    <a:pt x="3698" y="3217"/>
                    <a:pt x="3587" y="3069"/>
                    <a:pt x="3550" y="3032"/>
                  </a:cubicBezTo>
                  <a:cubicBezTo>
                    <a:pt x="3476" y="3069"/>
                    <a:pt x="3291" y="3217"/>
                    <a:pt x="3106" y="3439"/>
                  </a:cubicBezTo>
                  <a:cubicBezTo>
                    <a:pt x="2921" y="3660"/>
                    <a:pt x="2736" y="3956"/>
                    <a:pt x="2552" y="4252"/>
                  </a:cubicBezTo>
                  <a:cubicBezTo>
                    <a:pt x="2182" y="4806"/>
                    <a:pt x="1849" y="5398"/>
                    <a:pt x="1590" y="5842"/>
                  </a:cubicBezTo>
                  <a:cubicBezTo>
                    <a:pt x="1812" y="5805"/>
                    <a:pt x="2071" y="5731"/>
                    <a:pt x="2293" y="5731"/>
                  </a:cubicBezTo>
                  <a:cubicBezTo>
                    <a:pt x="2441" y="5731"/>
                    <a:pt x="2626" y="5768"/>
                    <a:pt x="2773" y="5879"/>
                  </a:cubicBezTo>
                  <a:cubicBezTo>
                    <a:pt x="2958" y="5990"/>
                    <a:pt x="3032" y="6211"/>
                    <a:pt x="3032" y="6396"/>
                  </a:cubicBezTo>
                  <a:cubicBezTo>
                    <a:pt x="3032" y="6507"/>
                    <a:pt x="3032" y="6618"/>
                    <a:pt x="2995" y="6766"/>
                  </a:cubicBezTo>
                  <a:cubicBezTo>
                    <a:pt x="2958" y="6877"/>
                    <a:pt x="2810" y="6951"/>
                    <a:pt x="2700" y="6951"/>
                  </a:cubicBezTo>
                  <a:lnTo>
                    <a:pt x="2589" y="6951"/>
                  </a:lnTo>
                  <a:cubicBezTo>
                    <a:pt x="2441" y="6914"/>
                    <a:pt x="2330" y="6729"/>
                    <a:pt x="2404" y="6581"/>
                  </a:cubicBezTo>
                  <a:cubicBezTo>
                    <a:pt x="2404" y="6470"/>
                    <a:pt x="2441" y="6433"/>
                    <a:pt x="2441" y="6396"/>
                  </a:cubicBezTo>
                  <a:lnTo>
                    <a:pt x="2441" y="6359"/>
                  </a:lnTo>
                  <a:lnTo>
                    <a:pt x="2293" y="6359"/>
                  </a:lnTo>
                  <a:cubicBezTo>
                    <a:pt x="2108" y="6359"/>
                    <a:pt x="1849" y="6433"/>
                    <a:pt x="1627" y="6507"/>
                  </a:cubicBezTo>
                  <a:cubicBezTo>
                    <a:pt x="1406" y="6581"/>
                    <a:pt x="1184" y="6655"/>
                    <a:pt x="1110" y="6692"/>
                  </a:cubicBezTo>
                  <a:lnTo>
                    <a:pt x="1073" y="6692"/>
                  </a:lnTo>
                  <a:cubicBezTo>
                    <a:pt x="1036" y="6729"/>
                    <a:pt x="999" y="6729"/>
                    <a:pt x="962" y="6729"/>
                  </a:cubicBezTo>
                  <a:cubicBezTo>
                    <a:pt x="888" y="6729"/>
                    <a:pt x="777" y="6692"/>
                    <a:pt x="740" y="6655"/>
                  </a:cubicBezTo>
                  <a:cubicBezTo>
                    <a:pt x="703" y="6618"/>
                    <a:pt x="703" y="6618"/>
                    <a:pt x="703" y="6581"/>
                  </a:cubicBezTo>
                  <a:cubicBezTo>
                    <a:pt x="481" y="7653"/>
                    <a:pt x="259" y="8725"/>
                    <a:pt x="1" y="9761"/>
                  </a:cubicBezTo>
                  <a:cubicBezTo>
                    <a:pt x="112" y="9798"/>
                    <a:pt x="222" y="9871"/>
                    <a:pt x="333" y="9908"/>
                  </a:cubicBezTo>
                  <a:cubicBezTo>
                    <a:pt x="814" y="10130"/>
                    <a:pt x="1443" y="10352"/>
                    <a:pt x="2071" y="10352"/>
                  </a:cubicBezTo>
                  <a:cubicBezTo>
                    <a:pt x="2441" y="10352"/>
                    <a:pt x="2810" y="10278"/>
                    <a:pt x="3143" y="10093"/>
                  </a:cubicBezTo>
                  <a:cubicBezTo>
                    <a:pt x="3439" y="9871"/>
                    <a:pt x="3735" y="9539"/>
                    <a:pt x="3993" y="8984"/>
                  </a:cubicBezTo>
                  <a:cubicBezTo>
                    <a:pt x="4511" y="7764"/>
                    <a:pt x="4807" y="6063"/>
                    <a:pt x="4807" y="4474"/>
                  </a:cubicBezTo>
                  <a:cubicBezTo>
                    <a:pt x="4807" y="3586"/>
                    <a:pt x="4696" y="2773"/>
                    <a:pt x="4548" y="2071"/>
                  </a:cubicBezTo>
                  <a:cubicBezTo>
                    <a:pt x="4363" y="1331"/>
                    <a:pt x="4104" y="777"/>
                    <a:pt x="3809" y="444"/>
                  </a:cubicBezTo>
                  <a:cubicBezTo>
                    <a:pt x="3587" y="185"/>
                    <a:pt x="3365" y="74"/>
                    <a:pt x="3106" y="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046;p53">
              <a:extLst>
                <a:ext uri="{FF2B5EF4-FFF2-40B4-BE49-F238E27FC236}">
                  <a16:creationId xmlns:a16="http://schemas.microsoft.com/office/drawing/2014/main" xmlns="" id="{EA74BA09-6375-D541-4DF6-73CC3B87C7DA}"/>
                </a:ext>
              </a:extLst>
            </p:cNvPr>
            <p:cNvSpPr/>
            <p:nvPr/>
          </p:nvSpPr>
          <p:spPr>
            <a:xfrm>
              <a:off x="3302100" y="1488650"/>
              <a:ext cx="98925" cy="113950"/>
            </a:xfrm>
            <a:custGeom>
              <a:avLst/>
              <a:gdLst/>
              <a:ahLst/>
              <a:cxnLst/>
              <a:rect l="l" t="t" r="r" b="b"/>
              <a:pathLst>
                <a:path w="3957" h="4558" extrusionOk="0">
                  <a:moveTo>
                    <a:pt x="2921" y="0"/>
                  </a:moveTo>
                  <a:cubicBezTo>
                    <a:pt x="2810" y="0"/>
                    <a:pt x="2736" y="37"/>
                    <a:pt x="2625" y="74"/>
                  </a:cubicBezTo>
                  <a:cubicBezTo>
                    <a:pt x="2329" y="222"/>
                    <a:pt x="2071" y="555"/>
                    <a:pt x="1812" y="925"/>
                  </a:cubicBezTo>
                  <a:cubicBezTo>
                    <a:pt x="961" y="2034"/>
                    <a:pt x="74" y="3882"/>
                    <a:pt x="37" y="3882"/>
                  </a:cubicBezTo>
                  <a:cubicBezTo>
                    <a:pt x="0" y="3993"/>
                    <a:pt x="0" y="4141"/>
                    <a:pt x="111" y="4252"/>
                  </a:cubicBezTo>
                  <a:cubicBezTo>
                    <a:pt x="157" y="4298"/>
                    <a:pt x="231" y="4329"/>
                    <a:pt x="307" y="4329"/>
                  </a:cubicBezTo>
                  <a:cubicBezTo>
                    <a:pt x="354" y="4329"/>
                    <a:pt x="401" y="4317"/>
                    <a:pt x="444" y="4289"/>
                  </a:cubicBezTo>
                  <a:lnTo>
                    <a:pt x="481" y="4289"/>
                  </a:lnTo>
                  <a:cubicBezTo>
                    <a:pt x="555" y="4252"/>
                    <a:pt x="777" y="4178"/>
                    <a:pt x="998" y="4104"/>
                  </a:cubicBezTo>
                  <a:cubicBezTo>
                    <a:pt x="1220" y="4030"/>
                    <a:pt x="1479" y="3956"/>
                    <a:pt x="1664" y="3956"/>
                  </a:cubicBezTo>
                  <a:cubicBezTo>
                    <a:pt x="1738" y="3956"/>
                    <a:pt x="1812" y="3956"/>
                    <a:pt x="1812" y="3993"/>
                  </a:cubicBezTo>
                  <a:cubicBezTo>
                    <a:pt x="1812" y="4030"/>
                    <a:pt x="1775" y="4067"/>
                    <a:pt x="1775" y="4178"/>
                  </a:cubicBezTo>
                  <a:cubicBezTo>
                    <a:pt x="1701" y="4326"/>
                    <a:pt x="1812" y="4511"/>
                    <a:pt x="1960" y="4548"/>
                  </a:cubicBezTo>
                  <a:cubicBezTo>
                    <a:pt x="1991" y="4554"/>
                    <a:pt x="2022" y="4557"/>
                    <a:pt x="2051" y="4557"/>
                  </a:cubicBezTo>
                  <a:cubicBezTo>
                    <a:pt x="2193" y="4557"/>
                    <a:pt x="2305" y="4485"/>
                    <a:pt x="2366" y="4363"/>
                  </a:cubicBezTo>
                  <a:cubicBezTo>
                    <a:pt x="2403" y="4215"/>
                    <a:pt x="2403" y="4104"/>
                    <a:pt x="2403" y="3993"/>
                  </a:cubicBezTo>
                  <a:cubicBezTo>
                    <a:pt x="2403" y="3808"/>
                    <a:pt x="2329" y="3587"/>
                    <a:pt x="2144" y="3476"/>
                  </a:cubicBezTo>
                  <a:cubicBezTo>
                    <a:pt x="1997" y="3365"/>
                    <a:pt x="1812" y="3328"/>
                    <a:pt x="1664" y="3328"/>
                  </a:cubicBezTo>
                  <a:cubicBezTo>
                    <a:pt x="1432" y="3328"/>
                    <a:pt x="1182" y="3382"/>
                    <a:pt x="965" y="3452"/>
                  </a:cubicBezTo>
                  <a:lnTo>
                    <a:pt x="965" y="3452"/>
                  </a:lnTo>
                  <a:cubicBezTo>
                    <a:pt x="1220" y="2989"/>
                    <a:pt x="1572" y="2392"/>
                    <a:pt x="1923" y="1849"/>
                  </a:cubicBezTo>
                  <a:cubicBezTo>
                    <a:pt x="2107" y="1553"/>
                    <a:pt x="2292" y="1257"/>
                    <a:pt x="2477" y="1036"/>
                  </a:cubicBezTo>
                  <a:cubicBezTo>
                    <a:pt x="2662" y="814"/>
                    <a:pt x="2847" y="666"/>
                    <a:pt x="2921" y="629"/>
                  </a:cubicBezTo>
                  <a:cubicBezTo>
                    <a:pt x="2958" y="666"/>
                    <a:pt x="3069" y="814"/>
                    <a:pt x="3106" y="1036"/>
                  </a:cubicBezTo>
                  <a:cubicBezTo>
                    <a:pt x="3217" y="1368"/>
                    <a:pt x="3254" y="1775"/>
                    <a:pt x="3291" y="2108"/>
                  </a:cubicBezTo>
                  <a:cubicBezTo>
                    <a:pt x="3328" y="2293"/>
                    <a:pt x="3328" y="2440"/>
                    <a:pt x="3328" y="2514"/>
                  </a:cubicBezTo>
                  <a:cubicBezTo>
                    <a:pt x="3328" y="2625"/>
                    <a:pt x="3328" y="2699"/>
                    <a:pt x="3328" y="2699"/>
                  </a:cubicBezTo>
                  <a:cubicBezTo>
                    <a:pt x="3328" y="2847"/>
                    <a:pt x="3475" y="2995"/>
                    <a:pt x="3660" y="2995"/>
                  </a:cubicBezTo>
                  <a:cubicBezTo>
                    <a:pt x="3808" y="2995"/>
                    <a:pt x="3956" y="2847"/>
                    <a:pt x="3956" y="2662"/>
                  </a:cubicBezTo>
                  <a:cubicBezTo>
                    <a:pt x="3956" y="2662"/>
                    <a:pt x="3919" y="2071"/>
                    <a:pt x="3845" y="1442"/>
                  </a:cubicBezTo>
                  <a:cubicBezTo>
                    <a:pt x="3771" y="1146"/>
                    <a:pt x="3734" y="814"/>
                    <a:pt x="3586" y="555"/>
                  </a:cubicBezTo>
                  <a:cubicBezTo>
                    <a:pt x="3549" y="407"/>
                    <a:pt x="3475" y="296"/>
                    <a:pt x="3364" y="185"/>
                  </a:cubicBezTo>
                  <a:cubicBezTo>
                    <a:pt x="3254" y="74"/>
                    <a:pt x="3106" y="0"/>
                    <a:pt x="29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047;p53">
              <a:extLst>
                <a:ext uri="{FF2B5EF4-FFF2-40B4-BE49-F238E27FC236}">
                  <a16:creationId xmlns:a16="http://schemas.microsoft.com/office/drawing/2014/main" xmlns="" id="{E8EC6EBE-9AC3-554F-B370-DC1AB753FA1E}"/>
                </a:ext>
              </a:extLst>
            </p:cNvPr>
            <p:cNvSpPr/>
            <p:nvPr/>
          </p:nvSpPr>
          <p:spPr>
            <a:xfrm>
              <a:off x="3261425" y="1412850"/>
              <a:ext cx="159925" cy="290250"/>
            </a:xfrm>
            <a:custGeom>
              <a:avLst/>
              <a:gdLst/>
              <a:ahLst/>
              <a:cxnLst/>
              <a:rect l="l" t="t" r="r" b="b"/>
              <a:pathLst>
                <a:path w="6397" h="11610" extrusionOk="0">
                  <a:moveTo>
                    <a:pt x="4104" y="629"/>
                  </a:moveTo>
                  <a:cubicBezTo>
                    <a:pt x="4363" y="703"/>
                    <a:pt x="4585" y="814"/>
                    <a:pt x="4807" y="1073"/>
                  </a:cubicBezTo>
                  <a:cubicBezTo>
                    <a:pt x="5102" y="1406"/>
                    <a:pt x="5361" y="1960"/>
                    <a:pt x="5546" y="2700"/>
                  </a:cubicBezTo>
                  <a:cubicBezTo>
                    <a:pt x="5694" y="3402"/>
                    <a:pt x="5805" y="4215"/>
                    <a:pt x="5805" y="5103"/>
                  </a:cubicBezTo>
                  <a:cubicBezTo>
                    <a:pt x="5805" y="6692"/>
                    <a:pt x="5509" y="8393"/>
                    <a:pt x="4991" y="9613"/>
                  </a:cubicBezTo>
                  <a:cubicBezTo>
                    <a:pt x="4733" y="10168"/>
                    <a:pt x="4437" y="10500"/>
                    <a:pt x="4141" y="10722"/>
                  </a:cubicBezTo>
                  <a:cubicBezTo>
                    <a:pt x="3808" y="10907"/>
                    <a:pt x="3439" y="10981"/>
                    <a:pt x="3069" y="10981"/>
                  </a:cubicBezTo>
                  <a:cubicBezTo>
                    <a:pt x="2441" y="10981"/>
                    <a:pt x="1812" y="10759"/>
                    <a:pt x="1331" y="10537"/>
                  </a:cubicBezTo>
                  <a:cubicBezTo>
                    <a:pt x="1073" y="10427"/>
                    <a:pt x="888" y="10316"/>
                    <a:pt x="740" y="10242"/>
                  </a:cubicBezTo>
                  <a:cubicBezTo>
                    <a:pt x="714" y="10229"/>
                    <a:pt x="688" y="10216"/>
                    <a:pt x="664" y="10203"/>
                  </a:cubicBezTo>
                  <a:lnTo>
                    <a:pt x="664" y="10203"/>
                  </a:lnTo>
                  <a:lnTo>
                    <a:pt x="1886" y="3698"/>
                  </a:lnTo>
                  <a:lnTo>
                    <a:pt x="1886" y="3661"/>
                  </a:lnTo>
                  <a:lnTo>
                    <a:pt x="1886" y="3624"/>
                  </a:lnTo>
                  <a:cubicBezTo>
                    <a:pt x="1886" y="3476"/>
                    <a:pt x="1997" y="2663"/>
                    <a:pt x="2330" y="1923"/>
                  </a:cubicBezTo>
                  <a:cubicBezTo>
                    <a:pt x="2477" y="1554"/>
                    <a:pt x="2699" y="1221"/>
                    <a:pt x="2921" y="999"/>
                  </a:cubicBezTo>
                  <a:cubicBezTo>
                    <a:pt x="3180" y="740"/>
                    <a:pt x="3476" y="629"/>
                    <a:pt x="3845" y="629"/>
                  </a:cubicBezTo>
                  <a:close/>
                  <a:moveTo>
                    <a:pt x="3845" y="1"/>
                  </a:moveTo>
                  <a:cubicBezTo>
                    <a:pt x="3254" y="1"/>
                    <a:pt x="2773" y="260"/>
                    <a:pt x="2441" y="592"/>
                  </a:cubicBezTo>
                  <a:cubicBezTo>
                    <a:pt x="1923" y="1147"/>
                    <a:pt x="1664" y="1886"/>
                    <a:pt x="1479" y="2515"/>
                  </a:cubicBezTo>
                  <a:cubicBezTo>
                    <a:pt x="1294" y="3106"/>
                    <a:pt x="1257" y="3587"/>
                    <a:pt x="1257" y="3587"/>
                  </a:cubicBezTo>
                  <a:lnTo>
                    <a:pt x="37" y="10279"/>
                  </a:lnTo>
                  <a:cubicBezTo>
                    <a:pt x="0" y="10390"/>
                    <a:pt x="74" y="10537"/>
                    <a:pt x="148" y="10611"/>
                  </a:cubicBezTo>
                  <a:cubicBezTo>
                    <a:pt x="148" y="10611"/>
                    <a:pt x="518" y="10870"/>
                    <a:pt x="1073" y="11092"/>
                  </a:cubicBezTo>
                  <a:cubicBezTo>
                    <a:pt x="1590" y="11351"/>
                    <a:pt x="2330" y="11610"/>
                    <a:pt x="3069" y="11610"/>
                  </a:cubicBezTo>
                  <a:cubicBezTo>
                    <a:pt x="3550" y="11610"/>
                    <a:pt x="4030" y="11499"/>
                    <a:pt x="4474" y="11240"/>
                  </a:cubicBezTo>
                  <a:cubicBezTo>
                    <a:pt x="4881" y="10944"/>
                    <a:pt x="5287" y="10500"/>
                    <a:pt x="5546" y="9872"/>
                  </a:cubicBezTo>
                  <a:cubicBezTo>
                    <a:pt x="6101" y="8541"/>
                    <a:pt x="6396" y="6766"/>
                    <a:pt x="6396" y="5103"/>
                  </a:cubicBezTo>
                  <a:cubicBezTo>
                    <a:pt x="6396" y="3883"/>
                    <a:pt x="6248" y="2737"/>
                    <a:pt x="5916" y="1812"/>
                  </a:cubicBezTo>
                  <a:cubicBezTo>
                    <a:pt x="5768" y="1369"/>
                    <a:pt x="5546" y="962"/>
                    <a:pt x="5250" y="629"/>
                  </a:cubicBezTo>
                  <a:cubicBezTo>
                    <a:pt x="4991" y="334"/>
                    <a:pt x="4622" y="112"/>
                    <a:pt x="4215" y="38"/>
                  </a:cubicBezTo>
                  <a:cubicBezTo>
                    <a:pt x="4104" y="1"/>
                    <a:pt x="3956" y="1"/>
                    <a:pt x="38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048;p53">
              <a:extLst>
                <a:ext uri="{FF2B5EF4-FFF2-40B4-BE49-F238E27FC236}">
                  <a16:creationId xmlns:a16="http://schemas.microsoft.com/office/drawing/2014/main" xmlns="" id="{17A8037F-B7BC-7B3A-230C-8B8E13F794E7}"/>
                </a:ext>
              </a:extLst>
            </p:cNvPr>
            <p:cNvSpPr/>
            <p:nvPr/>
          </p:nvSpPr>
          <p:spPr>
            <a:xfrm>
              <a:off x="2054325" y="1865750"/>
              <a:ext cx="1766300" cy="1469600"/>
            </a:xfrm>
            <a:custGeom>
              <a:avLst/>
              <a:gdLst/>
              <a:ahLst/>
              <a:cxnLst/>
              <a:rect l="l" t="t" r="r" b="b"/>
              <a:pathLst>
                <a:path w="70652" h="58784" extrusionOk="0">
                  <a:moveTo>
                    <a:pt x="28283" y="0"/>
                  </a:moveTo>
                  <a:cubicBezTo>
                    <a:pt x="28283" y="1"/>
                    <a:pt x="30021" y="13199"/>
                    <a:pt x="29097" y="15750"/>
                  </a:cubicBezTo>
                  <a:cubicBezTo>
                    <a:pt x="28135" y="18264"/>
                    <a:pt x="23218" y="19854"/>
                    <a:pt x="18597" y="20334"/>
                  </a:cubicBezTo>
                  <a:cubicBezTo>
                    <a:pt x="18132" y="20390"/>
                    <a:pt x="17648" y="20412"/>
                    <a:pt x="17149" y="20412"/>
                  </a:cubicBezTo>
                  <a:cubicBezTo>
                    <a:pt x="15982" y="20412"/>
                    <a:pt x="14739" y="20290"/>
                    <a:pt x="13495" y="20186"/>
                  </a:cubicBezTo>
                  <a:cubicBezTo>
                    <a:pt x="12212" y="20064"/>
                    <a:pt x="10929" y="19941"/>
                    <a:pt x="9714" y="19941"/>
                  </a:cubicBezTo>
                  <a:cubicBezTo>
                    <a:pt x="7640" y="19941"/>
                    <a:pt x="5766" y="20299"/>
                    <a:pt x="4437" y="21628"/>
                  </a:cubicBezTo>
                  <a:cubicBezTo>
                    <a:pt x="1258" y="24808"/>
                    <a:pt x="1" y="58784"/>
                    <a:pt x="1" y="58784"/>
                  </a:cubicBezTo>
                  <a:lnTo>
                    <a:pt x="30982" y="51316"/>
                  </a:lnTo>
                  <a:lnTo>
                    <a:pt x="41112" y="48802"/>
                  </a:lnTo>
                  <a:lnTo>
                    <a:pt x="70652" y="41851"/>
                  </a:lnTo>
                  <a:cubicBezTo>
                    <a:pt x="70652" y="41851"/>
                    <a:pt x="70578" y="24808"/>
                    <a:pt x="67398" y="21628"/>
                  </a:cubicBezTo>
                  <a:cubicBezTo>
                    <a:pt x="66069" y="20299"/>
                    <a:pt x="64196" y="19941"/>
                    <a:pt x="62122" y="19941"/>
                  </a:cubicBezTo>
                  <a:cubicBezTo>
                    <a:pt x="60907" y="19941"/>
                    <a:pt x="59624" y="20064"/>
                    <a:pt x="58340" y="20186"/>
                  </a:cubicBezTo>
                  <a:cubicBezTo>
                    <a:pt x="57097" y="20290"/>
                    <a:pt x="55853" y="20412"/>
                    <a:pt x="54686" y="20412"/>
                  </a:cubicBezTo>
                  <a:cubicBezTo>
                    <a:pt x="54188" y="20412"/>
                    <a:pt x="53703" y="20390"/>
                    <a:pt x="53239" y="20334"/>
                  </a:cubicBezTo>
                  <a:cubicBezTo>
                    <a:pt x="48617" y="19854"/>
                    <a:pt x="43700" y="18264"/>
                    <a:pt x="42739" y="15750"/>
                  </a:cubicBezTo>
                  <a:cubicBezTo>
                    <a:pt x="41815" y="13199"/>
                    <a:pt x="43552" y="1"/>
                    <a:pt x="43552" y="0"/>
                  </a:cubicBezTo>
                  <a:lnTo>
                    <a:pt x="43552" y="0"/>
                  </a:lnTo>
                  <a:lnTo>
                    <a:pt x="35899" y="1220"/>
                  </a:lnTo>
                  <a:lnTo>
                    <a:pt x="282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049;p53">
              <a:extLst>
                <a:ext uri="{FF2B5EF4-FFF2-40B4-BE49-F238E27FC236}">
                  <a16:creationId xmlns:a16="http://schemas.microsoft.com/office/drawing/2014/main" xmlns="" id="{3CA19BEC-BD06-EB9B-1008-BCF87A6BBCDD}"/>
                </a:ext>
              </a:extLst>
            </p:cNvPr>
            <p:cNvSpPr/>
            <p:nvPr/>
          </p:nvSpPr>
          <p:spPr>
            <a:xfrm>
              <a:off x="2062650" y="2189250"/>
              <a:ext cx="1729325" cy="1135950"/>
            </a:xfrm>
            <a:custGeom>
              <a:avLst/>
              <a:gdLst/>
              <a:ahLst/>
              <a:cxnLst/>
              <a:rect l="l" t="t" r="r" b="b"/>
              <a:pathLst>
                <a:path w="69173" h="45438" extrusionOk="0">
                  <a:moveTo>
                    <a:pt x="61741" y="7320"/>
                  </a:moveTo>
                  <a:cubicBezTo>
                    <a:pt x="60411" y="7320"/>
                    <a:pt x="58969" y="7468"/>
                    <a:pt x="57527" y="7579"/>
                  </a:cubicBezTo>
                  <a:cubicBezTo>
                    <a:pt x="57490" y="8430"/>
                    <a:pt x="57453" y="9613"/>
                    <a:pt x="57453" y="10944"/>
                  </a:cubicBezTo>
                  <a:cubicBezTo>
                    <a:pt x="57453" y="13014"/>
                    <a:pt x="57564" y="15528"/>
                    <a:pt x="57934" y="18116"/>
                  </a:cubicBezTo>
                  <a:cubicBezTo>
                    <a:pt x="59967" y="17561"/>
                    <a:pt x="62814" y="16933"/>
                    <a:pt x="65660" y="16933"/>
                  </a:cubicBezTo>
                  <a:cubicBezTo>
                    <a:pt x="66548" y="16933"/>
                    <a:pt x="67435" y="17007"/>
                    <a:pt x="68285" y="17155"/>
                  </a:cubicBezTo>
                  <a:lnTo>
                    <a:pt x="69173" y="17155"/>
                  </a:lnTo>
                  <a:cubicBezTo>
                    <a:pt x="68914" y="15232"/>
                    <a:pt x="68655" y="13531"/>
                    <a:pt x="68322" y="12164"/>
                  </a:cubicBezTo>
                  <a:cubicBezTo>
                    <a:pt x="67916" y="10648"/>
                    <a:pt x="67398" y="9465"/>
                    <a:pt x="66843" y="8910"/>
                  </a:cubicBezTo>
                  <a:cubicBezTo>
                    <a:pt x="66215" y="8282"/>
                    <a:pt x="65476" y="7875"/>
                    <a:pt x="64588" y="7653"/>
                  </a:cubicBezTo>
                  <a:cubicBezTo>
                    <a:pt x="63738" y="7394"/>
                    <a:pt x="62777" y="7320"/>
                    <a:pt x="61778" y="7320"/>
                  </a:cubicBezTo>
                  <a:close/>
                  <a:moveTo>
                    <a:pt x="29355" y="0"/>
                  </a:moveTo>
                  <a:cubicBezTo>
                    <a:pt x="29355" y="629"/>
                    <a:pt x="29318" y="1183"/>
                    <a:pt x="29281" y="1664"/>
                  </a:cubicBezTo>
                  <a:cubicBezTo>
                    <a:pt x="29244" y="2181"/>
                    <a:pt x="29170" y="2588"/>
                    <a:pt x="29023" y="2921"/>
                  </a:cubicBezTo>
                  <a:cubicBezTo>
                    <a:pt x="28764" y="3623"/>
                    <a:pt x="28246" y="4215"/>
                    <a:pt x="27544" y="4769"/>
                  </a:cubicBezTo>
                  <a:cubicBezTo>
                    <a:pt x="26841" y="5324"/>
                    <a:pt x="25954" y="5768"/>
                    <a:pt x="24993" y="6174"/>
                  </a:cubicBezTo>
                  <a:cubicBezTo>
                    <a:pt x="23218" y="6877"/>
                    <a:pt x="21111" y="7357"/>
                    <a:pt x="19003" y="7616"/>
                  </a:cubicBezTo>
                  <a:cubicBezTo>
                    <a:pt x="19299" y="8393"/>
                    <a:pt x="19669" y="9317"/>
                    <a:pt x="20150" y="10315"/>
                  </a:cubicBezTo>
                  <a:cubicBezTo>
                    <a:pt x="24031" y="11313"/>
                    <a:pt x="30797" y="13864"/>
                    <a:pt x="31500" y="14936"/>
                  </a:cubicBezTo>
                  <a:cubicBezTo>
                    <a:pt x="31647" y="15121"/>
                    <a:pt x="31500" y="15195"/>
                    <a:pt x="31130" y="15195"/>
                  </a:cubicBezTo>
                  <a:cubicBezTo>
                    <a:pt x="29651" y="15195"/>
                    <a:pt x="24549" y="13716"/>
                    <a:pt x="21333" y="12755"/>
                  </a:cubicBezTo>
                  <a:lnTo>
                    <a:pt x="21333" y="12755"/>
                  </a:lnTo>
                  <a:cubicBezTo>
                    <a:pt x="21739" y="13531"/>
                    <a:pt x="22183" y="14308"/>
                    <a:pt x="22664" y="15121"/>
                  </a:cubicBezTo>
                  <a:cubicBezTo>
                    <a:pt x="24512" y="18153"/>
                    <a:pt x="26915" y="21258"/>
                    <a:pt x="29799" y="23218"/>
                  </a:cubicBezTo>
                  <a:cubicBezTo>
                    <a:pt x="31721" y="24512"/>
                    <a:pt x="33866" y="25325"/>
                    <a:pt x="36232" y="25325"/>
                  </a:cubicBezTo>
                  <a:cubicBezTo>
                    <a:pt x="36712" y="25325"/>
                    <a:pt x="37230" y="25288"/>
                    <a:pt x="37748" y="25214"/>
                  </a:cubicBezTo>
                  <a:cubicBezTo>
                    <a:pt x="42739" y="24475"/>
                    <a:pt x="46029" y="21258"/>
                    <a:pt x="48210" y="17561"/>
                  </a:cubicBezTo>
                  <a:cubicBezTo>
                    <a:pt x="48802" y="16526"/>
                    <a:pt x="49319" y="15491"/>
                    <a:pt x="49763" y="14456"/>
                  </a:cubicBezTo>
                  <a:lnTo>
                    <a:pt x="49763" y="14456"/>
                  </a:lnTo>
                  <a:cubicBezTo>
                    <a:pt x="47360" y="14641"/>
                    <a:pt x="43589" y="14899"/>
                    <a:pt x="41223" y="14899"/>
                  </a:cubicBezTo>
                  <a:cubicBezTo>
                    <a:pt x="40299" y="14899"/>
                    <a:pt x="39596" y="14862"/>
                    <a:pt x="39300" y="14751"/>
                  </a:cubicBezTo>
                  <a:cubicBezTo>
                    <a:pt x="38043" y="14382"/>
                    <a:pt x="46731" y="13125"/>
                    <a:pt x="50502" y="12607"/>
                  </a:cubicBezTo>
                  <a:cubicBezTo>
                    <a:pt x="51168" y="10722"/>
                    <a:pt x="51612" y="8947"/>
                    <a:pt x="51870" y="7579"/>
                  </a:cubicBezTo>
                  <a:cubicBezTo>
                    <a:pt x="48691" y="7172"/>
                    <a:pt x="45511" y="6211"/>
                    <a:pt x="43626" y="4769"/>
                  </a:cubicBezTo>
                  <a:cubicBezTo>
                    <a:pt x="42923" y="4215"/>
                    <a:pt x="42406" y="3623"/>
                    <a:pt x="42147" y="2921"/>
                  </a:cubicBezTo>
                  <a:cubicBezTo>
                    <a:pt x="41999" y="2588"/>
                    <a:pt x="41925" y="2181"/>
                    <a:pt x="41888" y="1664"/>
                  </a:cubicBezTo>
                  <a:cubicBezTo>
                    <a:pt x="41851" y="1257"/>
                    <a:pt x="41851" y="814"/>
                    <a:pt x="41814" y="333"/>
                  </a:cubicBezTo>
                  <a:cubicBezTo>
                    <a:pt x="40520" y="961"/>
                    <a:pt x="39042" y="1368"/>
                    <a:pt x="37378" y="1405"/>
                  </a:cubicBezTo>
                  <a:lnTo>
                    <a:pt x="36749" y="1405"/>
                  </a:lnTo>
                  <a:cubicBezTo>
                    <a:pt x="32978" y="1405"/>
                    <a:pt x="30723" y="740"/>
                    <a:pt x="29355" y="0"/>
                  </a:cubicBezTo>
                  <a:close/>
                  <a:moveTo>
                    <a:pt x="9391" y="7320"/>
                  </a:moveTo>
                  <a:cubicBezTo>
                    <a:pt x="8393" y="7320"/>
                    <a:pt x="7432" y="7394"/>
                    <a:pt x="6544" y="7653"/>
                  </a:cubicBezTo>
                  <a:cubicBezTo>
                    <a:pt x="5694" y="7875"/>
                    <a:pt x="4955" y="8282"/>
                    <a:pt x="4326" y="8910"/>
                  </a:cubicBezTo>
                  <a:cubicBezTo>
                    <a:pt x="4067" y="9169"/>
                    <a:pt x="3735" y="9871"/>
                    <a:pt x="3439" y="10833"/>
                  </a:cubicBezTo>
                  <a:cubicBezTo>
                    <a:pt x="3143" y="11831"/>
                    <a:pt x="2847" y="13088"/>
                    <a:pt x="2589" y="14567"/>
                  </a:cubicBezTo>
                  <a:cubicBezTo>
                    <a:pt x="2071" y="17524"/>
                    <a:pt x="1664" y="21258"/>
                    <a:pt x="1295" y="25140"/>
                  </a:cubicBezTo>
                  <a:cubicBezTo>
                    <a:pt x="592" y="32904"/>
                    <a:pt x="185" y="41112"/>
                    <a:pt x="38" y="44402"/>
                  </a:cubicBezTo>
                  <a:cubicBezTo>
                    <a:pt x="1" y="44846"/>
                    <a:pt x="1" y="45215"/>
                    <a:pt x="1" y="45437"/>
                  </a:cubicBezTo>
                  <a:lnTo>
                    <a:pt x="11351" y="42701"/>
                  </a:lnTo>
                  <a:cubicBezTo>
                    <a:pt x="11203" y="41592"/>
                    <a:pt x="11129" y="40446"/>
                    <a:pt x="11129" y="39337"/>
                  </a:cubicBezTo>
                  <a:cubicBezTo>
                    <a:pt x="11129" y="36121"/>
                    <a:pt x="11942" y="31795"/>
                    <a:pt x="12829" y="27469"/>
                  </a:cubicBezTo>
                  <a:cubicBezTo>
                    <a:pt x="13717" y="23107"/>
                    <a:pt x="14604" y="18781"/>
                    <a:pt x="14789" y="15676"/>
                  </a:cubicBezTo>
                  <a:cubicBezTo>
                    <a:pt x="14789" y="15195"/>
                    <a:pt x="14789" y="14751"/>
                    <a:pt x="14789" y="14345"/>
                  </a:cubicBezTo>
                  <a:cubicBezTo>
                    <a:pt x="14789" y="11646"/>
                    <a:pt x="14419" y="9317"/>
                    <a:pt x="13975" y="7616"/>
                  </a:cubicBezTo>
                  <a:cubicBezTo>
                    <a:pt x="12423" y="7468"/>
                    <a:pt x="10870" y="7320"/>
                    <a:pt x="9428" y="732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050;p53">
              <a:extLst>
                <a:ext uri="{FF2B5EF4-FFF2-40B4-BE49-F238E27FC236}">
                  <a16:creationId xmlns:a16="http://schemas.microsoft.com/office/drawing/2014/main" xmlns="" id="{5D4E0563-4C70-48AA-BE92-C1D682FDBBE6}"/>
                </a:ext>
              </a:extLst>
            </p:cNvPr>
            <p:cNvSpPr/>
            <p:nvPr/>
          </p:nvSpPr>
          <p:spPr>
            <a:xfrm>
              <a:off x="2790050" y="2053375"/>
              <a:ext cx="325375" cy="171025"/>
            </a:xfrm>
            <a:custGeom>
              <a:avLst/>
              <a:gdLst/>
              <a:ahLst/>
              <a:cxnLst/>
              <a:rect l="l" t="t" r="r" b="b"/>
              <a:pathLst>
                <a:path w="13015" h="6841" extrusionOk="0">
                  <a:moveTo>
                    <a:pt x="13014" y="0"/>
                  </a:moveTo>
                  <a:cubicBezTo>
                    <a:pt x="11979" y="1147"/>
                    <a:pt x="10907" y="1960"/>
                    <a:pt x="9798" y="2330"/>
                  </a:cubicBezTo>
                  <a:cubicBezTo>
                    <a:pt x="8836" y="2662"/>
                    <a:pt x="7875" y="2847"/>
                    <a:pt x="6914" y="2847"/>
                  </a:cubicBezTo>
                  <a:cubicBezTo>
                    <a:pt x="4474" y="2847"/>
                    <a:pt x="2108" y="1812"/>
                    <a:pt x="0" y="259"/>
                  </a:cubicBezTo>
                  <a:lnTo>
                    <a:pt x="0" y="259"/>
                  </a:lnTo>
                  <a:cubicBezTo>
                    <a:pt x="148" y="2071"/>
                    <a:pt x="259" y="3882"/>
                    <a:pt x="259" y="5361"/>
                  </a:cubicBezTo>
                  <a:lnTo>
                    <a:pt x="259" y="5435"/>
                  </a:lnTo>
                  <a:cubicBezTo>
                    <a:pt x="1627" y="6175"/>
                    <a:pt x="3882" y="6840"/>
                    <a:pt x="7653" y="6840"/>
                  </a:cubicBezTo>
                  <a:lnTo>
                    <a:pt x="8282" y="6840"/>
                  </a:lnTo>
                  <a:cubicBezTo>
                    <a:pt x="9946" y="6803"/>
                    <a:pt x="11424" y="6396"/>
                    <a:pt x="12718" y="5768"/>
                  </a:cubicBezTo>
                  <a:cubicBezTo>
                    <a:pt x="12718" y="5620"/>
                    <a:pt x="12718" y="5509"/>
                    <a:pt x="12718" y="5361"/>
                  </a:cubicBezTo>
                  <a:cubicBezTo>
                    <a:pt x="12718" y="3808"/>
                    <a:pt x="12829" y="1886"/>
                    <a:pt x="13014"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051;p53">
              <a:extLst>
                <a:ext uri="{FF2B5EF4-FFF2-40B4-BE49-F238E27FC236}">
                  <a16:creationId xmlns:a16="http://schemas.microsoft.com/office/drawing/2014/main" xmlns="" id="{C6B87B99-526D-2AC0-38D1-A1E64C692D4F}"/>
                </a:ext>
              </a:extLst>
            </p:cNvPr>
            <p:cNvSpPr/>
            <p:nvPr/>
          </p:nvSpPr>
          <p:spPr>
            <a:xfrm>
              <a:off x="3013725" y="2504425"/>
              <a:ext cx="311500" cy="57325"/>
            </a:xfrm>
            <a:custGeom>
              <a:avLst/>
              <a:gdLst/>
              <a:ahLst/>
              <a:cxnLst/>
              <a:rect l="l" t="t" r="r" b="b"/>
              <a:pathLst>
                <a:path w="12460" h="2293" extrusionOk="0">
                  <a:moveTo>
                    <a:pt x="12459" y="0"/>
                  </a:moveTo>
                  <a:cubicBezTo>
                    <a:pt x="8688" y="518"/>
                    <a:pt x="0" y="1775"/>
                    <a:pt x="1257" y="2144"/>
                  </a:cubicBezTo>
                  <a:cubicBezTo>
                    <a:pt x="1553" y="2255"/>
                    <a:pt x="2256" y="2292"/>
                    <a:pt x="3180" y="2292"/>
                  </a:cubicBezTo>
                  <a:cubicBezTo>
                    <a:pt x="5546" y="2292"/>
                    <a:pt x="9317" y="2034"/>
                    <a:pt x="11720" y="1849"/>
                  </a:cubicBezTo>
                  <a:cubicBezTo>
                    <a:pt x="11979" y="1220"/>
                    <a:pt x="12238" y="629"/>
                    <a:pt x="12459"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052;p53">
              <a:extLst>
                <a:ext uri="{FF2B5EF4-FFF2-40B4-BE49-F238E27FC236}">
                  <a16:creationId xmlns:a16="http://schemas.microsoft.com/office/drawing/2014/main" xmlns="" id="{3FD8CFC5-C4F6-2B26-E107-A7D70244E7B0}"/>
                </a:ext>
              </a:extLst>
            </p:cNvPr>
            <p:cNvSpPr/>
            <p:nvPr/>
          </p:nvSpPr>
          <p:spPr>
            <a:xfrm>
              <a:off x="2566375" y="2447125"/>
              <a:ext cx="287475" cy="122025"/>
            </a:xfrm>
            <a:custGeom>
              <a:avLst/>
              <a:gdLst/>
              <a:ahLst/>
              <a:cxnLst/>
              <a:rect l="l" t="t" r="r" b="b"/>
              <a:pathLst>
                <a:path w="11499" h="4881" extrusionOk="0">
                  <a:moveTo>
                    <a:pt x="1" y="0"/>
                  </a:moveTo>
                  <a:lnTo>
                    <a:pt x="1" y="0"/>
                  </a:lnTo>
                  <a:cubicBezTo>
                    <a:pt x="333" y="776"/>
                    <a:pt x="740" y="1590"/>
                    <a:pt x="1184" y="2440"/>
                  </a:cubicBezTo>
                  <a:cubicBezTo>
                    <a:pt x="4400" y="3401"/>
                    <a:pt x="9502" y="4880"/>
                    <a:pt x="10981" y="4880"/>
                  </a:cubicBezTo>
                  <a:cubicBezTo>
                    <a:pt x="11351" y="4880"/>
                    <a:pt x="11498" y="4806"/>
                    <a:pt x="11351" y="4621"/>
                  </a:cubicBezTo>
                  <a:cubicBezTo>
                    <a:pt x="10648" y="3549"/>
                    <a:pt x="3882" y="998"/>
                    <a:pt x="1"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053;p53">
              <a:extLst>
                <a:ext uri="{FF2B5EF4-FFF2-40B4-BE49-F238E27FC236}">
                  <a16:creationId xmlns:a16="http://schemas.microsoft.com/office/drawing/2014/main" xmlns="" id="{612361A9-672C-5E53-C947-9AF6AFFC5547}"/>
                </a:ext>
              </a:extLst>
            </p:cNvPr>
            <p:cNvSpPr/>
            <p:nvPr/>
          </p:nvSpPr>
          <p:spPr>
            <a:xfrm>
              <a:off x="2046025" y="1858000"/>
              <a:ext cx="1782000" cy="1485125"/>
            </a:xfrm>
            <a:custGeom>
              <a:avLst/>
              <a:gdLst/>
              <a:ahLst/>
              <a:cxnLst/>
              <a:rect l="l" t="t" r="r" b="b"/>
              <a:pathLst>
                <a:path w="71280" h="59405" extrusionOk="0">
                  <a:moveTo>
                    <a:pt x="28963" y="668"/>
                  </a:moveTo>
                  <a:lnTo>
                    <a:pt x="36194" y="1826"/>
                  </a:lnTo>
                  <a:lnTo>
                    <a:pt x="36305" y="1826"/>
                  </a:lnTo>
                  <a:lnTo>
                    <a:pt x="43536" y="668"/>
                  </a:lnTo>
                  <a:lnTo>
                    <a:pt x="43536" y="668"/>
                  </a:lnTo>
                  <a:cubicBezTo>
                    <a:pt x="43316" y="2351"/>
                    <a:pt x="42479" y="9033"/>
                    <a:pt x="42479" y="13176"/>
                  </a:cubicBezTo>
                  <a:cubicBezTo>
                    <a:pt x="42479" y="13842"/>
                    <a:pt x="42516" y="14433"/>
                    <a:pt x="42553" y="14914"/>
                  </a:cubicBezTo>
                  <a:cubicBezTo>
                    <a:pt x="42590" y="15431"/>
                    <a:pt x="42664" y="15838"/>
                    <a:pt x="42812" y="16171"/>
                  </a:cubicBezTo>
                  <a:cubicBezTo>
                    <a:pt x="43071" y="16873"/>
                    <a:pt x="43588" y="17465"/>
                    <a:pt x="44291" y="18019"/>
                  </a:cubicBezTo>
                  <a:cubicBezTo>
                    <a:pt x="46398" y="19609"/>
                    <a:pt x="50058" y="20607"/>
                    <a:pt x="53534" y="20977"/>
                  </a:cubicBezTo>
                  <a:cubicBezTo>
                    <a:pt x="54014" y="21014"/>
                    <a:pt x="54495" y="21014"/>
                    <a:pt x="54975" y="21014"/>
                  </a:cubicBezTo>
                  <a:cubicBezTo>
                    <a:pt x="57289" y="21014"/>
                    <a:pt x="59844" y="20568"/>
                    <a:pt x="62175" y="20568"/>
                  </a:cubicBezTo>
                  <a:cubicBezTo>
                    <a:pt x="62265" y="20568"/>
                    <a:pt x="62354" y="20569"/>
                    <a:pt x="62443" y="20570"/>
                  </a:cubicBezTo>
                  <a:cubicBezTo>
                    <a:pt x="63442" y="20570"/>
                    <a:pt x="64403" y="20644"/>
                    <a:pt x="65253" y="20903"/>
                  </a:cubicBezTo>
                  <a:cubicBezTo>
                    <a:pt x="66141" y="21125"/>
                    <a:pt x="66880" y="21532"/>
                    <a:pt x="67508" y="22160"/>
                  </a:cubicBezTo>
                  <a:cubicBezTo>
                    <a:pt x="68211" y="22826"/>
                    <a:pt x="68839" y="24489"/>
                    <a:pt x="69283" y="26486"/>
                  </a:cubicBezTo>
                  <a:cubicBezTo>
                    <a:pt x="69948" y="29517"/>
                    <a:pt x="70281" y="33436"/>
                    <a:pt x="70466" y="36616"/>
                  </a:cubicBezTo>
                  <a:cubicBezTo>
                    <a:pt x="70577" y="38168"/>
                    <a:pt x="70614" y="39573"/>
                    <a:pt x="70651" y="40572"/>
                  </a:cubicBezTo>
                  <a:cubicBezTo>
                    <a:pt x="70651" y="41168"/>
                    <a:pt x="70651" y="41622"/>
                    <a:pt x="70651" y="41890"/>
                  </a:cubicBezTo>
                  <a:lnTo>
                    <a:pt x="70651" y="41890"/>
                  </a:lnTo>
                  <a:lnTo>
                    <a:pt x="41370" y="48816"/>
                  </a:lnTo>
                  <a:lnTo>
                    <a:pt x="31240" y="51330"/>
                  </a:lnTo>
                  <a:lnTo>
                    <a:pt x="31240" y="51293"/>
                  </a:lnTo>
                  <a:lnTo>
                    <a:pt x="653" y="58703"/>
                  </a:lnTo>
                  <a:lnTo>
                    <a:pt x="653" y="58703"/>
                  </a:lnTo>
                  <a:cubicBezTo>
                    <a:pt x="666" y="58458"/>
                    <a:pt x="685" y="58104"/>
                    <a:pt x="703" y="57652"/>
                  </a:cubicBezTo>
                  <a:cubicBezTo>
                    <a:pt x="850" y="54362"/>
                    <a:pt x="1257" y="46154"/>
                    <a:pt x="1960" y="38390"/>
                  </a:cubicBezTo>
                  <a:cubicBezTo>
                    <a:pt x="2329" y="34508"/>
                    <a:pt x="2736" y="30774"/>
                    <a:pt x="3254" y="27817"/>
                  </a:cubicBezTo>
                  <a:cubicBezTo>
                    <a:pt x="3512" y="26338"/>
                    <a:pt x="3808" y="25081"/>
                    <a:pt x="4104" y="24083"/>
                  </a:cubicBezTo>
                  <a:cubicBezTo>
                    <a:pt x="4400" y="23121"/>
                    <a:pt x="4732" y="22419"/>
                    <a:pt x="4991" y="22160"/>
                  </a:cubicBezTo>
                  <a:cubicBezTo>
                    <a:pt x="5620" y="21532"/>
                    <a:pt x="6359" y="21125"/>
                    <a:pt x="7209" y="20903"/>
                  </a:cubicBezTo>
                  <a:cubicBezTo>
                    <a:pt x="8097" y="20644"/>
                    <a:pt x="9058" y="20570"/>
                    <a:pt x="10056" y="20570"/>
                  </a:cubicBezTo>
                  <a:cubicBezTo>
                    <a:pt x="10145" y="20569"/>
                    <a:pt x="10235" y="20568"/>
                    <a:pt x="10324" y="20568"/>
                  </a:cubicBezTo>
                  <a:cubicBezTo>
                    <a:pt x="12656" y="20568"/>
                    <a:pt x="15210" y="21014"/>
                    <a:pt x="17524" y="21014"/>
                  </a:cubicBezTo>
                  <a:cubicBezTo>
                    <a:pt x="18005" y="21014"/>
                    <a:pt x="18485" y="21014"/>
                    <a:pt x="18966" y="20977"/>
                  </a:cubicBezTo>
                  <a:cubicBezTo>
                    <a:pt x="21295" y="20718"/>
                    <a:pt x="23698" y="20201"/>
                    <a:pt x="25658" y="19424"/>
                  </a:cubicBezTo>
                  <a:cubicBezTo>
                    <a:pt x="26619" y="19018"/>
                    <a:pt x="27506" y="18574"/>
                    <a:pt x="28209" y="18019"/>
                  </a:cubicBezTo>
                  <a:cubicBezTo>
                    <a:pt x="28911" y="17465"/>
                    <a:pt x="29429" y="16873"/>
                    <a:pt x="29688" y="16171"/>
                  </a:cubicBezTo>
                  <a:cubicBezTo>
                    <a:pt x="29835" y="15838"/>
                    <a:pt x="29909" y="15431"/>
                    <a:pt x="29946" y="14914"/>
                  </a:cubicBezTo>
                  <a:cubicBezTo>
                    <a:pt x="29983" y="14433"/>
                    <a:pt x="30020" y="13842"/>
                    <a:pt x="30020" y="13176"/>
                  </a:cubicBezTo>
                  <a:cubicBezTo>
                    <a:pt x="30020" y="9033"/>
                    <a:pt x="29183" y="2351"/>
                    <a:pt x="28963" y="668"/>
                  </a:cubicBezTo>
                  <a:close/>
                  <a:moveTo>
                    <a:pt x="28586" y="0"/>
                  </a:moveTo>
                  <a:cubicBezTo>
                    <a:pt x="28522" y="0"/>
                    <a:pt x="28448" y="34"/>
                    <a:pt x="28394" y="89"/>
                  </a:cubicBezTo>
                  <a:cubicBezTo>
                    <a:pt x="28320" y="163"/>
                    <a:pt x="28283" y="273"/>
                    <a:pt x="28320" y="347"/>
                  </a:cubicBezTo>
                  <a:cubicBezTo>
                    <a:pt x="28320" y="347"/>
                    <a:pt x="28394" y="865"/>
                    <a:pt x="28467" y="1715"/>
                  </a:cubicBezTo>
                  <a:cubicBezTo>
                    <a:pt x="28800" y="4192"/>
                    <a:pt x="29392" y="9664"/>
                    <a:pt x="29392" y="13176"/>
                  </a:cubicBezTo>
                  <a:cubicBezTo>
                    <a:pt x="29392" y="13805"/>
                    <a:pt x="29355" y="14396"/>
                    <a:pt x="29318" y="14877"/>
                  </a:cubicBezTo>
                  <a:cubicBezTo>
                    <a:pt x="29281" y="15321"/>
                    <a:pt x="29207" y="15727"/>
                    <a:pt x="29133" y="15949"/>
                  </a:cubicBezTo>
                  <a:cubicBezTo>
                    <a:pt x="28911" y="16504"/>
                    <a:pt x="28467" y="17058"/>
                    <a:pt x="27839" y="17539"/>
                  </a:cubicBezTo>
                  <a:cubicBezTo>
                    <a:pt x="25917" y="19018"/>
                    <a:pt x="22330" y="20016"/>
                    <a:pt x="18892" y="20349"/>
                  </a:cubicBezTo>
                  <a:cubicBezTo>
                    <a:pt x="18448" y="20386"/>
                    <a:pt x="18005" y="20422"/>
                    <a:pt x="17524" y="20422"/>
                  </a:cubicBezTo>
                  <a:cubicBezTo>
                    <a:pt x="15195" y="20422"/>
                    <a:pt x="12533" y="19942"/>
                    <a:pt x="10056" y="19942"/>
                  </a:cubicBezTo>
                  <a:cubicBezTo>
                    <a:pt x="9021" y="19942"/>
                    <a:pt x="7986" y="20016"/>
                    <a:pt x="7062" y="20275"/>
                  </a:cubicBezTo>
                  <a:cubicBezTo>
                    <a:pt x="6137" y="20570"/>
                    <a:pt x="5250" y="21014"/>
                    <a:pt x="4548" y="21716"/>
                  </a:cubicBezTo>
                  <a:cubicBezTo>
                    <a:pt x="4067" y="22197"/>
                    <a:pt x="3734" y="23121"/>
                    <a:pt x="3364" y="24341"/>
                  </a:cubicBezTo>
                  <a:cubicBezTo>
                    <a:pt x="2181" y="28741"/>
                    <a:pt x="1331" y="37392"/>
                    <a:pt x="813" y="44971"/>
                  </a:cubicBezTo>
                  <a:cubicBezTo>
                    <a:pt x="259" y="52587"/>
                    <a:pt x="37" y="59094"/>
                    <a:pt x="37" y="59094"/>
                  </a:cubicBezTo>
                  <a:cubicBezTo>
                    <a:pt x="0" y="59168"/>
                    <a:pt x="74" y="59279"/>
                    <a:pt x="148" y="59316"/>
                  </a:cubicBezTo>
                  <a:cubicBezTo>
                    <a:pt x="202" y="59370"/>
                    <a:pt x="256" y="59404"/>
                    <a:pt x="325" y="59404"/>
                  </a:cubicBezTo>
                  <a:cubicBezTo>
                    <a:pt x="350" y="59404"/>
                    <a:pt x="377" y="59400"/>
                    <a:pt x="407" y="59390"/>
                  </a:cubicBezTo>
                  <a:lnTo>
                    <a:pt x="31388" y="51922"/>
                  </a:lnTo>
                  <a:lnTo>
                    <a:pt x="41518" y="49408"/>
                  </a:lnTo>
                  <a:lnTo>
                    <a:pt x="71058" y="42457"/>
                  </a:lnTo>
                  <a:cubicBezTo>
                    <a:pt x="71169" y="42420"/>
                    <a:pt x="71279" y="42272"/>
                    <a:pt x="71279" y="42124"/>
                  </a:cubicBezTo>
                  <a:cubicBezTo>
                    <a:pt x="71279" y="42124"/>
                    <a:pt x="71279" y="37873"/>
                    <a:pt x="70836" y="33214"/>
                  </a:cubicBezTo>
                  <a:cubicBezTo>
                    <a:pt x="70651" y="30848"/>
                    <a:pt x="70318" y="28445"/>
                    <a:pt x="69875" y="26375"/>
                  </a:cubicBezTo>
                  <a:cubicBezTo>
                    <a:pt x="69394" y="24304"/>
                    <a:pt x="68802" y="22604"/>
                    <a:pt x="67952" y="21716"/>
                  </a:cubicBezTo>
                  <a:cubicBezTo>
                    <a:pt x="67213" y="21014"/>
                    <a:pt x="66362" y="20570"/>
                    <a:pt x="65438" y="20275"/>
                  </a:cubicBezTo>
                  <a:cubicBezTo>
                    <a:pt x="64514" y="20016"/>
                    <a:pt x="63479" y="19942"/>
                    <a:pt x="62443" y="19942"/>
                  </a:cubicBezTo>
                  <a:cubicBezTo>
                    <a:pt x="59966" y="19942"/>
                    <a:pt x="57305" y="20422"/>
                    <a:pt x="54975" y="20422"/>
                  </a:cubicBezTo>
                  <a:cubicBezTo>
                    <a:pt x="54495" y="20422"/>
                    <a:pt x="54051" y="20386"/>
                    <a:pt x="53607" y="20349"/>
                  </a:cubicBezTo>
                  <a:cubicBezTo>
                    <a:pt x="51315" y="20127"/>
                    <a:pt x="48949" y="19609"/>
                    <a:pt x="47064" y="18833"/>
                  </a:cubicBezTo>
                  <a:cubicBezTo>
                    <a:pt x="46139" y="18463"/>
                    <a:pt x="45289" y="18019"/>
                    <a:pt x="44661" y="17539"/>
                  </a:cubicBezTo>
                  <a:cubicBezTo>
                    <a:pt x="44032" y="17058"/>
                    <a:pt x="43588" y="16504"/>
                    <a:pt x="43367" y="15949"/>
                  </a:cubicBezTo>
                  <a:cubicBezTo>
                    <a:pt x="43293" y="15727"/>
                    <a:pt x="43219" y="15321"/>
                    <a:pt x="43182" y="14877"/>
                  </a:cubicBezTo>
                  <a:cubicBezTo>
                    <a:pt x="43108" y="14396"/>
                    <a:pt x="43108" y="13805"/>
                    <a:pt x="43108" y="13176"/>
                  </a:cubicBezTo>
                  <a:cubicBezTo>
                    <a:pt x="43108" y="10847"/>
                    <a:pt x="43367" y="7631"/>
                    <a:pt x="43662" y="5006"/>
                  </a:cubicBezTo>
                  <a:cubicBezTo>
                    <a:pt x="43773" y="3712"/>
                    <a:pt x="43921" y="2529"/>
                    <a:pt x="44032" y="1715"/>
                  </a:cubicBezTo>
                  <a:cubicBezTo>
                    <a:pt x="44106" y="865"/>
                    <a:pt x="44180" y="347"/>
                    <a:pt x="44180" y="347"/>
                  </a:cubicBezTo>
                  <a:cubicBezTo>
                    <a:pt x="44180" y="273"/>
                    <a:pt x="44180" y="163"/>
                    <a:pt x="44106" y="89"/>
                  </a:cubicBezTo>
                  <a:cubicBezTo>
                    <a:pt x="44052" y="34"/>
                    <a:pt x="43978" y="0"/>
                    <a:pt x="43913" y="0"/>
                  </a:cubicBezTo>
                  <a:cubicBezTo>
                    <a:pt x="43890" y="0"/>
                    <a:pt x="43867" y="5"/>
                    <a:pt x="43847" y="15"/>
                  </a:cubicBezTo>
                  <a:lnTo>
                    <a:pt x="36231" y="1198"/>
                  </a:lnTo>
                  <a:lnTo>
                    <a:pt x="28652" y="15"/>
                  </a:lnTo>
                  <a:cubicBezTo>
                    <a:pt x="28633" y="5"/>
                    <a:pt x="28610" y="0"/>
                    <a:pt x="285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054;p53">
              <a:extLst>
                <a:ext uri="{FF2B5EF4-FFF2-40B4-BE49-F238E27FC236}">
                  <a16:creationId xmlns:a16="http://schemas.microsoft.com/office/drawing/2014/main" xmlns="" id="{FB24C863-1E88-A956-3043-0BE745E9DA16}"/>
                </a:ext>
              </a:extLst>
            </p:cNvPr>
            <p:cNvSpPr/>
            <p:nvPr/>
          </p:nvSpPr>
          <p:spPr>
            <a:xfrm>
              <a:off x="2348250" y="2372250"/>
              <a:ext cx="1243150" cy="890100"/>
            </a:xfrm>
            <a:custGeom>
              <a:avLst/>
              <a:gdLst/>
              <a:ahLst/>
              <a:cxnLst/>
              <a:rect l="l" t="t" r="r" b="b"/>
              <a:pathLst>
                <a:path w="49726" h="35604" extrusionOk="0">
                  <a:moveTo>
                    <a:pt x="40816" y="0"/>
                  </a:moveTo>
                  <a:cubicBezTo>
                    <a:pt x="39855" y="4917"/>
                    <a:pt x="36527" y="16711"/>
                    <a:pt x="26398" y="18190"/>
                  </a:cubicBezTo>
                  <a:cubicBezTo>
                    <a:pt x="25854" y="18271"/>
                    <a:pt x="25321" y="18310"/>
                    <a:pt x="24798" y="18310"/>
                  </a:cubicBezTo>
                  <a:cubicBezTo>
                    <a:pt x="15083" y="18310"/>
                    <a:pt x="8995" y="4879"/>
                    <a:pt x="7136" y="37"/>
                  </a:cubicBezTo>
                  <a:cubicBezTo>
                    <a:pt x="7025" y="74"/>
                    <a:pt x="6951" y="74"/>
                    <a:pt x="6840" y="74"/>
                  </a:cubicBezTo>
                  <a:cubicBezTo>
                    <a:pt x="6360" y="131"/>
                    <a:pt x="5864" y="155"/>
                    <a:pt x="5355" y="155"/>
                  </a:cubicBezTo>
                  <a:cubicBezTo>
                    <a:pt x="4533" y="155"/>
                    <a:pt x="3679" y="92"/>
                    <a:pt x="2810" y="0"/>
                  </a:cubicBezTo>
                  <a:lnTo>
                    <a:pt x="2810" y="0"/>
                  </a:lnTo>
                  <a:cubicBezTo>
                    <a:pt x="3328" y="2034"/>
                    <a:pt x="3808" y="4954"/>
                    <a:pt x="3661" y="8356"/>
                  </a:cubicBezTo>
                  <a:cubicBezTo>
                    <a:pt x="3328" y="14715"/>
                    <a:pt x="1" y="25695"/>
                    <a:pt x="1" y="32017"/>
                  </a:cubicBezTo>
                  <a:cubicBezTo>
                    <a:pt x="1" y="33200"/>
                    <a:pt x="111" y="34420"/>
                    <a:pt x="296" y="35603"/>
                  </a:cubicBezTo>
                  <a:lnTo>
                    <a:pt x="49726" y="23514"/>
                  </a:lnTo>
                  <a:cubicBezTo>
                    <a:pt x="49097" y="21443"/>
                    <a:pt x="48321" y="19225"/>
                    <a:pt x="47508" y="16785"/>
                  </a:cubicBezTo>
                  <a:cubicBezTo>
                    <a:pt x="45437" y="10352"/>
                    <a:pt x="45622" y="2958"/>
                    <a:pt x="45807" y="0"/>
                  </a:cubicBezTo>
                  <a:lnTo>
                    <a:pt x="45807" y="0"/>
                  </a:lnTo>
                  <a:cubicBezTo>
                    <a:pt x="44839" y="73"/>
                    <a:pt x="43855" y="146"/>
                    <a:pt x="42917" y="146"/>
                  </a:cubicBezTo>
                  <a:cubicBezTo>
                    <a:pt x="42423" y="146"/>
                    <a:pt x="41941" y="125"/>
                    <a:pt x="41482" y="74"/>
                  </a:cubicBezTo>
                  <a:cubicBezTo>
                    <a:pt x="41260" y="74"/>
                    <a:pt x="41038" y="37"/>
                    <a:pt x="408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055;p53">
              <a:extLst>
                <a:ext uri="{FF2B5EF4-FFF2-40B4-BE49-F238E27FC236}">
                  <a16:creationId xmlns:a16="http://schemas.microsoft.com/office/drawing/2014/main" xmlns="" id="{AB6B9C62-71BB-C546-7307-A5208B346CAD}"/>
                </a:ext>
              </a:extLst>
            </p:cNvPr>
            <p:cNvSpPr/>
            <p:nvPr/>
          </p:nvSpPr>
          <p:spPr>
            <a:xfrm>
              <a:off x="2340850" y="2363925"/>
              <a:ext cx="1259800" cy="906425"/>
            </a:xfrm>
            <a:custGeom>
              <a:avLst/>
              <a:gdLst/>
              <a:ahLst/>
              <a:cxnLst/>
              <a:rect l="l" t="t" r="r" b="b"/>
              <a:pathLst>
                <a:path w="50392" h="36257" extrusionOk="0">
                  <a:moveTo>
                    <a:pt x="45792" y="655"/>
                  </a:moveTo>
                  <a:cubicBezTo>
                    <a:pt x="45753" y="1510"/>
                    <a:pt x="45696" y="2635"/>
                    <a:pt x="45696" y="3957"/>
                  </a:cubicBezTo>
                  <a:cubicBezTo>
                    <a:pt x="45696" y="7580"/>
                    <a:pt x="46029" y="12608"/>
                    <a:pt x="47545" y="17192"/>
                  </a:cubicBezTo>
                  <a:cubicBezTo>
                    <a:pt x="48280" y="19539"/>
                    <a:pt x="49016" y="21653"/>
                    <a:pt x="49626" y="23630"/>
                  </a:cubicBezTo>
                  <a:lnTo>
                    <a:pt x="49626" y="23630"/>
                  </a:lnTo>
                  <a:lnTo>
                    <a:pt x="837" y="35562"/>
                  </a:lnTo>
                  <a:lnTo>
                    <a:pt x="837" y="35562"/>
                  </a:lnTo>
                  <a:cubicBezTo>
                    <a:pt x="683" y="34492"/>
                    <a:pt x="592" y="33421"/>
                    <a:pt x="592" y="32350"/>
                  </a:cubicBezTo>
                  <a:cubicBezTo>
                    <a:pt x="592" y="29244"/>
                    <a:pt x="1443" y="24919"/>
                    <a:pt x="2293" y="20593"/>
                  </a:cubicBezTo>
                  <a:cubicBezTo>
                    <a:pt x="3180" y="16268"/>
                    <a:pt x="4104" y="11905"/>
                    <a:pt x="4252" y="8689"/>
                  </a:cubicBezTo>
                  <a:cubicBezTo>
                    <a:pt x="4289" y="8245"/>
                    <a:pt x="4289" y="7801"/>
                    <a:pt x="4289" y="7358"/>
                  </a:cubicBezTo>
                  <a:cubicBezTo>
                    <a:pt x="4289" y="4705"/>
                    <a:pt x="3914" y="2428"/>
                    <a:pt x="3508" y="699"/>
                  </a:cubicBezTo>
                  <a:lnTo>
                    <a:pt x="3508" y="699"/>
                  </a:lnTo>
                  <a:cubicBezTo>
                    <a:pt x="4275" y="751"/>
                    <a:pt x="5016" y="777"/>
                    <a:pt x="5731" y="777"/>
                  </a:cubicBezTo>
                  <a:cubicBezTo>
                    <a:pt x="6249" y="777"/>
                    <a:pt x="6692" y="777"/>
                    <a:pt x="7173" y="740"/>
                  </a:cubicBezTo>
                  <a:cubicBezTo>
                    <a:pt x="7194" y="733"/>
                    <a:pt x="7213" y="728"/>
                    <a:pt x="7232" y="723"/>
                  </a:cubicBezTo>
                  <a:lnTo>
                    <a:pt x="7232" y="723"/>
                  </a:lnTo>
                  <a:cubicBezTo>
                    <a:pt x="8227" y="3215"/>
                    <a:pt x="10190" y="7635"/>
                    <a:pt x="13088" y="11536"/>
                  </a:cubicBezTo>
                  <a:cubicBezTo>
                    <a:pt x="14567" y="13532"/>
                    <a:pt x="16305" y="15380"/>
                    <a:pt x="18338" y="16748"/>
                  </a:cubicBezTo>
                  <a:cubicBezTo>
                    <a:pt x="20335" y="18116"/>
                    <a:pt x="22590" y="18967"/>
                    <a:pt x="25104" y="18967"/>
                  </a:cubicBezTo>
                  <a:cubicBezTo>
                    <a:pt x="25621" y="18967"/>
                    <a:pt x="26176" y="18930"/>
                    <a:pt x="26730" y="18856"/>
                  </a:cubicBezTo>
                  <a:cubicBezTo>
                    <a:pt x="31906" y="18079"/>
                    <a:pt x="35382" y="14678"/>
                    <a:pt x="37600" y="10870"/>
                  </a:cubicBezTo>
                  <a:cubicBezTo>
                    <a:pt x="39773" y="7235"/>
                    <a:pt x="40848" y="3189"/>
                    <a:pt x="41353" y="683"/>
                  </a:cubicBezTo>
                  <a:lnTo>
                    <a:pt x="41353" y="683"/>
                  </a:lnTo>
                  <a:cubicBezTo>
                    <a:pt x="41482" y="697"/>
                    <a:pt x="41611" y="719"/>
                    <a:pt x="41741" y="740"/>
                  </a:cubicBezTo>
                  <a:cubicBezTo>
                    <a:pt x="42221" y="777"/>
                    <a:pt x="42665" y="777"/>
                    <a:pt x="43145" y="777"/>
                  </a:cubicBezTo>
                  <a:cubicBezTo>
                    <a:pt x="44027" y="777"/>
                    <a:pt x="44910" y="719"/>
                    <a:pt x="45792" y="655"/>
                  </a:cubicBezTo>
                  <a:close/>
                  <a:moveTo>
                    <a:pt x="46103" y="1"/>
                  </a:moveTo>
                  <a:cubicBezTo>
                    <a:pt x="45068" y="112"/>
                    <a:pt x="44107" y="185"/>
                    <a:pt x="43145" y="185"/>
                  </a:cubicBezTo>
                  <a:cubicBezTo>
                    <a:pt x="42702" y="185"/>
                    <a:pt x="42258" y="149"/>
                    <a:pt x="41814" y="112"/>
                  </a:cubicBezTo>
                  <a:cubicBezTo>
                    <a:pt x="41593" y="75"/>
                    <a:pt x="41371" y="75"/>
                    <a:pt x="41149" y="38"/>
                  </a:cubicBezTo>
                  <a:cubicBezTo>
                    <a:pt x="41130" y="33"/>
                    <a:pt x="41111" y="31"/>
                    <a:pt x="41092" y="31"/>
                  </a:cubicBezTo>
                  <a:cubicBezTo>
                    <a:pt x="40965" y="31"/>
                    <a:pt x="40848" y="135"/>
                    <a:pt x="40816" y="296"/>
                  </a:cubicBezTo>
                  <a:cubicBezTo>
                    <a:pt x="40336" y="2736"/>
                    <a:pt x="39264" y="6877"/>
                    <a:pt x="37082" y="10574"/>
                  </a:cubicBezTo>
                  <a:cubicBezTo>
                    <a:pt x="34901" y="14271"/>
                    <a:pt x="31611" y="17488"/>
                    <a:pt x="26620" y="18227"/>
                  </a:cubicBezTo>
                  <a:cubicBezTo>
                    <a:pt x="26102" y="18301"/>
                    <a:pt x="25584" y="18338"/>
                    <a:pt x="25104" y="18338"/>
                  </a:cubicBezTo>
                  <a:cubicBezTo>
                    <a:pt x="22738" y="18338"/>
                    <a:pt x="20593" y="17525"/>
                    <a:pt x="18671" y="16231"/>
                  </a:cubicBezTo>
                  <a:cubicBezTo>
                    <a:pt x="15787" y="14271"/>
                    <a:pt x="13384" y="11166"/>
                    <a:pt x="11536" y="8134"/>
                  </a:cubicBezTo>
                  <a:cubicBezTo>
                    <a:pt x="9687" y="5103"/>
                    <a:pt x="8430" y="2071"/>
                    <a:pt x="7728" y="259"/>
                  </a:cubicBezTo>
                  <a:cubicBezTo>
                    <a:pt x="7654" y="149"/>
                    <a:pt x="7543" y="75"/>
                    <a:pt x="7395" y="75"/>
                  </a:cubicBezTo>
                  <a:cubicBezTo>
                    <a:pt x="7284" y="75"/>
                    <a:pt x="7210" y="112"/>
                    <a:pt x="7099" y="112"/>
                  </a:cubicBezTo>
                  <a:cubicBezTo>
                    <a:pt x="6655" y="149"/>
                    <a:pt x="6212" y="185"/>
                    <a:pt x="5731" y="185"/>
                  </a:cubicBezTo>
                  <a:cubicBezTo>
                    <a:pt x="4918" y="185"/>
                    <a:pt x="4031" y="112"/>
                    <a:pt x="3106" y="38"/>
                  </a:cubicBezTo>
                  <a:cubicBezTo>
                    <a:pt x="3032" y="38"/>
                    <a:pt x="2921" y="75"/>
                    <a:pt x="2847" y="149"/>
                  </a:cubicBezTo>
                  <a:cubicBezTo>
                    <a:pt x="2811" y="222"/>
                    <a:pt x="2774" y="333"/>
                    <a:pt x="2811" y="407"/>
                  </a:cubicBezTo>
                  <a:cubicBezTo>
                    <a:pt x="3254" y="2145"/>
                    <a:pt x="3661" y="4548"/>
                    <a:pt x="3661" y="7358"/>
                  </a:cubicBezTo>
                  <a:cubicBezTo>
                    <a:pt x="3661" y="7764"/>
                    <a:pt x="3661" y="8208"/>
                    <a:pt x="3661" y="8689"/>
                  </a:cubicBezTo>
                  <a:cubicBezTo>
                    <a:pt x="3476" y="11794"/>
                    <a:pt x="2589" y="16120"/>
                    <a:pt x="1701" y="20482"/>
                  </a:cubicBezTo>
                  <a:cubicBezTo>
                    <a:pt x="814" y="24808"/>
                    <a:pt x="1" y="29134"/>
                    <a:pt x="1" y="32350"/>
                  </a:cubicBezTo>
                  <a:cubicBezTo>
                    <a:pt x="1" y="33570"/>
                    <a:pt x="112" y="34790"/>
                    <a:pt x="260" y="36010"/>
                  </a:cubicBezTo>
                  <a:cubicBezTo>
                    <a:pt x="297" y="36084"/>
                    <a:pt x="333" y="36158"/>
                    <a:pt x="407" y="36195"/>
                  </a:cubicBezTo>
                  <a:cubicBezTo>
                    <a:pt x="451" y="36238"/>
                    <a:pt x="494" y="36256"/>
                    <a:pt x="545" y="36256"/>
                  </a:cubicBezTo>
                  <a:cubicBezTo>
                    <a:pt x="581" y="36256"/>
                    <a:pt x="620" y="36247"/>
                    <a:pt x="666" y="36232"/>
                  </a:cubicBezTo>
                  <a:lnTo>
                    <a:pt x="50001" y="24166"/>
                  </a:lnTo>
                  <a:lnTo>
                    <a:pt x="50001" y="24166"/>
                  </a:lnTo>
                  <a:cubicBezTo>
                    <a:pt x="50007" y="24166"/>
                    <a:pt x="50012" y="24166"/>
                    <a:pt x="50017" y="24166"/>
                  </a:cubicBezTo>
                  <a:cubicBezTo>
                    <a:pt x="50054" y="24166"/>
                    <a:pt x="50092" y="24159"/>
                    <a:pt x="50133" y="24143"/>
                  </a:cubicBezTo>
                  <a:cubicBezTo>
                    <a:pt x="50281" y="24106"/>
                    <a:pt x="50392" y="23921"/>
                    <a:pt x="50318" y="23773"/>
                  </a:cubicBezTo>
                  <a:lnTo>
                    <a:pt x="50318" y="23773"/>
                  </a:lnTo>
                  <a:cubicBezTo>
                    <a:pt x="50318" y="23773"/>
                    <a:pt x="50318" y="23773"/>
                    <a:pt x="50318" y="23773"/>
                  </a:cubicBezTo>
                  <a:cubicBezTo>
                    <a:pt x="50316" y="23764"/>
                    <a:pt x="50313" y="23755"/>
                    <a:pt x="50310" y="23747"/>
                  </a:cubicBezTo>
                  <a:lnTo>
                    <a:pt x="50310" y="23747"/>
                  </a:lnTo>
                  <a:cubicBezTo>
                    <a:pt x="49683" y="21647"/>
                    <a:pt x="48910" y="19437"/>
                    <a:pt x="48099" y="17007"/>
                  </a:cubicBezTo>
                  <a:cubicBezTo>
                    <a:pt x="46658" y="12534"/>
                    <a:pt x="46325" y="7543"/>
                    <a:pt x="46325" y="3957"/>
                  </a:cubicBezTo>
                  <a:cubicBezTo>
                    <a:pt x="46325" y="2478"/>
                    <a:pt x="46362" y="1221"/>
                    <a:pt x="46436" y="333"/>
                  </a:cubicBezTo>
                  <a:cubicBezTo>
                    <a:pt x="46436" y="259"/>
                    <a:pt x="46399" y="149"/>
                    <a:pt x="46325" y="112"/>
                  </a:cubicBezTo>
                  <a:cubicBezTo>
                    <a:pt x="46288" y="38"/>
                    <a:pt x="46177" y="1"/>
                    <a:pt x="461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056;p53">
              <a:extLst>
                <a:ext uri="{FF2B5EF4-FFF2-40B4-BE49-F238E27FC236}">
                  <a16:creationId xmlns:a16="http://schemas.microsoft.com/office/drawing/2014/main" xmlns="" id="{01A2AEE0-35E3-96E0-8AB6-A8D63B69CFFC}"/>
                </a:ext>
              </a:extLst>
            </p:cNvPr>
            <p:cNvSpPr/>
            <p:nvPr/>
          </p:nvSpPr>
          <p:spPr>
            <a:xfrm>
              <a:off x="2357500" y="766675"/>
              <a:ext cx="964950" cy="1349825"/>
            </a:xfrm>
            <a:custGeom>
              <a:avLst/>
              <a:gdLst/>
              <a:ahLst/>
              <a:cxnLst/>
              <a:rect l="l" t="t" r="r" b="b"/>
              <a:pathLst>
                <a:path w="38598" h="53993" extrusionOk="0">
                  <a:moveTo>
                    <a:pt x="19826" y="0"/>
                  </a:moveTo>
                  <a:cubicBezTo>
                    <a:pt x="15796" y="0"/>
                    <a:pt x="11036" y="1781"/>
                    <a:pt x="7949" y="4294"/>
                  </a:cubicBezTo>
                  <a:lnTo>
                    <a:pt x="7912" y="4368"/>
                  </a:lnTo>
                  <a:cubicBezTo>
                    <a:pt x="0" y="10949"/>
                    <a:pt x="851" y="22262"/>
                    <a:pt x="4511" y="30876"/>
                  </a:cubicBezTo>
                  <a:cubicBezTo>
                    <a:pt x="6581" y="35793"/>
                    <a:pt x="8540" y="40451"/>
                    <a:pt x="11424" y="44888"/>
                  </a:cubicBezTo>
                  <a:cubicBezTo>
                    <a:pt x="14525" y="49586"/>
                    <a:pt x="19218" y="53993"/>
                    <a:pt x="24245" y="53993"/>
                  </a:cubicBezTo>
                  <a:cubicBezTo>
                    <a:pt x="25151" y="53993"/>
                    <a:pt x="26068" y="53849"/>
                    <a:pt x="26989" y="53539"/>
                  </a:cubicBezTo>
                  <a:cubicBezTo>
                    <a:pt x="33052" y="51468"/>
                    <a:pt x="38598" y="35423"/>
                    <a:pt x="38450" y="23334"/>
                  </a:cubicBezTo>
                  <a:cubicBezTo>
                    <a:pt x="38339" y="16383"/>
                    <a:pt x="35677" y="8730"/>
                    <a:pt x="30390" y="3961"/>
                  </a:cubicBezTo>
                  <a:cubicBezTo>
                    <a:pt x="27617" y="1410"/>
                    <a:pt x="23957" y="79"/>
                    <a:pt x="20186" y="5"/>
                  </a:cubicBezTo>
                  <a:cubicBezTo>
                    <a:pt x="20067" y="2"/>
                    <a:pt x="19947" y="0"/>
                    <a:pt x="198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057;p53">
              <a:extLst>
                <a:ext uri="{FF2B5EF4-FFF2-40B4-BE49-F238E27FC236}">
                  <a16:creationId xmlns:a16="http://schemas.microsoft.com/office/drawing/2014/main" xmlns="" id="{0F0E384E-2E50-9708-A804-C4E03EBCBE4F}"/>
                </a:ext>
              </a:extLst>
            </p:cNvPr>
            <p:cNvSpPr/>
            <p:nvPr/>
          </p:nvSpPr>
          <p:spPr>
            <a:xfrm>
              <a:off x="2466550" y="1083825"/>
              <a:ext cx="843875" cy="1025025"/>
            </a:xfrm>
            <a:custGeom>
              <a:avLst/>
              <a:gdLst/>
              <a:ahLst/>
              <a:cxnLst/>
              <a:rect l="l" t="t" r="r" b="b"/>
              <a:pathLst>
                <a:path w="33755" h="41001" extrusionOk="0">
                  <a:moveTo>
                    <a:pt x="21887" y="28579"/>
                  </a:moveTo>
                  <a:cubicBezTo>
                    <a:pt x="22886" y="28579"/>
                    <a:pt x="24327" y="28911"/>
                    <a:pt x="25067" y="29096"/>
                  </a:cubicBezTo>
                  <a:cubicBezTo>
                    <a:pt x="25178" y="29059"/>
                    <a:pt x="25289" y="29022"/>
                    <a:pt x="25326" y="28985"/>
                  </a:cubicBezTo>
                  <a:lnTo>
                    <a:pt x="25363" y="28948"/>
                  </a:lnTo>
                  <a:cubicBezTo>
                    <a:pt x="25400" y="28948"/>
                    <a:pt x="25437" y="28911"/>
                    <a:pt x="25510" y="28911"/>
                  </a:cubicBezTo>
                  <a:cubicBezTo>
                    <a:pt x="25547" y="28911"/>
                    <a:pt x="25621" y="28948"/>
                    <a:pt x="25695" y="28985"/>
                  </a:cubicBezTo>
                  <a:cubicBezTo>
                    <a:pt x="25769" y="29059"/>
                    <a:pt x="25843" y="29170"/>
                    <a:pt x="25806" y="29318"/>
                  </a:cubicBezTo>
                  <a:cubicBezTo>
                    <a:pt x="25806" y="29318"/>
                    <a:pt x="25547" y="30427"/>
                    <a:pt x="24845" y="31684"/>
                  </a:cubicBezTo>
                  <a:cubicBezTo>
                    <a:pt x="24106" y="32978"/>
                    <a:pt x="22923" y="34420"/>
                    <a:pt x="21000" y="35085"/>
                  </a:cubicBezTo>
                  <a:cubicBezTo>
                    <a:pt x="20556" y="35233"/>
                    <a:pt x="20150" y="35307"/>
                    <a:pt x="19706" y="35307"/>
                  </a:cubicBezTo>
                  <a:cubicBezTo>
                    <a:pt x="18005" y="35307"/>
                    <a:pt x="16490" y="34198"/>
                    <a:pt x="15417" y="33126"/>
                  </a:cubicBezTo>
                  <a:cubicBezTo>
                    <a:pt x="14308" y="32054"/>
                    <a:pt x="13643" y="31019"/>
                    <a:pt x="13643" y="30982"/>
                  </a:cubicBezTo>
                  <a:cubicBezTo>
                    <a:pt x="13569" y="30871"/>
                    <a:pt x="13569" y="30760"/>
                    <a:pt x="13643" y="30649"/>
                  </a:cubicBezTo>
                  <a:cubicBezTo>
                    <a:pt x="13680" y="30575"/>
                    <a:pt x="13791" y="30501"/>
                    <a:pt x="13902" y="30501"/>
                  </a:cubicBezTo>
                  <a:cubicBezTo>
                    <a:pt x="13902" y="30501"/>
                    <a:pt x="13939" y="30501"/>
                    <a:pt x="13939" y="30538"/>
                  </a:cubicBezTo>
                  <a:lnTo>
                    <a:pt x="14160" y="30538"/>
                  </a:lnTo>
                  <a:cubicBezTo>
                    <a:pt x="14641" y="30057"/>
                    <a:pt x="15750" y="29059"/>
                    <a:pt x="16601" y="29059"/>
                  </a:cubicBezTo>
                  <a:cubicBezTo>
                    <a:pt x="17710" y="29059"/>
                    <a:pt x="19447" y="29873"/>
                    <a:pt x="19447" y="29873"/>
                  </a:cubicBezTo>
                  <a:cubicBezTo>
                    <a:pt x="19447" y="29873"/>
                    <a:pt x="20261" y="28763"/>
                    <a:pt x="21518" y="28616"/>
                  </a:cubicBezTo>
                  <a:cubicBezTo>
                    <a:pt x="21629" y="28579"/>
                    <a:pt x="21776" y="28579"/>
                    <a:pt x="21887" y="28579"/>
                  </a:cubicBezTo>
                  <a:close/>
                  <a:moveTo>
                    <a:pt x="16896" y="0"/>
                  </a:moveTo>
                  <a:cubicBezTo>
                    <a:pt x="13754" y="0"/>
                    <a:pt x="10242" y="1072"/>
                    <a:pt x="6729" y="3956"/>
                  </a:cubicBezTo>
                  <a:cubicBezTo>
                    <a:pt x="2071" y="7838"/>
                    <a:pt x="518" y="13901"/>
                    <a:pt x="1" y="17044"/>
                  </a:cubicBezTo>
                  <a:cubicBezTo>
                    <a:pt x="149" y="17376"/>
                    <a:pt x="260" y="17746"/>
                    <a:pt x="407" y="18079"/>
                  </a:cubicBezTo>
                  <a:cubicBezTo>
                    <a:pt x="2478" y="22959"/>
                    <a:pt x="4437" y="27654"/>
                    <a:pt x="7321" y="32017"/>
                  </a:cubicBezTo>
                  <a:cubicBezTo>
                    <a:pt x="8874" y="34346"/>
                    <a:pt x="10796" y="36601"/>
                    <a:pt x="12940" y="38265"/>
                  </a:cubicBezTo>
                  <a:cubicBezTo>
                    <a:pt x="15085" y="39929"/>
                    <a:pt x="17451" y="41001"/>
                    <a:pt x="19854" y="41001"/>
                  </a:cubicBezTo>
                  <a:cubicBezTo>
                    <a:pt x="20741" y="41001"/>
                    <a:pt x="21629" y="40853"/>
                    <a:pt x="22553" y="40557"/>
                  </a:cubicBezTo>
                  <a:cubicBezTo>
                    <a:pt x="23921" y="40076"/>
                    <a:pt x="25363" y="38782"/>
                    <a:pt x="26694" y="36860"/>
                  </a:cubicBezTo>
                  <a:cubicBezTo>
                    <a:pt x="28024" y="34938"/>
                    <a:pt x="29244" y="32424"/>
                    <a:pt x="30317" y="29614"/>
                  </a:cubicBezTo>
                  <a:cubicBezTo>
                    <a:pt x="32239" y="24401"/>
                    <a:pt x="33570" y="18116"/>
                    <a:pt x="33755" y="12496"/>
                  </a:cubicBezTo>
                  <a:cubicBezTo>
                    <a:pt x="31648" y="7283"/>
                    <a:pt x="27692" y="3771"/>
                    <a:pt x="24216" y="1886"/>
                  </a:cubicBezTo>
                  <a:cubicBezTo>
                    <a:pt x="22146" y="777"/>
                    <a:pt x="19669" y="0"/>
                    <a:pt x="16896" y="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058;p53">
              <a:extLst>
                <a:ext uri="{FF2B5EF4-FFF2-40B4-BE49-F238E27FC236}">
                  <a16:creationId xmlns:a16="http://schemas.microsoft.com/office/drawing/2014/main" xmlns="" id="{85FF2CAB-71DE-8661-67B2-A7A694D5F775}"/>
                </a:ext>
              </a:extLst>
            </p:cNvPr>
            <p:cNvSpPr/>
            <p:nvPr/>
          </p:nvSpPr>
          <p:spPr>
            <a:xfrm>
              <a:off x="2395400" y="758475"/>
              <a:ext cx="930750" cy="1366100"/>
            </a:xfrm>
            <a:custGeom>
              <a:avLst/>
              <a:gdLst/>
              <a:ahLst/>
              <a:cxnLst/>
              <a:rect l="l" t="t" r="r" b="b"/>
              <a:pathLst>
                <a:path w="37230" h="54644" extrusionOk="0">
                  <a:moveTo>
                    <a:pt x="18670" y="629"/>
                  </a:moveTo>
                  <a:cubicBezTo>
                    <a:pt x="22367" y="703"/>
                    <a:pt x="25953" y="2034"/>
                    <a:pt x="28689" y="4511"/>
                  </a:cubicBezTo>
                  <a:cubicBezTo>
                    <a:pt x="33865" y="9206"/>
                    <a:pt x="36527" y="16785"/>
                    <a:pt x="36601" y="23662"/>
                  </a:cubicBezTo>
                  <a:cubicBezTo>
                    <a:pt x="36638" y="23810"/>
                    <a:pt x="36638" y="23995"/>
                    <a:pt x="36638" y="24179"/>
                  </a:cubicBezTo>
                  <a:cubicBezTo>
                    <a:pt x="36638" y="30132"/>
                    <a:pt x="35270" y="37008"/>
                    <a:pt x="33163" y="42628"/>
                  </a:cubicBezTo>
                  <a:cubicBezTo>
                    <a:pt x="32090" y="45438"/>
                    <a:pt x="30870" y="47952"/>
                    <a:pt x="29540" y="49874"/>
                  </a:cubicBezTo>
                  <a:cubicBezTo>
                    <a:pt x="28209" y="51796"/>
                    <a:pt x="26767" y="53090"/>
                    <a:pt x="25399" y="53571"/>
                  </a:cubicBezTo>
                  <a:cubicBezTo>
                    <a:pt x="24475" y="53867"/>
                    <a:pt x="23587" y="54015"/>
                    <a:pt x="22700" y="54015"/>
                  </a:cubicBezTo>
                  <a:cubicBezTo>
                    <a:pt x="20297" y="54015"/>
                    <a:pt x="17931" y="52943"/>
                    <a:pt x="15786" y="51279"/>
                  </a:cubicBezTo>
                  <a:cubicBezTo>
                    <a:pt x="13642" y="49615"/>
                    <a:pt x="11720" y="47360"/>
                    <a:pt x="10167" y="45031"/>
                  </a:cubicBezTo>
                  <a:cubicBezTo>
                    <a:pt x="7283" y="40668"/>
                    <a:pt x="5324" y="35973"/>
                    <a:pt x="3253" y="31093"/>
                  </a:cubicBezTo>
                  <a:cubicBezTo>
                    <a:pt x="1664" y="27285"/>
                    <a:pt x="592" y="22996"/>
                    <a:pt x="592" y="18819"/>
                  </a:cubicBezTo>
                  <a:cubicBezTo>
                    <a:pt x="629" y="13569"/>
                    <a:pt x="2255" y="8541"/>
                    <a:pt x="6581" y="4918"/>
                  </a:cubicBezTo>
                  <a:lnTo>
                    <a:pt x="6655" y="4881"/>
                  </a:lnTo>
                  <a:cubicBezTo>
                    <a:pt x="9686" y="2367"/>
                    <a:pt x="14456" y="629"/>
                    <a:pt x="18411" y="629"/>
                  </a:cubicBezTo>
                  <a:close/>
                  <a:moveTo>
                    <a:pt x="18411" y="1"/>
                  </a:moveTo>
                  <a:cubicBezTo>
                    <a:pt x="14271" y="1"/>
                    <a:pt x="9428" y="1775"/>
                    <a:pt x="6248" y="4400"/>
                  </a:cubicBezTo>
                  <a:lnTo>
                    <a:pt x="6174" y="4437"/>
                  </a:lnTo>
                  <a:lnTo>
                    <a:pt x="6174" y="4474"/>
                  </a:lnTo>
                  <a:cubicBezTo>
                    <a:pt x="1701" y="8208"/>
                    <a:pt x="0" y="13421"/>
                    <a:pt x="0" y="18819"/>
                  </a:cubicBezTo>
                  <a:cubicBezTo>
                    <a:pt x="0" y="23107"/>
                    <a:pt x="1072" y="27470"/>
                    <a:pt x="2699" y="31352"/>
                  </a:cubicBezTo>
                  <a:cubicBezTo>
                    <a:pt x="4769" y="36232"/>
                    <a:pt x="6729" y="40927"/>
                    <a:pt x="9649" y="45401"/>
                  </a:cubicBezTo>
                  <a:cubicBezTo>
                    <a:pt x="11239" y="47767"/>
                    <a:pt x="13199" y="50059"/>
                    <a:pt x="15417" y="51760"/>
                  </a:cubicBezTo>
                  <a:cubicBezTo>
                    <a:pt x="17598" y="53497"/>
                    <a:pt x="20112" y="54643"/>
                    <a:pt x="22700" y="54643"/>
                  </a:cubicBezTo>
                  <a:cubicBezTo>
                    <a:pt x="23661" y="54643"/>
                    <a:pt x="24622" y="54458"/>
                    <a:pt x="25584" y="54126"/>
                  </a:cubicBezTo>
                  <a:cubicBezTo>
                    <a:pt x="27173" y="53608"/>
                    <a:pt x="28652" y="52203"/>
                    <a:pt x="30020" y="50207"/>
                  </a:cubicBezTo>
                  <a:cubicBezTo>
                    <a:pt x="34161" y="44328"/>
                    <a:pt x="37229" y="33237"/>
                    <a:pt x="37229" y="24179"/>
                  </a:cubicBezTo>
                  <a:cubicBezTo>
                    <a:pt x="37229" y="23995"/>
                    <a:pt x="37229" y="23810"/>
                    <a:pt x="37229" y="23662"/>
                  </a:cubicBezTo>
                  <a:cubicBezTo>
                    <a:pt x="37155" y="16637"/>
                    <a:pt x="34420" y="8910"/>
                    <a:pt x="29096" y="4067"/>
                  </a:cubicBezTo>
                  <a:cubicBezTo>
                    <a:pt x="26249" y="1442"/>
                    <a:pt x="22515" y="74"/>
                    <a:pt x="186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059;p53">
              <a:extLst>
                <a:ext uri="{FF2B5EF4-FFF2-40B4-BE49-F238E27FC236}">
                  <a16:creationId xmlns:a16="http://schemas.microsoft.com/office/drawing/2014/main" xmlns="" id="{1F3DF040-133B-1A54-0C02-BEDFE5B839FA}"/>
                </a:ext>
              </a:extLst>
            </p:cNvPr>
            <p:cNvSpPr/>
            <p:nvPr/>
          </p:nvSpPr>
          <p:spPr>
            <a:xfrm>
              <a:off x="2828875" y="1628375"/>
              <a:ext cx="212600" cy="129250"/>
            </a:xfrm>
            <a:custGeom>
              <a:avLst/>
              <a:gdLst/>
              <a:ahLst/>
              <a:cxnLst/>
              <a:rect l="l" t="t" r="r" b="b"/>
              <a:pathLst>
                <a:path w="8504" h="5170" extrusionOk="0">
                  <a:moveTo>
                    <a:pt x="6880" y="1"/>
                  </a:moveTo>
                  <a:cubicBezTo>
                    <a:pt x="6784" y="1"/>
                    <a:pt x="6682" y="40"/>
                    <a:pt x="6618" y="105"/>
                  </a:cubicBezTo>
                  <a:cubicBezTo>
                    <a:pt x="6544" y="253"/>
                    <a:pt x="6544" y="438"/>
                    <a:pt x="6692" y="549"/>
                  </a:cubicBezTo>
                  <a:cubicBezTo>
                    <a:pt x="6766" y="585"/>
                    <a:pt x="7062" y="881"/>
                    <a:pt x="7357" y="1251"/>
                  </a:cubicBezTo>
                  <a:cubicBezTo>
                    <a:pt x="7616" y="1621"/>
                    <a:pt x="7875" y="2138"/>
                    <a:pt x="7875" y="2619"/>
                  </a:cubicBezTo>
                  <a:cubicBezTo>
                    <a:pt x="7875" y="2730"/>
                    <a:pt x="7875" y="2841"/>
                    <a:pt x="7838" y="2952"/>
                  </a:cubicBezTo>
                  <a:cubicBezTo>
                    <a:pt x="7764" y="3284"/>
                    <a:pt x="7653" y="3469"/>
                    <a:pt x="7579" y="3543"/>
                  </a:cubicBezTo>
                  <a:cubicBezTo>
                    <a:pt x="7468" y="3617"/>
                    <a:pt x="7431" y="3617"/>
                    <a:pt x="7357" y="3617"/>
                  </a:cubicBezTo>
                  <a:cubicBezTo>
                    <a:pt x="7283" y="3617"/>
                    <a:pt x="7173" y="3617"/>
                    <a:pt x="7136" y="3580"/>
                  </a:cubicBezTo>
                  <a:lnTo>
                    <a:pt x="7062" y="3543"/>
                  </a:lnTo>
                  <a:cubicBezTo>
                    <a:pt x="7009" y="3517"/>
                    <a:pt x="6939" y="3491"/>
                    <a:pt x="6875" y="3491"/>
                  </a:cubicBezTo>
                  <a:cubicBezTo>
                    <a:pt x="6849" y="3491"/>
                    <a:pt x="6824" y="3495"/>
                    <a:pt x="6803" y="3506"/>
                  </a:cubicBezTo>
                  <a:cubicBezTo>
                    <a:pt x="6692" y="3506"/>
                    <a:pt x="6655" y="3580"/>
                    <a:pt x="6581" y="3654"/>
                  </a:cubicBezTo>
                  <a:cubicBezTo>
                    <a:pt x="6544" y="3728"/>
                    <a:pt x="6248" y="4172"/>
                    <a:pt x="5065" y="4467"/>
                  </a:cubicBezTo>
                  <a:cubicBezTo>
                    <a:pt x="4732" y="4541"/>
                    <a:pt x="4400" y="4541"/>
                    <a:pt x="4067" y="4541"/>
                  </a:cubicBezTo>
                  <a:cubicBezTo>
                    <a:pt x="3586" y="4541"/>
                    <a:pt x="3180" y="4504"/>
                    <a:pt x="2847" y="4430"/>
                  </a:cubicBezTo>
                  <a:cubicBezTo>
                    <a:pt x="2699" y="4393"/>
                    <a:pt x="2588" y="4357"/>
                    <a:pt x="2477" y="4320"/>
                  </a:cubicBezTo>
                  <a:lnTo>
                    <a:pt x="2403" y="4320"/>
                  </a:lnTo>
                  <a:lnTo>
                    <a:pt x="2366" y="4283"/>
                  </a:lnTo>
                  <a:cubicBezTo>
                    <a:pt x="2292" y="4283"/>
                    <a:pt x="2218" y="4283"/>
                    <a:pt x="2145" y="4320"/>
                  </a:cubicBezTo>
                  <a:cubicBezTo>
                    <a:pt x="2145" y="4320"/>
                    <a:pt x="1886" y="4393"/>
                    <a:pt x="1627" y="4393"/>
                  </a:cubicBezTo>
                  <a:cubicBezTo>
                    <a:pt x="1479" y="4393"/>
                    <a:pt x="1331" y="4393"/>
                    <a:pt x="1183" y="4320"/>
                  </a:cubicBezTo>
                  <a:cubicBezTo>
                    <a:pt x="1035" y="4246"/>
                    <a:pt x="888" y="4135"/>
                    <a:pt x="777" y="3950"/>
                  </a:cubicBezTo>
                  <a:cubicBezTo>
                    <a:pt x="666" y="3802"/>
                    <a:pt x="629" y="3617"/>
                    <a:pt x="629" y="3358"/>
                  </a:cubicBezTo>
                  <a:cubicBezTo>
                    <a:pt x="629" y="2952"/>
                    <a:pt x="777" y="2471"/>
                    <a:pt x="924" y="2064"/>
                  </a:cubicBezTo>
                  <a:cubicBezTo>
                    <a:pt x="1035" y="1879"/>
                    <a:pt x="1109" y="1695"/>
                    <a:pt x="1146" y="1584"/>
                  </a:cubicBezTo>
                  <a:cubicBezTo>
                    <a:pt x="1183" y="1547"/>
                    <a:pt x="1220" y="1473"/>
                    <a:pt x="1220" y="1473"/>
                  </a:cubicBezTo>
                  <a:lnTo>
                    <a:pt x="1257" y="1399"/>
                  </a:lnTo>
                  <a:cubicBezTo>
                    <a:pt x="1331" y="1251"/>
                    <a:pt x="1294" y="1066"/>
                    <a:pt x="1146" y="992"/>
                  </a:cubicBezTo>
                  <a:cubicBezTo>
                    <a:pt x="1097" y="968"/>
                    <a:pt x="1044" y="955"/>
                    <a:pt x="992" y="955"/>
                  </a:cubicBezTo>
                  <a:cubicBezTo>
                    <a:pt x="888" y="955"/>
                    <a:pt x="789" y="1004"/>
                    <a:pt x="740" y="1103"/>
                  </a:cubicBezTo>
                  <a:cubicBezTo>
                    <a:pt x="703" y="1103"/>
                    <a:pt x="555" y="1399"/>
                    <a:pt x="370" y="1842"/>
                  </a:cubicBezTo>
                  <a:cubicBezTo>
                    <a:pt x="185" y="2249"/>
                    <a:pt x="0" y="2804"/>
                    <a:pt x="0" y="3358"/>
                  </a:cubicBezTo>
                  <a:cubicBezTo>
                    <a:pt x="0" y="3691"/>
                    <a:pt x="74" y="4024"/>
                    <a:pt x="259" y="4283"/>
                  </a:cubicBezTo>
                  <a:cubicBezTo>
                    <a:pt x="444" y="4578"/>
                    <a:pt x="666" y="4763"/>
                    <a:pt x="924" y="4874"/>
                  </a:cubicBezTo>
                  <a:cubicBezTo>
                    <a:pt x="1183" y="4985"/>
                    <a:pt x="1405" y="5022"/>
                    <a:pt x="1627" y="5022"/>
                  </a:cubicBezTo>
                  <a:cubicBezTo>
                    <a:pt x="1934" y="5022"/>
                    <a:pt x="2171" y="4951"/>
                    <a:pt x="2287" y="4907"/>
                  </a:cubicBezTo>
                  <a:lnTo>
                    <a:pt x="2287" y="4907"/>
                  </a:lnTo>
                  <a:cubicBezTo>
                    <a:pt x="2545" y="4985"/>
                    <a:pt x="3248" y="5170"/>
                    <a:pt x="4067" y="5170"/>
                  </a:cubicBezTo>
                  <a:cubicBezTo>
                    <a:pt x="4437" y="5170"/>
                    <a:pt x="4806" y="5133"/>
                    <a:pt x="5176" y="5059"/>
                  </a:cubicBezTo>
                  <a:cubicBezTo>
                    <a:pt x="6212" y="4832"/>
                    <a:pt x="6730" y="4432"/>
                    <a:pt x="6966" y="4178"/>
                  </a:cubicBezTo>
                  <a:lnTo>
                    <a:pt x="6966" y="4178"/>
                  </a:lnTo>
                  <a:cubicBezTo>
                    <a:pt x="7072" y="4214"/>
                    <a:pt x="7205" y="4246"/>
                    <a:pt x="7357" y="4246"/>
                  </a:cubicBezTo>
                  <a:cubicBezTo>
                    <a:pt x="7542" y="4246"/>
                    <a:pt x="7801" y="4172"/>
                    <a:pt x="7986" y="3987"/>
                  </a:cubicBezTo>
                  <a:cubicBezTo>
                    <a:pt x="8208" y="3765"/>
                    <a:pt x="8356" y="3469"/>
                    <a:pt x="8430" y="3063"/>
                  </a:cubicBezTo>
                  <a:cubicBezTo>
                    <a:pt x="8466" y="2915"/>
                    <a:pt x="8503" y="2767"/>
                    <a:pt x="8503" y="2619"/>
                  </a:cubicBezTo>
                  <a:cubicBezTo>
                    <a:pt x="8503" y="1879"/>
                    <a:pt x="8134" y="1251"/>
                    <a:pt x="7764" y="807"/>
                  </a:cubicBezTo>
                  <a:cubicBezTo>
                    <a:pt x="7431" y="327"/>
                    <a:pt x="7062" y="68"/>
                    <a:pt x="7062" y="68"/>
                  </a:cubicBezTo>
                  <a:cubicBezTo>
                    <a:pt x="7015" y="21"/>
                    <a:pt x="6949" y="1"/>
                    <a:pt x="68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060;p53">
              <a:extLst>
                <a:ext uri="{FF2B5EF4-FFF2-40B4-BE49-F238E27FC236}">
                  <a16:creationId xmlns:a16="http://schemas.microsoft.com/office/drawing/2014/main" xmlns="" id="{6B281D5E-12B9-135F-AD3F-FBC36780A2F2}"/>
                </a:ext>
              </a:extLst>
            </p:cNvPr>
            <p:cNvSpPr/>
            <p:nvPr/>
          </p:nvSpPr>
          <p:spPr>
            <a:xfrm>
              <a:off x="2814075" y="1814925"/>
              <a:ext cx="290250" cy="143775"/>
            </a:xfrm>
            <a:custGeom>
              <a:avLst/>
              <a:gdLst/>
              <a:ahLst/>
              <a:cxnLst/>
              <a:rect l="l" t="t" r="r" b="b"/>
              <a:pathLst>
                <a:path w="11610" h="5751" extrusionOk="0">
                  <a:moveTo>
                    <a:pt x="11609" y="0"/>
                  </a:moveTo>
                  <a:cubicBezTo>
                    <a:pt x="11609" y="0"/>
                    <a:pt x="8200" y="1857"/>
                    <a:pt x="3239" y="1857"/>
                  </a:cubicBezTo>
                  <a:cubicBezTo>
                    <a:pt x="2220" y="1857"/>
                    <a:pt x="1135" y="1779"/>
                    <a:pt x="1" y="1590"/>
                  </a:cubicBezTo>
                  <a:lnTo>
                    <a:pt x="1" y="1590"/>
                  </a:lnTo>
                  <a:cubicBezTo>
                    <a:pt x="1" y="1590"/>
                    <a:pt x="2638" y="5751"/>
                    <a:pt x="5799" y="5751"/>
                  </a:cubicBezTo>
                  <a:cubicBezTo>
                    <a:pt x="6189" y="5751"/>
                    <a:pt x="6587" y="5688"/>
                    <a:pt x="6988" y="5546"/>
                  </a:cubicBezTo>
                  <a:cubicBezTo>
                    <a:pt x="10648" y="4289"/>
                    <a:pt x="11609" y="0"/>
                    <a:pt x="116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061;p53">
              <a:extLst>
                <a:ext uri="{FF2B5EF4-FFF2-40B4-BE49-F238E27FC236}">
                  <a16:creationId xmlns:a16="http://schemas.microsoft.com/office/drawing/2014/main" xmlns="" id="{6CB82578-7870-92D0-2F79-12888F56F0BF}"/>
                </a:ext>
              </a:extLst>
            </p:cNvPr>
            <p:cNvSpPr/>
            <p:nvPr/>
          </p:nvSpPr>
          <p:spPr>
            <a:xfrm>
              <a:off x="2830725" y="1828775"/>
              <a:ext cx="260650" cy="122025"/>
            </a:xfrm>
            <a:custGeom>
              <a:avLst/>
              <a:gdLst/>
              <a:ahLst/>
              <a:cxnLst/>
              <a:rect l="l" t="t" r="r" b="b"/>
              <a:pathLst>
                <a:path w="10426" h="4881" extrusionOk="0">
                  <a:moveTo>
                    <a:pt x="10426" y="1"/>
                  </a:moveTo>
                  <a:lnTo>
                    <a:pt x="10426" y="1"/>
                  </a:lnTo>
                  <a:cubicBezTo>
                    <a:pt x="9206" y="555"/>
                    <a:pt x="6359" y="1590"/>
                    <a:pt x="2588" y="1590"/>
                  </a:cubicBezTo>
                  <a:cubicBezTo>
                    <a:pt x="1775" y="1590"/>
                    <a:pt x="887" y="1553"/>
                    <a:pt x="0" y="1442"/>
                  </a:cubicBezTo>
                  <a:lnTo>
                    <a:pt x="0" y="1442"/>
                  </a:lnTo>
                  <a:cubicBezTo>
                    <a:pt x="0" y="1442"/>
                    <a:pt x="37" y="1479"/>
                    <a:pt x="37" y="1479"/>
                  </a:cubicBezTo>
                  <a:cubicBezTo>
                    <a:pt x="333" y="1886"/>
                    <a:pt x="740" y="2367"/>
                    <a:pt x="1257" y="2884"/>
                  </a:cubicBezTo>
                  <a:cubicBezTo>
                    <a:pt x="2292" y="3919"/>
                    <a:pt x="3697" y="4881"/>
                    <a:pt x="5139" y="4881"/>
                  </a:cubicBezTo>
                  <a:cubicBezTo>
                    <a:pt x="5509" y="4881"/>
                    <a:pt x="5842" y="4844"/>
                    <a:pt x="6211" y="4696"/>
                  </a:cubicBezTo>
                  <a:cubicBezTo>
                    <a:pt x="7838" y="4141"/>
                    <a:pt x="8910" y="2958"/>
                    <a:pt x="9613" y="1812"/>
                  </a:cubicBezTo>
                  <a:cubicBezTo>
                    <a:pt x="10019" y="1147"/>
                    <a:pt x="10278" y="481"/>
                    <a:pt x="104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062;p53">
              <a:extLst>
                <a:ext uri="{FF2B5EF4-FFF2-40B4-BE49-F238E27FC236}">
                  <a16:creationId xmlns:a16="http://schemas.microsoft.com/office/drawing/2014/main" xmlns="" id="{1B38AA43-E1D9-E18B-BC2B-873AFB5E842E}"/>
                </a:ext>
              </a:extLst>
            </p:cNvPr>
            <p:cNvSpPr/>
            <p:nvPr/>
          </p:nvSpPr>
          <p:spPr>
            <a:xfrm>
              <a:off x="2805750" y="1806900"/>
              <a:ext cx="306900" cy="159625"/>
            </a:xfrm>
            <a:custGeom>
              <a:avLst/>
              <a:gdLst/>
              <a:ahLst/>
              <a:cxnLst/>
              <a:rect l="l" t="t" r="r" b="b"/>
              <a:pathLst>
                <a:path w="12276" h="6385" extrusionOk="0">
                  <a:moveTo>
                    <a:pt x="11443" y="879"/>
                  </a:moveTo>
                  <a:cubicBezTo>
                    <a:pt x="11288" y="1343"/>
                    <a:pt x="11019" y="2008"/>
                    <a:pt x="10612" y="2687"/>
                  </a:cubicBezTo>
                  <a:cubicBezTo>
                    <a:pt x="9909" y="3833"/>
                    <a:pt x="8837" y="5016"/>
                    <a:pt x="7210" y="5571"/>
                  </a:cubicBezTo>
                  <a:cubicBezTo>
                    <a:pt x="6841" y="5719"/>
                    <a:pt x="6508" y="5756"/>
                    <a:pt x="6138" y="5756"/>
                  </a:cubicBezTo>
                  <a:cubicBezTo>
                    <a:pt x="4696" y="5756"/>
                    <a:pt x="3291" y="4794"/>
                    <a:pt x="2256" y="3759"/>
                  </a:cubicBezTo>
                  <a:cubicBezTo>
                    <a:pt x="1739" y="3242"/>
                    <a:pt x="1332" y="2761"/>
                    <a:pt x="1036" y="2354"/>
                  </a:cubicBezTo>
                  <a:cubicBezTo>
                    <a:pt x="1024" y="2339"/>
                    <a:pt x="1012" y="2324"/>
                    <a:pt x="1000" y="2309"/>
                  </a:cubicBezTo>
                  <a:lnTo>
                    <a:pt x="1000" y="2309"/>
                  </a:lnTo>
                  <a:cubicBezTo>
                    <a:pt x="1908" y="2419"/>
                    <a:pt x="2771" y="2465"/>
                    <a:pt x="3587" y="2465"/>
                  </a:cubicBezTo>
                  <a:cubicBezTo>
                    <a:pt x="7348" y="2465"/>
                    <a:pt x="10219" y="1410"/>
                    <a:pt x="11443" y="879"/>
                  </a:cubicBezTo>
                  <a:close/>
                  <a:moveTo>
                    <a:pt x="11932" y="1"/>
                  </a:moveTo>
                  <a:cubicBezTo>
                    <a:pt x="11886" y="1"/>
                    <a:pt x="11841" y="10"/>
                    <a:pt x="11795" y="25"/>
                  </a:cubicBezTo>
                  <a:lnTo>
                    <a:pt x="11758" y="62"/>
                  </a:lnTo>
                  <a:cubicBezTo>
                    <a:pt x="11388" y="247"/>
                    <a:pt x="8171" y="1874"/>
                    <a:pt x="3587" y="1874"/>
                  </a:cubicBezTo>
                  <a:cubicBezTo>
                    <a:pt x="2589" y="1874"/>
                    <a:pt x="1517" y="1800"/>
                    <a:pt x="371" y="1615"/>
                  </a:cubicBezTo>
                  <a:cubicBezTo>
                    <a:pt x="343" y="1606"/>
                    <a:pt x="315" y="1601"/>
                    <a:pt x="288" y="1601"/>
                  </a:cubicBezTo>
                  <a:cubicBezTo>
                    <a:pt x="207" y="1601"/>
                    <a:pt x="130" y="1643"/>
                    <a:pt x="75" y="1726"/>
                  </a:cubicBezTo>
                  <a:cubicBezTo>
                    <a:pt x="1" y="1837"/>
                    <a:pt x="1" y="1948"/>
                    <a:pt x="75" y="2059"/>
                  </a:cubicBezTo>
                  <a:cubicBezTo>
                    <a:pt x="75" y="2096"/>
                    <a:pt x="740" y="3131"/>
                    <a:pt x="1849" y="4203"/>
                  </a:cubicBezTo>
                  <a:cubicBezTo>
                    <a:pt x="2922" y="5275"/>
                    <a:pt x="4437" y="6384"/>
                    <a:pt x="6138" y="6384"/>
                  </a:cubicBezTo>
                  <a:cubicBezTo>
                    <a:pt x="6582" y="6384"/>
                    <a:pt x="6988" y="6310"/>
                    <a:pt x="7432" y="6162"/>
                  </a:cubicBezTo>
                  <a:cubicBezTo>
                    <a:pt x="9355" y="5497"/>
                    <a:pt x="10538" y="4055"/>
                    <a:pt x="11277" y="2761"/>
                  </a:cubicBezTo>
                  <a:cubicBezTo>
                    <a:pt x="11979" y="1504"/>
                    <a:pt x="12238" y="395"/>
                    <a:pt x="12238" y="395"/>
                  </a:cubicBezTo>
                  <a:cubicBezTo>
                    <a:pt x="12275" y="247"/>
                    <a:pt x="12201" y="136"/>
                    <a:pt x="12127" y="62"/>
                  </a:cubicBezTo>
                  <a:cubicBezTo>
                    <a:pt x="12062" y="19"/>
                    <a:pt x="11997" y="1"/>
                    <a:pt x="11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063;p53">
              <a:extLst>
                <a:ext uri="{FF2B5EF4-FFF2-40B4-BE49-F238E27FC236}">
                  <a16:creationId xmlns:a16="http://schemas.microsoft.com/office/drawing/2014/main" xmlns="" id="{7D8FA001-E58E-4D12-BA78-3DC661BEF3F6}"/>
                </a:ext>
              </a:extLst>
            </p:cNvPr>
            <p:cNvSpPr/>
            <p:nvPr/>
          </p:nvSpPr>
          <p:spPr>
            <a:xfrm>
              <a:off x="2814075" y="1798525"/>
              <a:ext cx="290250" cy="66100"/>
            </a:xfrm>
            <a:custGeom>
              <a:avLst/>
              <a:gdLst/>
              <a:ahLst/>
              <a:cxnLst/>
              <a:rect l="l" t="t" r="r" b="b"/>
              <a:pathLst>
                <a:path w="11610" h="2644" extrusionOk="0">
                  <a:moveTo>
                    <a:pt x="8052" y="0"/>
                  </a:moveTo>
                  <a:cubicBezTo>
                    <a:pt x="7895" y="0"/>
                    <a:pt x="7749" y="9"/>
                    <a:pt x="7617" y="28"/>
                  </a:cubicBezTo>
                  <a:cubicBezTo>
                    <a:pt x="6360" y="175"/>
                    <a:pt x="5546" y="1285"/>
                    <a:pt x="5546" y="1285"/>
                  </a:cubicBezTo>
                  <a:cubicBezTo>
                    <a:pt x="5546" y="1285"/>
                    <a:pt x="3809" y="471"/>
                    <a:pt x="2700" y="471"/>
                  </a:cubicBezTo>
                  <a:cubicBezTo>
                    <a:pt x="1590" y="471"/>
                    <a:pt x="1" y="2246"/>
                    <a:pt x="1" y="2246"/>
                  </a:cubicBezTo>
                  <a:cubicBezTo>
                    <a:pt x="1" y="2246"/>
                    <a:pt x="1748" y="2643"/>
                    <a:pt x="4072" y="2643"/>
                  </a:cubicBezTo>
                  <a:cubicBezTo>
                    <a:pt x="6397" y="2643"/>
                    <a:pt x="9299" y="2246"/>
                    <a:pt x="11609" y="656"/>
                  </a:cubicBezTo>
                  <a:cubicBezTo>
                    <a:pt x="11609" y="656"/>
                    <a:pt x="9433" y="0"/>
                    <a:pt x="805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064;p53">
              <a:extLst>
                <a:ext uri="{FF2B5EF4-FFF2-40B4-BE49-F238E27FC236}">
                  <a16:creationId xmlns:a16="http://schemas.microsoft.com/office/drawing/2014/main" xmlns="" id="{3A8E2DB1-CABC-D3BC-2A72-77DC3AB76A42}"/>
                </a:ext>
              </a:extLst>
            </p:cNvPr>
            <p:cNvSpPr/>
            <p:nvPr/>
          </p:nvSpPr>
          <p:spPr>
            <a:xfrm>
              <a:off x="2814075" y="1798275"/>
              <a:ext cx="290250" cy="65650"/>
            </a:xfrm>
            <a:custGeom>
              <a:avLst/>
              <a:gdLst/>
              <a:ahLst/>
              <a:cxnLst/>
              <a:rect l="l" t="t" r="r" b="b"/>
              <a:pathLst>
                <a:path w="11610" h="2626" extrusionOk="0">
                  <a:moveTo>
                    <a:pt x="7986" y="1"/>
                  </a:moveTo>
                  <a:cubicBezTo>
                    <a:pt x="7875" y="1"/>
                    <a:pt x="7728" y="1"/>
                    <a:pt x="7617" y="38"/>
                  </a:cubicBezTo>
                  <a:cubicBezTo>
                    <a:pt x="6360" y="185"/>
                    <a:pt x="5546" y="1295"/>
                    <a:pt x="5546" y="1295"/>
                  </a:cubicBezTo>
                  <a:cubicBezTo>
                    <a:pt x="5546" y="1295"/>
                    <a:pt x="3809" y="481"/>
                    <a:pt x="2700" y="481"/>
                  </a:cubicBezTo>
                  <a:cubicBezTo>
                    <a:pt x="1590" y="481"/>
                    <a:pt x="1" y="2256"/>
                    <a:pt x="1" y="2256"/>
                  </a:cubicBezTo>
                  <a:cubicBezTo>
                    <a:pt x="1" y="2256"/>
                    <a:pt x="1738" y="2625"/>
                    <a:pt x="4067" y="2625"/>
                  </a:cubicBezTo>
                  <a:cubicBezTo>
                    <a:pt x="6397" y="2625"/>
                    <a:pt x="9280" y="2256"/>
                    <a:pt x="11609" y="666"/>
                  </a:cubicBezTo>
                  <a:cubicBezTo>
                    <a:pt x="11609" y="666"/>
                    <a:pt x="9354" y="1"/>
                    <a:pt x="798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065;p53">
              <a:extLst>
                <a:ext uri="{FF2B5EF4-FFF2-40B4-BE49-F238E27FC236}">
                  <a16:creationId xmlns:a16="http://schemas.microsoft.com/office/drawing/2014/main" xmlns="" id="{A4C902EA-2CC4-6D3B-2A21-5076243F98E1}"/>
                </a:ext>
              </a:extLst>
            </p:cNvPr>
            <p:cNvSpPr/>
            <p:nvPr/>
          </p:nvSpPr>
          <p:spPr>
            <a:xfrm>
              <a:off x="2805750" y="1790875"/>
              <a:ext cx="305975" cy="81375"/>
            </a:xfrm>
            <a:custGeom>
              <a:avLst/>
              <a:gdLst/>
              <a:ahLst/>
              <a:cxnLst/>
              <a:rect l="l" t="t" r="r" b="b"/>
              <a:pathLst>
                <a:path w="12239" h="3255" extrusionOk="0">
                  <a:moveTo>
                    <a:pt x="8319" y="592"/>
                  </a:moveTo>
                  <a:cubicBezTo>
                    <a:pt x="8985" y="592"/>
                    <a:pt x="9872" y="777"/>
                    <a:pt x="10575" y="925"/>
                  </a:cubicBezTo>
                  <a:cubicBezTo>
                    <a:pt x="10806" y="971"/>
                    <a:pt x="11009" y="1018"/>
                    <a:pt x="11183" y="1064"/>
                  </a:cubicBezTo>
                  <a:lnTo>
                    <a:pt x="11183" y="1064"/>
                  </a:lnTo>
                  <a:cubicBezTo>
                    <a:pt x="9062" y="2285"/>
                    <a:pt x="6499" y="2626"/>
                    <a:pt x="4400" y="2626"/>
                  </a:cubicBezTo>
                  <a:cubicBezTo>
                    <a:pt x="3254" y="2626"/>
                    <a:pt x="2256" y="2552"/>
                    <a:pt x="1517" y="2441"/>
                  </a:cubicBezTo>
                  <a:cubicBezTo>
                    <a:pt x="1309" y="2418"/>
                    <a:pt x="1116" y="2380"/>
                    <a:pt x="955" y="2346"/>
                  </a:cubicBezTo>
                  <a:lnTo>
                    <a:pt x="955" y="2346"/>
                  </a:lnTo>
                  <a:cubicBezTo>
                    <a:pt x="1146" y="2167"/>
                    <a:pt x="1393" y="1947"/>
                    <a:pt x="1665" y="1738"/>
                  </a:cubicBezTo>
                  <a:cubicBezTo>
                    <a:pt x="1886" y="1554"/>
                    <a:pt x="2145" y="1406"/>
                    <a:pt x="2404" y="1295"/>
                  </a:cubicBezTo>
                  <a:cubicBezTo>
                    <a:pt x="2626" y="1184"/>
                    <a:pt x="2848" y="1110"/>
                    <a:pt x="3033" y="1110"/>
                  </a:cubicBezTo>
                  <a:cubicBezTo>
                    <a:pt x="3513" y="1110"/>
                    <a:pt x="4216" y="1295"/>
                    <a:pt x="4770" y="1480"/>
                  </a:cubicBezTo>
                  <a:cubicBezTo>
                    <a:pt x="5066" y="1591"/>
                    <a:pt x="5288" y="1664"/>
                    <a:pt x="5473" y="1738"/>
                  </a:cubicBezTo>
                  <a:cubicBezTo>
                    <a:pt x="5584" y="1775"/>
                    <a:pt x="5657" y="1812"/>
                    <a:pt x="5694" y="1849"/>
                  </a:cubicBezTo>
                  <a:lnTo>
                    <a:pt x="5768" y="1886"/>
                  </a:lnTo>
                  <a:cubicBezTo>
                    <a:pt x="5796" y="1896"/>
                    <a:pt x="5828" y="1900"/>
                    <a:pt x="5863" y="1900"/>
                  </a:cubicBezTo>
                  <a:cubicBezTo>
                    <a:pt x="5965" y="1900"/>
                    <a:pt x="6083" y="1859"/>
                    <a:pt x="6138" y="1775"/>
                  </a:cubicBezTo>
                  <a:cubicBezTo>
                    <a:pt x="6175" y="1701"/>
                    <a:pt x="6397" y="1443"/>
                    <a:pt x="6693" y="1184"/>
                  </a:cubicBezTo>
                  <a:cubicBezTo>
                    <a:pt x="7025" y="925"/>
                    <a:pt x="7469" y="703"/>
                    <a:pt x="7987" y="629"/>
                  </a:cubicBezTo>
                  <a:cubicBezTo>
                    <a:pt x="8098" y="592"/>
                    <a:pt x="8208" y="592"/>
                    <a:pt x="8319" y="592"/>
                  </a:cubicBezTo>
                  <a:close/>
                  <a:moveTo>
                    <a:pt x="7913" y="1"/>
                  </a:moveTo>
                  <a:cubicBezTo>
                    <a:pt x="7210" y="112"/>
                    <a:pt x="6619" y="444"/>
                    <a:pt x="6249" y="777"/>
                  </a:cubicBezTo>
                  <a:cubicBezTo>
                    <a:pt x="6067" y="941"/>
                    <a:pt x="5921" y="1095"/>
                    <a:pt x="5820" y="1210"/>
                  </a:cubicBezTo>
                  <a:lnTo>
                    <a:pt x="5820" y="1210"/>
                  </a:lnTo>
                  <a:cubicBezTo>
                    <a:pt x="5634" y="1135"/>
                    <a:pt x="5339" y="1018"/>
                    <a:pt x="4992" y="888"/>
                  </a:cubicBezTo>
                  <a:cubicBezTo>
                    <a:pt x="4400" y="703"/>
                    <a:pt x="3661" y="481"/>
                    <a:pt x="3033" y="481"/>
                  </a:cubicBezTo>
                  <a:cubicBezTo>
                    <a:pt x="2663" y="481"/>
                    <a:pt x="2330" y="629"/>
                    <a:pt x="1997" y="814"/>
                  </a:cubicBezTo>
                  <a:cubicBezTo>
                    <a:pt x="999" y="1332"/>
                    <a:pt x="112" y="2330"/>
                    <a:pt x="112" y="2330"/>
                  </a:cubicBezTo>
                  <a:cubicBezTo>
                    <a:pt x="38" y="2404"/>
                    <a:pt x="1" y="2515"/>
                    <a:pt x="38" y="2626"/>
                  </a:cubicBezTo>
                  <a:cubicBezTo>
                    <a:pt x="75" y="2737"/>
                    <a:pt x="149" y="2811"/>
                    <a:pt x="260" y="2848"/>
                  </a:cubicBezTo>
                  <a:cubicBezTo>
                    <a:pt x="260" y="2848"/>
                    <a:pt x="2034" y="3254"/>
                    <a:pt x="4400" y="3254"/>
                  </a:cubicBezTo>
                  <a:cubicBezTo>
                    <a:pt x="6767" y="3254"/>
                    <a:pt x="9724" y="2848"/>
                    <a:pt x="12090" y="1221"/>
                  </a:cubicBezTo>
                  <a:cubicBezTo>
                    <a:pt x="12201" y="1147"/>
                    <a:pt x="12238" y="1036"/>
                    <a:pt x="12238" y="888"/>
                  </a:cubicBezTo>
                  <a:cubicBezTo>
                    <a:pt x="12201" y="777"/>
                    <a:pt x="12127" y="703"/>
                    <a:pt x="12016" y="666"/>
                  </a:cubicBezTo>
                  <a:cubicBezTo>
                    <a:pt x="12016" y="666"/>
                    <a:pt x="11462" y="481"/>
                    <a:pt x="10722" y="334"/>
                  </a:cubicBezTo>
                  <a:cubicBezTo>
                    <a:pt x="9983" y="149"/>
                    <a:pt x="9059" y="1"/>
                    <a:pt x="83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066;p53">
              <a:extLst>
                <a:ext uri="{FF2B5EF4-FFF2-40B4-BE49-F238E27FC236}">
                  <a16:creationId xmlns:a16="http://schemas.microsoft.com/office/drawing/2014/main" xmlns="" id="{77111C09-71AF-003F-C32D-A7B485D0A984}"/>
                </a:ext>
              </a:extLst>
            </p:cNvPr>
            <p:cNvSpPr/>
            <p:nvPr/>
          </p:nvSpPr>
          <p:spPr>
            <a:xfrm>
              <a:off x="3056225" y="1479400"/>
              <a:ext cx="52725" cy="99850"/>
            </a:xfrm>
            <a:custGeom>
              <a:avLst/>
              <a:gdLst/>
              <a:ahLst/>
              <a:cxnLst/>
              <a:rect l="l" t="t" r="r" b="b"/>
              <a:pathLst>
                <a:path w="2109" h="3994" extrusionOk="0">
                  <a:moveTo>
                    <a:pt x="999" y="1"/>
                  </a:moveTo>
                  <a:cubicBezTo>
                    <a:pt x="445" y="38"/>
                    <a:pt x="1" y="925"/>
                    <a:pt x="38" y="2034"/>
                  </a:cubicBezTo>
                  <a:cubicBezTo>
                    <a:pt x="38" y="3106"/>
                    <a:pt x="519" y="3994"/>
                    <a:pt x="1073" y="3994"/>
                  </a:cubicBezTo>
                  <a:cubicBezTo>
                    <a:pt x="1665" y="3957"/>
                    <a:pt x="2108" y="3069"/>
                    <a:pt x="2071" y="1960"/>
                  </a:cubicBezTo>
                  <a:cubicBezTo>
                    <a:pt x="2071" y="888"/>
                    <a:pt x="1591" y="1"/>
                    <a:pt x="9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067;p53">
              <a:extLst>
                <a:ext uri="{FF2B5EF4-FFF2-40B4-BE49-F238E27FC236}">
                  <a16:creationId xmlns:a16="http://schemas.microsoft.com/office/drawing/2014/main" xmlns="" id="{7B94E49D-1393-A22C-67C8-1F4DD6C8B376}"/>
                </a:ext>
              </a:extLst>
            </p:cNvPr>
            <p:cNvSpPr/>
            <p:nvPr/>
          </p:nvSpPr>
          <p:spPr>
            <a:xfrm>
              <a:off x="2738300" y="1507125"/>
              <a:ext cx="52700" cy="99850"/>
            </a:xfrm>
            <a:custGeom>
              <a:avLst/>
              <a:gdLst/>
              <a:ahLst/>
              <a:cxnLst/>
              <a:rect l="l" t="t" r="r" b="b"/>
              <a:pathLst>
                <a:path w="2108" h="3994" extrusionOk="0">
                  <a:moveTo>
                    <a:pt x="998" y="1"/>
                  </a:moveTo>
                  <a:cubicBezTo>
                    <a:pt x="444" y="38"/>
                    <a:pt x="0" y="925"/>
                    <a:pt x="37" y="2034"/>
                  </a:cubicBezTo>
                  <a:cubicBezTo>
                    <a:pt x="37" y="3106"/>
                    <a:pt x="518" y="3994"/>
                    <a:pt x="1109" y="3994"/>
                  </a:cubicBezTo>
                  <a:cubicBezTo>
                    <a:pt x="1664" y="3957"/>
                    <a:pt x="2107" y="3069"/>
                    <a:pt x="2070" y="1997"/>
                  </a:cubicBezTo>
                  <a:cubicBezTo>
                    <a:pt x="2070" y="888"/>
                    <a:pt x="1590" y="1"/>
                    <a:pt x="9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068;p53">
              <a:extLst>
                <a:ext uri="{FF2B5EF4-FFF2-40B4-BE49-F238E27FC236}">
                  <a16:creationId xmlns:a16="http://schemas.microsoft.com/office/drawing/2014/main" xmlns="" id="{437B7703-6954-A303-F2C6-9E248F2CA3BD}"/>
                </a:ext>
              </a:extLst>
            </p:cNvPr>
            <p:cNvSpPr/>
            <p:nvPr/>
          </p:nvSpPr>
          <p:spPr>
            <a:xfrm>
              <a:off x="2618125" y="1404550"/>
              <a:ext cx="187650" cy="83925"/>
            </a:xfrm>
            <a:custGeom>
              <a:avLst/>
              <a:gdLst/>
              <a:ahLst/>
              <a:cxnLst/>
              <a:rect l="l" t="t" r="r" b="b"/>
              <a:pathLst>
                <a:path w="7506" h="3357" extrusionOk="0">
                  <a:moveTo>
                    <a:pt x="6138" y="0"/>
                  </a:moveTo>
                  <a:cubicBezTo>
                    <a:pt x="3883" y="0"/>
                    <a:pt x="2367" y="702"/>
                    <a:pt x="1406" y="1442"/>
                  </a:cubicBezTo>
                  <a:cubicBezTo>
                    <a:pt x="482" y="2144"/>
                    <a:pt x="112" y="2884"/>
                    <a:pt x="75" y="2921"/>
                  </a:cubicBezTo>
                  <a:cubicBezTo>
                    <a:pt x="1" y="3069"/>
                    <a:pt x="75" y="3253"/>
                    <a:pt x="223" y="3327"/>
                  </a:cubicBezTo>
                  <a:cubicBezTo>
                    <a:pt x="262" y="3347"/>
                    <a:pt x="305" y="3356"/>
                    <a:pt x="347" y="3356"/>
                  </a:cubicBezTo>
                  <a:cubicBezTo>
                    <a:pt x="462" y="3356"/>
                    <a:pt x="575" y="3288"/>
                    <a:pt x="629" y="3180"/>
                  </a:cubicBezTo>
                  <a:cubicBezTo>
                    <a:pt x="666" y="3143"/>
                    <a:pt x="1036" y="2477"/>
                    <a:pt x="1886" y="1849"/>
                  </a:cubicBezTo>
                  <a:cubicBezTo>
                    <a:pt x="2737" y="1220"/>
                    <a:pt x="4068" y="629"/>
                    <a:pt x="6138" y="629"/>
                  </a:cubicBezTo>
                  <a:cubicBezTo>
                    <a:pt x="6471" y="629"/>
                    <a:pt x="6804" y="629"/>
                    <a:pt x="7173" y="666"/>
                  </a:cubicBezTo>
                  <a:cubicBezTo>
                    <a:pt x="7321" y="666"/>
                    <a:pt x="7506" y="555"/>
                    <a:pt x="7506" y="370"/>
                  </a:cubicBezTo>
                  <a:cubicBezTo>
                    <a:pt x="7506" y="222"/>
                    <a:pt x="7395" y="74"/>
                    <a:pt x="7210" y="37"/>
                  </a:cubicBezTo>
                  <a:cubicBezTo>
                    <a:pt x="6840" y="0"/>
                    <a:pt x="6508" y="0"/>
                    <a:pt x="61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069;p53">
              <a:extLst>
                <a:ext uri="{FF2B5EF4-FFF2-40B4-BE49-F238E27FC236}">
                  <a16:creationId xmlns:a16="http://schemas.microsoft.com/office/drawing/2014/main" xmlns="" id="{60D7DF6D-B60E-7A62-1930-DBAB54704C87}"/>
                </a:ext>
              </a:extLst>
            </p:cNvPr>
            <p:cNvSpPr/>
            <p:nvPr/>
          </p:nvSpPr>
          <p:spPr>
            <a:xfrm>
              <a:off x="2980450" y="1388825"/>
              <a:ext cx="199675" cy="71950"/>
            </a:xfrm>
            <a:custGeom>
              <a:avLst/>
              <a:gdLst/>
              <a:ahLst/>
              <a:cxnLst/>
              <a:rect l="l" t="t" r="r" b="b"/>
              <a:pathLst>
                <a:path w="7987" h="2878" extrusionOk="0">
                  <a:moveTo>
                    <a:pt x="2958" y="1"/>
                  </a:moveTo>
                  <a:cubicBezTo>
                    <a:pt x="1368" y="1"/>
                    <a:pt x="222" y="518"/>
                    <a:pt x="222" y="555"/>
                  </a:cubicBezTo>
                  <a:cubicBezTo>
                    <a:pt x="37" y="629"/>
                    <a:pt x="0" y="777"/>
                    <a:pt x="37" y="962"/>
                  </a:cubicBezTo>
                  <a:cubicBezTo>
                    <a:pt x="92" y="1070"/>
                    <a:pt x="205" y="1139"/>
                    <a:pt x="320" y="1139"/>
                  </a:cubicBezTo>
                  <a:cubicBezTo>
                    <a:pt x="362" y="1139"/>
                    <a:pt x="404" y="1129"/>
                    <a:pt x="444" y="1110"/>
                  </a:cubicBezTo>
                  <a:lnTo>
                    <a:pt x="481" y="1110"/>
                  </a:lnTo>
                  <a:cubicBezTo>
                    <a:pt x="555" y="1073"/>
                    <a:pt x="1627" y="629"/>
                    <a:pt x="2958" y="629"/>
                  </a:cubicBezTo>
                  <a:cubicBezTo>
                    <a:pt x="4326" y="629"/>
                    <a:pt x="5990" y="1073"/>
                    <a:pt x="7395" y="2773"/>
                  </a:cubicBezTo>
                  <a:cubicBezTo>
                    <a:pt x="7459" y="2838"/>
                    <a:pt x="7548" y="2877"/>
                    <a:pt x="7641" y="2877"/>
                  </a:cubicBezTo>
                  <a:cubicBezTo>
                    <a:pt x="7708" y="2877"/>
                    <a:pt x="7776" y="2857"/>
                    <a:pt x="7838" y="2810"/>
                  </a:cubicBezTo>
                  <a:cubicBezTo>
                    <a:pt x="7986" y="2699"/>
                    <a:pt x="7986" y="2515"/>
                    <a:pt x="7875" y="2367"/>
                  </a:cubicBezTo>
                  <a:cubicBezTo>
                    <a:pt x="6359" y="518"/>
                    <a:pt x="4437" y="1"/>
                    <a:pt x="2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070;p53">
              <a:extLst>
                <a:ext uri="{FF2B5EF4-FFF2-40B4-BE49-F238E27FC236}">
                  <a16:creationId xmlns:a16="http://schemas.microsoft.com/office/drawing/2014/main" xmlns="" id="{95F8A70E-E3DA-090E-E531-B167D963E192}"/>
                </a:ext>
              </a:extLst>
            </p:cNvPr>
            <p:cNvSpPr/>
            <p:nvPr/>
          </p:nvSpPr>
          <p:spPr>
            <a:xfrm>
              <a:off x="2362125" y="766675"/>
              <a:ext cx="956625" cy="758050"/>
            </a:xfrm>
            <a:custGeom>
              <a:avLst/>
              <a:gdLst/>
              <a:ahLst/>
              <a:cxnLst/>
              <a:rect l="l" t="t" r="r" b="b"/>
              <a:pathLst>
                <a:path w="38265" h="30322" extrusionOk="0">
                  <a:moveTo>
                    <a:pt x="19641" y="0"/>
                  </a:moveTo>
                  <a:cubicBezTo>
                    <a:pt x="15611" y="0"/>
                    <a:pt x="10851" y="1781"/>
                    <a:pt x="7764" y="4294"/>
                  </a:cubicBezTo>
                  <a:lnTo>
                    <a:pt x="7727" y="4368"/>
                  </a:lnTo>
                  <a:cubicBezTo>
                    <a:pt x="0" y="10801"/>
                    <a:pt x="629" y="21744"/>
                    <a:pt x="4067" y="30321"/>
                  </a:cubicBezTo>
                  <a:cubicBezTo>
                    <a:pt x="4474" y="27401"/>
                    <a:pt x="5952" y="20783"/>
                    <a:pt x="10906" y="16642"/>
                  </a:cubicBezTo>
                  <a:cubicBezTo>
                    <a:pt x="14418" y="13746"/>
                    <a:pt x="17918" y="12680"/>
                    <a:pt x="21094" y="12680"/>
                  </a:cubicBezTo>
                  <a:cubicBezTo>
                    <a:pt x="23837" y="12680"/>
                    <a:pt x="26337" y="13475"/>
                    <a:pt x="28393" y="14572"/>
                  </a:cubicBezTo>
                  <a:cubicBezTo>
                    <a:pt x="32017" y="16531"/>
                    <a:pt x="36194" y="20265"/>
                    <a:pt x="38191" y="25922"/>
                  </a:cubicBezTo>
                  <a:cubicBezTo>
                    <a:pt x="38265" y="25034"/>
                    <a:pt x="38265" y="24184"/>
                    <a:pt x="38265" y="23334"/>
                  </a:cubicBezTo>
                  <a:cubicBezTo>
                    <a:pt x="38154" y="16383"/>
                    <a:pt x="35492" y="8730"/>
                    <a:pt x="30205" y="3961"/>
                  </a:cubicBezTo>
                  <a:cubicBezTo>
                    <a:pt x="27432" y="1410"/>
                    <a:pt x="23772" y="79"/>
                    <a:pt x="20001" y="5"/>
                  </a:cubicBezTo>
                  <a:cubicBezTo>
                    <a:pt x="19882" y="2"/>
                    <a:pt x="19762" y="0"/>
                    <a:pt x="196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071;p53">
              <a:extLst>
                <a:ext uri="{FF2B5EF4-FFF2-40B4-BE49-F238E27FC236}">
                  <a16:creationId xmlns:a16="http://schemas.microsoft.com/office/drawing/2014/main" xmlns="" id="{D4D9BB61-DE96-2FE7-0525-7B9CC74F8469}"/>
                </a:ext>
              </a:extLst>
            </p:cNvPr>
            <p:cNvSpPr/>
            <p:nvPr/>
          </p:nvSpPr>
          <p:spPr>
            <a:xfrm>
              <a:off x="2402775" y="765875"/>
              <a:ext cx="915975" cy="758850"/>
            </a:xfrm>
            <a:custGeom>
              <a:avLst/>
              <a:gdLst/>
              <a:ahLst/>
              <a:cxnLst/>
              <a:rect l="l" t="t" r="r" b="b"/>
              <a:pathLst>
                <a:path w="36639" h="30354" extrusionOk="0">
                  <a:moveTo>
                    <a:pt x="18116" y="0"/>
                  </a:moveTo>
                  <a:cubicBezTo>
                    <a:pt x="14050" y="0"/>
                    <a:pt x="9243" y="1775"/>
                    <a:pt x="6138" y="4326"/>
                  </a:cubicBezTo>
                  <a:lnTo>
                    <a:pt x="6101" y="4400"/>
                  </a:lnTo>
                  <a:cubicBezTo>
                    <a:pt x="1701" y="8060"/>
                    <a:pt x="1" y="13199"/>
                    <a:pt x="1" y="18523"/>
                  </a:cubicBezTo>
                  <a:cubicBezTo>
                    <a:pt x="1" y="22552"/>
                    <a:pt x="962" y="26656"/>
                    <a:pt x="2441" y="30353"/>
                  </a:cubicBezTo>
                  <a:cubicBezTo>
                    <a:pt x="2848" y="27433"/>
                    <a:pt x="4326" y="20815"/>
                    <a:pt x="9280" y="16674"/>
                  </a:cubicBezTo>
                  <a:cubicBezTo>
                    <a:pt x="12793" y="13790"/>
                    <a:pt x="16305" y="12718"/>
                    <a:pt x="19447" y="12718"/>
                  </a:cubicBezTo>
                  <a:cubicBezTo>
                    <a:pt x="22220" y="12718"/>
                    <a:pt x="24697" y="13495"/>
                    <a:pt x="26767" y="14604"/>
                  </a:cubicBezTo>
                  <a:cubicBezTo>
                    <a:pt x="30391" y="16563"/>
                    <a:pt x="34568" y="20297"/>
                    <a:pt x="36565" y="25954"/>
                  </a:cubicBezTo>
                  <a:cubicBezTo>
                    <a:pt x="36602" y="25214"/>
                    <a:pt x="36639" y="24512"/>
                    <a:pt x="36639" y="23846"/>
                  </a:cubicBezTo>
                  <a:cubicBezTo>
                    <a:pt x="36639" y="23662"/>
                    <a:pt x="36639" y="23514"/>
                    <a:pt x="36639" y="23366"/>
                  </a:cubicBezTo>
                  <a:cubicBezTo>
                    <a:pt x="36528" y="16415"/>
                    <a:pt x="33866" y="8762"/>
                    <a:pt x="28579" y="3993"/>
                  </a:cubicBezTo>
                  <a:cubicBezTo>
                    <a:pt x="25806" y="1442"/>
                    <a:pt x="22146" y="111"/>
                    <a:pt x="18375" y="37"/>
                  </a:cubicBezTo>
                  <a:cubicBezTo>
                    <a:pt x="18301" y="0"/>
                    <a:pt x="18190" y="0"/>
                    <a:pt x="1811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072;p53">
              <a:extLst>
                <a:ext uri="{FF2B5EF4-FFF2-40B4-BE49-F238E27FC236}">
                  <a16:creationId xmlns:a16="http://schemas.microsoft.com/office/drawing/2014/main" xmlns="" id="{B4F734D1-D0D4-BB91-7217-6973CF5D5A14}"/>
                </a:ext>
              </a:extLst>
            </p:cNvPr>
            <p:cNvSpPr/>
            <p:nvPr/>
          </p:nvSpPr>
          <p:spPr>
            <a:xfrm>
              <a:off x="2395400" y="758475"/>
              <a:ext cx="930750" cy="773825"/>
            </a:xfrm>
            <a:custGeom>
              <a:avLst/>
              <a:gdLst/>
              <a:ahLst/>
              <a:cxnLst/>
              <a:rect l="l" t="t" r="r" b="b"/>
              <a:pathLst>
                <a:path w="37230" h="30953" extrusionOk="0">
                  <a:moveTo>
                    <a:pt x="18670" y="629"/>
                  </a:moveTo>
                  <a:cubicBezTo>
                    <a:pt x="22367" y="703"/>
                    <a:pt x="25953" y="2034"/>
                    <a:pt x="28689" y="4511"/>
                  </a:cubicBezTo>
                  <a:cubicBezTo>
                    <a:pt x="33865" y="9206"/>
                    <a:pt x="36527" y="16785"/>
                    <a:pt x="36601" y="23662"/>
                  </a:cubicBezTo>
                  <a:cubicBezTo>
                    <a:pt x="36638" y="23810"/>
                    <a:pt x="36638" y="23958"/>
                    <a:pt x="36638" y="24142"/>
                  </a:cubicBezTo>
                  <a:cubicBezTo>
                    <a:pt x="36638" y="24359"/>
                    <a:pt x="36634" y="24579"/>
                    <a:pt x="36627" y="24801"/>
                  </a:cubicBezTo>
                  <a:lnTo>
                    <a:pt x="36627" y="24801"/>
                  </a:lnTo>
                  <a:cubicBezTo>
                    <a:pt x="34452" y="19811"/>
                    <a:pt x="30612" y="16444"/>
                    <a:pt x="27210" y="14641"/>
                  </a:cubicBezTo>
                  <a:cubicBezTo>
                    <a:pt x="25103" y="13532"/>
                    <a:pt x="22552" y="12718"/>
                    <a:pt x="19742" y="12718"/>
                  </a:cubicBezTo>
                  <a:cubicBezTo>
                    <a:pt x="19691" y="12718"/>
                    <a:pt x="19639" y="12718"/>
                    <a:pt x="19587" y="12718"/>
                  </a:cubicBezTo>
                  <a:cubicBezTo>
                    <a:pt x="16411" y="12718"/>
                    <a:pt x="12883" y="13838"/>
                    <a:pt x="9391" y="16748"/>
                  </a:cubicBezTo>
                  <a:cubicBezTo>
                    <a:pt x="4897" y="20487"/>
                    <a:pt x="3226" y="26176"/>
                    <a:pt x="2622" y="29478"/>
                  </a:cubicBezTo>
                  <a:lnTo>
                    <a:pt x="2622" y="29478"/>
                  </a:lnTo>
                  <a:cubicBezTo>
                    <a:pt x="1378" y="26095"/>
                    <a:pt x="592" y="22396"/>
                    <a:pt x="592" y="18819"/>
                  </a:cubicBezTo>
                  <a:cubicBezTo>
                    <a:pt x="629" y="13569"/>
                    <a:pt x="2255" y="8541"/>
                    <a:pt x="6581" y="4918"/>
                  </a:cubicBezTo>
                  <a:lnTo>
                    <a:pt x="6655" y="4881"/>
                  </a:lnTo>
                  <a:cubicBezTo>
                    <a:pt x="9686" y="2367"/>
                    <a:pt x="14456" y="629"/>
                    <a:pt x="18411" y="629"/>
                  </a:cubicBezTo>
                  <a:close/>
                  <a:moveTo>
                    <a:pt x="18411" y="1"/>
                  </a:moveTo>
                  <a:cubicBezTo>
                    <a:pt x="14271" y="1"/>
                    <a:pt x="9428" y="1775"/>
                    <a:pt x="6248" y="4400"/>
                  </a:cubicBezTo>
                  <a:lnTo>
                    <a:pt x="6174" y="4437"/>
                  </a:lnTo>
                  <a:lnTo>
                    <a:pt x="6174" y="4474"/>
                  </a:lnTo>
                  <a:cubicBezTo>
                    <a:pt x="1701" y="8208"/>
                    <a:pt x="0" y="13421"/>
                    <a:pt x="0" y="18819"/>
                  </a:cubicBezTo>
                  <a:cubicBezTo>
                    <a:pt x="0" y="22885"/>
                    <a:pt x="961" y="27026"/>
                    <a:pt x="2477" y="30760"/>
                  </a:cubicBezTo>
                  <a:cubicBezTo>
                    <a:pt x="2509" y="30856"/>
                    <a:pt x="2624" y="30952"/>
                    <a:pt x="2727" y="30952"/>
                  </a:cubicBezTo>
                  <a:cubicBezTo>
                    <a:pt x="2742" y="30952"/>
                    <a:pt x="2758" y="30950"/>
                    <a:pt x="2773" y="30945"/>
                  </a:cubicBezTo>
                  <a:cubicBezTo>
                    <a:pt x="2921" y="30945"/>
                    <a:pt x="3032" y="30834"/>
                    <a:pt x="3069" y="30686"/>
                  </a:cubicBezTo>
                  <a:cubicBezTo>
                    <a:pt x="3438" y="27802"/>
                    <a:pt x="4917" y="21259"/>
                    <a:pt x="9797" y="17229"/>
                  </a:cubicBezTo>
                  <a:cubicBezTo>
                    <a:pt x="13235" y="14345"/>
                    <a:pt x="16637" y="13310"/>
                    <a:pt x="19742" y="13310"/>
                  </a:cubicBezTo>
                  <a:cubicBezTo>
                    <a:pt x="22441" y="13310"/>
                    <a:pt x="24918" y="14086"/>
                    <a:pt x="26915" y="15195"/>
                  </a:cubicBezTo>
                  <a:cubicBezTo>
                    <a:pt x="30501" y="17081"/>
                    <a:pt x="34604" y="20778"/>
                    <a:pt x="36601" y="26324"/>
                  </a:cubicBezTo>
                  <a:cubicBezTo>
                    <a:pt x="36638" y="26472"/>
                    <a:pt x="36786" y="26545"/>
                    <a:pt x="36934" y="26545"/>
                  </a:cubicBezTo>
                  <a:cubicBezTo>
                    <a:pt x="37082" y="26509"/>
                    <a:pt x="37192" y="26398"/>
                    <a:pt x="37192" y="26250"/>
                  </a:cubicBezTo>
                  <a:cubicBezTo>
                    <a:pt x="37229" y="25547"/>
                    <a:pt x="37229" y="24808"/>
                    <a:pt x="37229" y="24142"/>
                  </a:cubicBezTo>
                  <a:cubicBezTo>
                    <a:pt x="37229" y="23958"/>
                    <a:pt x="37229" y="23810"/>
                    <a:pt x="37229" y="23662"/>
                  </a:cubicBezTo>
                  <a:cubicBezTo>
                    <a:pt x="37155" y="16637"/>
                    <a:pt x="34420" y="8910"/>
                    <a:pt x="29096" y="4067"/>
                  </a:cubicBezTo>
                  <a:cubicBezTo>
                    <a:pt x="26249" y="1442"/>
                    <a:pt x="22515" y="74"/>
                    <a:pt x="186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073;p53">
              <a:extLst>
                <a:ext uri="{FF2B5EF4-FFF2-40B4-BE49-F238E27FC236}">
                  <a16:creationId xmlns:a16="http://schemas.microsoft.com/office/drawing/2014/main" xmlns="" id="{8EC4FBA9-08F1-2A8A-F271-87462DB143E5}"/>
                </a:ext>
              </a:extLst>
            </p:cNvPr>
            <p:cNvSpPr/>
            <p:nvPr/>
          </p:nvSpPr>
          <p:spPr>
            <a:xfrm>
              <a:off x="2412950" y="1071800"/>
              <a:ext cx="186725" cy="151600"/>
            </a:xfrm>
            <a:custGeom>
              <a:avLst/>
              <a:gdLst/>
              <a:ahLst/>
              <a:cxnLst/>
              <a:rect l="l" t="t" r="r" b="b"/>
              <a:pathLst>
                <a:path w="7469" h="6064" extrusionOk="0">
                  <a:moveTo>
                    <a:pt x="296" y="1"/>
                  </a:moveTo>
                  <a:cubicBezTo>
                    <a:pt x="111" y="1"/>
                    <a:pt x="0" y="148"/>
                    <a:pt x="0" y="333"/>
                  </a:cubicBezTo>
                  <a:cubicBezTo>
                    <a:pt x="0" y="370"/>
                    <a:pt x="111" y="1775"/>
                    <a:pt x="925" y="3180"/>
                  </a:cubicBezTo>
                  <a:cubicBezTo>
                    <a:pt x="1368" y="3919"/>
                    <a:pt x="1960" y="4622"/>
                    <a:pt x="2810" y="5176"/>
                  </a:cubicBezTo>
                  <a:cubicBezTo>
                    <a:pt x="3698" y="5731"/>
                    <a:pt x="4807" y="6064"/>
                    <a:pt x="6212" y="6064"/>
                  </a:cubicBezTo>
                  <a:cubicBezTo>
                    <a:pt x="6544" y="6064"/>
                    <a:pt x="6840" y="6064"/>
                    <a:pt x="7173" y="6027"/>
                  </a:cubicBezTo>
                  <a:cubicBezTo>
                    <a:pt x="7321" y="5990"/>
                    <a:pt x="7469" y="5842"/>
                    <a:pt x="7432" y="5694"/>
                  </a:cubicBezTo>
                  <a:cubicBezTo>
                    <a:pt x="7432" y="5509"/>
                    <a:pt x="7284" y="5398"/>
                    <a:pt x="7099" y="5398"/>
                  </a:cubicBezTo>
                  <a:cubicBezTo>
                    <a:pt x="6803" y="5435"/>
                    <a:pt x="6507" y="5472"/>
                    <a:pt x="6212" y="5472"/>
                  </a:cubicBezTo>
                  <a:cubicBezTo>
                    <a:pt x="4918" y="5472"/>
                    <a:pt x="3919" y="5140"/>
                    <a:pt x="3143" y="4659"/>
                  </a:cubicBezTo>
                  <a:cubicBezTo>
                    <a:pt x="1997" y="3919"/>
                    <a:pt x="1368" y="2847"/>
                    <a:pt x="1036" y="1923"/>
                  </a:cubicBezTo>
                  <a:cubicBezTo>
                    <a:pt x="851" y="1479"/>
                    <a:pt x="740" y="1036"/>
                    <a:pt x="666" y="740"/>
                  </a:cubicBezTo>
                  <a:cubicBezTo>
                    <a:pt x="666" y="592"/>
                    <a:pt x="629" y="481"/>
                    <a:pt x="629" y="407"/>
                  </a:cubicBezTo>
                  <a:lnTo>
                    <a:pt x="629" y="333"/>
                  </a:lnTo>
                  <a:lnTo>
                    <a:pt x="629" y="296"/>
                  </a:lnTo>
                  <a:cubicBezTo>
                    <a:pt x="592" y="111"/>
                    <a:pt x="444" y="1"/>
                    <a:pt x="2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074;p53">
              <a:extLst>
                <a:ext uri="{FF2B5EF4-FFF2-40B4-BE49-F238E27FC236}">
                  <a16:creationId xmlns:a16="http://schemas.microsoft.com/office/drawing/2014/main" xmlns="" id="{1F4CC5F7-5A7A-AF94-F931-2ABB1A4EB303}"/>
                </a:ext>
              </a:extLst>
            </p:cNvPr>
            <p:cNvSpPr/>
            <p:nvPr/>
          </p:nvSpPr>
          <p:spPr>
            <a:xfrm>
              <a:off x="2476725" y="948875"/>
              <a:ext cx="202425" cy="210750"/>
            </a:xfrm>
            <a:custGeom>
              <a:avLst/>
              <a:gdLst/>
              <a:ahLst/>
              <a:cxnLst/>
              <a:rect l="l" t="t" r="r" b="b"/>
              <a:pathLst>
                <a:path w="8097" h="8430" extrusionOk="0">
                  <a:moveTo>
                    <a:pt x="333" y="0"/>
                  </a:moveTo>
                  <a:cubicBezTo>
                    <a:pt x="148" y="0"/>
                    <a:pt x="0" y="111"/>
                    <a:pt x="0" y="296"/>
                  </a:cubicBezTo>
                  <a:cubicBezTo>
                    <a:pt x="0" y="296"/>
                    <a:pt x="0" y="407"/>
                    <a:pt x="0" y="555"/>
                  </a:cubicBezTo>
                  <a:cubicBezTo>
                    <a:pt x="0" y="1257"/>
                    <a:pt x="74" y="3217"/>
                    <a:pt x="999" y="4992"/>
                  </a:cubicBezTo>
                  <a:cubicBezTo>
                    <a:pt x="1479" y="5879"/>
                    <a:pt x="2145" y="6766"/>
                    <a:pt x="3143" y="7395"/>
                  </a:cubicBezTo>
                  <a:cubicBezTo>
                    <a:pt x="4141" y="8023"/>
                    <a:pt x="5435" y="8430"/>
                    <a:pt x="7099" y="8430"/>
                  </a:cubicBezTo>
                  <a:cubicBezTo>
                    <a:pt x="7321" y="8430"/>
                    <a:pt x="7542" y="8393"/>
                    <a:pt x="7801" y="8393"/>
                  </a:cubicBezTo>
                  <a:cubicBezTo>
                    <a:pt x="7949" y="8393"/>
                    <a:pt x="8097" y="8245"/>
                    <a:pt x="8060" y="8060"/>
                  </a:cubicBezTo>
                  <a:cubicBezTo>
                    <a:pt x="8060" y="7912"/>
                    <a:pt x="7912" y="7764"/>
                    <a:pt x="7764" y="7764"/>
                  </a:cubicBezTo>
                  <a:cubicBezTo>
                    <a:pt x="7542" y="7801"/>
                    <a:pt x="7321" y="7801"/>
                    <a:pt x="7099" y="7801"/>
                  </a:cubicBezTo>
                  <a:cubicBezTo>
                    <a:pt x="5546" y="7801"/>
                    <a:pt x="4363" y="7432"/>
                    <a:pt x="3476" y="6877"/>
                  </a:cubicBezTo>
                  <a:cubicBezTo>
                    <a:pt x="2145" y="6027"/>
                    <a:pt x="1442" y="4696"/>
                    <a:pt x="1036" y="3476"/>
                  </a:cubicBezTo>
                  <a:cubicBezTo>
                    <a:pt x="666" y="2219"/>
                    <a:pt x="592" y="1073"/>
                    <a:pt x="592" y="555"/>
                  </a:cubicBezTo>
                  <a:cubicBezTo>
                    <a:pt x="592" y="481"/>
                    <a:pt x="592" y="407"/>
                    <a:pt x="592" y="370"/>
                  </a:cubicBezTo>
                  <a:lnTo>
                    <a:pt x="592" y="333"/>
                  </a:lnTo>
                  <a:cubicBezTo>
                    <a:pt x="629" y="148"/>
                    <a:pt x="481" y="0"/>
                    <a:pt x="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075;p53">
              <a:extLst>
                <a:ext uri="{FF2B5EF4-FFF2-40B4-BE49-F238E27FC236}">
                  <a16:creationId xmlns:a16="http://schemas.microsoft.com/office/drawing/2014/main" xmlns="" id="{D8988B11-6580-858B-4C47-FE8D026752BD}"/>
                </a:ext>
              </a:extLst>
            </p:cNvPr>
            <p:cNvSpPr/>
            <p:nvPr/>
          </p:nvSpPr>
          <p:spPr>
            <a:xfrm>
              <a:off x="2547900" y="866825"/>
              <a:ext cx="254200" cy="232725"/>
            </a:xfrm>
            <a:custGeom>
              <a:avLst/>
              <a:gdLst/>
              <a:ahLst/>
              <a:cxnLst/>
              <a:rect l="l" t="t" r="r" b="b"/>
              <a:pathLst>
                <a:path w="10168" h="9309" extrusionOk="0">
                  <a:moveTo>
                    <a:pt x="346" y="0"/>
                  </a:moveTo>
                  <a:cubicBezTo>
                    <a:pt x="304" y="0"/>
                    <a:pt x="262" y="9"/>
                    <a:pt x="222" y="29"/>
                  </a:cubicBezTo>
                  <a:cubicBezTo>
                    <a:pt x="74" y="103"/>
                    <a:pt x="0" y="251"/>
                    <a:pt x="74" y="436"/>
                  </a:cubicBezTo>
                  <a:cubicBezTo>
                    <a:pt x="74" y="436"/>
                    <a:pt x="924" y="2580"/>
                    <a:pt x="2588" y="4761"/>
                  </a:cubicBezTo>
                  <a:cubicBezTo>
                    <a:pt x="3401" y="5870"/>
                    <a:pt x="4437" y="6980"/>
                    <a:pt x="5620" y="7830"/>
                  </a:cubicBezTo>
                  <a:cubicBezTo>
                    <a:pt x="6840" y="8680"/>
                    <a:pt x="8245" y="9272"/>
                    <a:pt x="9834" y="9309"/>
                  </a:cubicBezTo>
                  <a:cubicBezTo>
                    <a:pt x="10019" y="9309"/>
                    <a:pt x="10167" y="9161"/>
                    <a:pt x="10167" y="9013"/>
                  </a:cubicBezTo>
                  <a:cubicBezTo>
                    <a:pt x="10167" y="8828"/>
                    <a:pt x="10019" y="8680"/>
                    <a:pt x="9871" y="8680"/>
                  </a:cubicBezTo>
                  <a:cubicBezTo>
                    <a:pt x="8429" y="8643"/>
                    <a:pt x="7135" y="8126"/>
                    <a:pt x="5989" y="7312"/>
                  </a:cubicBezTo>
                  <a:cubicBezTo>
                    <a:pt x="4289" y="6129"/>
                    <a:pt x="2921" y="4318"/>
                    <a:pt x="2034" y="2839"/>
                  </a:cubicBezTo>
                  <a:cubicBezTo>
                    <a:pt x="1553" y="2099"/>
                    <a:pt x="1220" y="1434"/>
                    <a:pt x="998" y="953"/>
                  </a:cubicBezTo>
                  <a:cubicBezTo>
                    <a:pt x="850" y="732"/>
                    <a:pt x="777" y="510"/>
                    <a:pt x="703" y="399"/>
                  </a:cubicBezTo>
                  <a:cubicBezTo>
                    <a:pt x="703" y="325"/>
                    <a:pt x="666" y="288"/>
                    <a:pt x="666" y="251"/>
                  </a:cubicBezTo>
                  <a:lnTo>
                    <a:pt x="629" y="177"/>
                  </a:lnTo>
                  <a:cubicBezTo>
                    <a:pt x="575" y="69"/>
                    <a:pt x="461" y="0"/>
                    <a:pt x="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076;p53">
              <a:extLst>
                <a:ext uri="{FF2B5EF4-FFF2-40B4-BE49-F238E27FC236}">
                  <a16:creationId xmlns:a16="http://schemas.microsoft.com/office/drawing/2014/main" xmlns="" id="{4225B2D2-DF92-89EA-9B7E-971E172F9DA8}"/>
                </a:ext>
              </a:extLst>
            </p:cNvPr>
            <p:cNvSpPr/>
            <p:nvPr/>
          </p:nvSpPr>
          <p:spPr>
            <a:xfrm>
              <a:off x="2789125" y="769900"/>
              <a:ext cx="105400" cy="317825"/>
            </a:xfrm>
            <a:custGeom>
              <a:avLst/>
              <a:gdLst/>
              <a:ahLst/>
              <a:cxnLst/>
              <a:rect l="l" t="t" r="r" b="b"/>
              <a:pathLst>
                <a:path w="4216" h="12713" extrusionOk="0">
                  <a:moveTo>
                    <a:pt x="364" y="1"/>
                  </a:moveTo>
                  <a:cubicBezTo>
                    <a:pt x="280" y="1"/>
                    <a:pt x="191" y="39"/>
                    <a:pt x="111" y="98"/>
                  </a:cubicBezTo>
                  <a:cubicBezTo>
                    <a:pt x="0" y="246"/>
                    <a:pt x="37" y="431"/>
                    <a:pt x="148" y="542"/>
                  </a:cubicBezTo>
                  <a:cubicBezTo>
                    <a:pt x="333" y="727"/>
                    <a:pt x="3624" y="3832"/>
                    <a:pt x="3587" y="9156"/>
                  </a:cubicBezTo>
                  <a:cubicBezTo>
                    <a:pt x="3587" y="10154"/>
                    <a:pt x="3476" y="11189"/>
                    <a:pt x="3217" y="12335"/>
                  </a:cubicBezTo>
                  <a:cubicBezTo>
                    <a:pt x="3180" y="12483"/>
                    <a:pt x="3291" y="12668"/>
                    <a:pt x="3476" y="12705"/>
                  </a:cubicBezTo>
                  <a:cubicBezTo>
                    <a:pt x="3495" y="12710"/>
                    <a:pt x="3515" y="12712"/>
                    <a:pt x="3534" y="12712"/>
                  </a:cubicBezTo>
                  <a:cubicBezTo>
                    <a:pt x="3669" y="12712"/>
                    <a:pt x="3813" y="12607"/>
                    <a:pt x="3845" y="12446"/>
                  </a:cubicBezTo>
                  <a:cubicBezTo>
                    <a:pt x="4104" y="11300"/>
                    <a:pt x="4215" y="10191"/>
                    <a:pt x="4215" y="9156"/>
                  </a:cubicBezTo>
                  <a:cubicBezTo>
                    <a:pt x="4215" y="6272"/>
                    <a:pt x="3291" y="4017"/>
                    <a:pt x="2404" y="2464"/>
                  </a:cubicBezTo>
                  <a:cubicBezTo>
                    <a:pt x="1479" y="911"/>
                    <a:pt x="592" y="98"/>
                    <a:pt x="555" y="98"/>
                  </a:cubicBezTo>
                  <a:cubicBezTo>
                    <a:pt x="503" y="29"/>
                    <a:pt x="436" y="1"/>
                    <a:pt x="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077;p53">
              <a:extLst>
                <a:ext uri="{FF2B5EF4-FFF2-40B4-BE49-F238E27FC236}">
                  <a16:creationId xmlns:a16="http://schemas.microsoft.com/office/drawing/2014/main" xmlns="" id="{5D66B6DA-C87D-4E00-0A35-824F0933B210}"/>
                </a:ext>
              </a:extLst>
            </p:cNvPr>
            <p:cNvSpPr/>
            <p:nvPr/>
          </p:nvSpPr>
          <p:spPr>
            <a:xfrm>
              <a:off x="3008175" y="797525"/>
              <a:ext cx="96150" cy="329525"/>
            </a:xfrm>
            <a:custGeom>
              <a:avLst/>
              <a:gdLst/>
              <a:ahLst/>
              <a:cxnLst/>
              <a:rect l="l" t="t" r="r" b="b"/>
              <a:pathLst>
                <a:path w="3846" h="13181" extrusionOk="0">
                  <a:moveTo>
                    <a:pt x="349" y="1"/>
                  </a:moveTo>
                  <a:cubicBezTo>
                    <a:pt x="249" y="1"/>
                    <a:pt x="142" y="50"/>
                    <a:pt x="74" y="139"/>
                  </a:cubicBezTo>
                  <a:cubicBezTo>
                    <a:pt x="1" y="250"/>
                    <a:pt x="1" y="472"/>
                    <a:pt x="148" y="546"/>
                  </a:cubicBezTo>
                  <a:lnTo>
                    <a:pt x="185" y="583"/>
                  </a:lnTo>
                  <a:cubicBezTo>
                    <a:pt x="333" y="731"/>
                    <a:pt x="1110" y="1359"/>
                    <a:pt x="1812" y="2468"/>
                  </a:cubicBezTo>
                  <a:cubicBezTo>
                    <a:pt x="2551" y="3540"/>
                    <a:pt x="3217" y="5056"/>
                    <a:pt x="3217" y="6942"/>
                  </a:cubicBezTo>
                  <a:cubicBezTo>
                    <a:pt x="3217" y="8568"/>
                    <a:pt x="2699" y="10528"/>
                    <a:pt x="1184" y="12709"/>
                  </a:cubicBezTo>
                  <a:cubicBezTo>
                    <a:pt x="1110" y="12820"/>
                    <a:pt x="1147" y="13042"/>
                    <a:pt x="1258" y="13116"/>
                  </a:cubicBezTo>
                  <a:cubicBezTo>
                    <a:pt x="1316" y="13160"/>
                    <a:pt x="1380" y="13180"/>
                    <a:pt x="1443" y="13180"/>
                  </a:cubicBezTo>
                  <a:cubicBezTo>
                    <a:pt x="1540" y="13180"/>
                    <a:pt x="1634" y="13131"/>
                    <a:pt x="1701" y="13042"/>
                  </a:cubicBezTo>
                  <a:cubicBezTo>
                    <a:pt x="3254" y="10787"/>
                    <a:pt x="3845" y="8716"/>
                    <a:pt x="3845" y="6942"/>
                  </a:cubicBezTo>
                  <a:cubicBezTo>
                    <a:pt x="3845" y="4797"/>
                    <a:pt x="2995" y="3060"/>
                    <a:pt x="2182" y="1877"/>
                  </a:cubicBezTo>
                  <a:cubicBezTo>
                    <a:pt x="1368" y="731"/>
                    <a:pt x="555" y="102"/>
                    <a:pt x="518" y="65"/>
                  </a:cubicBezTo>
                  <a:cubicBezTo>
                    <a:pt x="474" y="21"/>
                    <a:pt x="413" y="1"/>
                    <a:pt x="3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078;p53">
              <a:extLst>
                <a:ext uri="{FF2B5EF4-FFF2-40B4-BE49-F238E27FC236}">
                  <a16:creationId xmlns:a16="http://schemas.microsoft.com/office/drawing/2014/main" xmlns="" id="{9C5A9397-6384-034E-BA1B-A871D4FCE13C}"/>
                </a:ext>
              </a:extLst>
            </p:cNvPr>
            <p:cNvSpPr/>
            <p:nvPr/>
          </p:nvSpPr>
          <p:spPr>
            <a:xfrm>
              <a:off x="3163450" y="1008025"/>
              <a:ext cx="75825" cy="198750"/>
            </a:xfrm>
            <a:custGeom>
              <a:avLst/>
              <a:gdLst/>
              <a:ahLst/>
              <a:cxnLst/>
              <a:rect l="l" t="t" r="r" b="b"/>
              <a:pathLst>
                <a:path w="3033" h="7950" extrusionOk="0">
                  <a:moveTo>
                    <a:pt x="2699" y="1"/>
                  </a:moveTo>
                  <a:cubicBezTo>
                    <a:pt x="2515" y="38"/>
                    <a:pt x="2404" y="185"/>
                    <a:pt x="2404" y="333"/>
                  </a:cubicBezTo>
                  <a:cubicBezTo>
                    <a:pt x="2404" y="592"/>
                    <a:pt x="2441" y="851"/>
                    <a:pt x="2441" y="1073"/>
                  </a:cubicBezTo>
                  <a:cubicBezTo>
                    <a:pt x="2441" y="3069"/>
                    <a:pt x="1849" y="4659"/>
                    <a:pt x="1258" y="5768"/>
                  </a:cubicBezTo>
                  <a:cubicBezTo>
                    <a:pt x="962" y="6323"/>
                    <a:pt x="666" y="6729"/>
                    <a:pt x="444" y="6988"/>
                  </a:cubicBezTo>
                  <a:cubicBezTo>
                    <a:pt x="333" y="7136"/>
                    <a:pt x="259" y="7247"/>
                    <a:pt x="185" y="7321"/>
                  </a:cubicBezTo>
                  <a:lnTo>
                    <a:pt x="111" y="7395"/>
                  </a:lnTo>
                  <a:lnTo>
                    <a:pt x="111" y="7432"/>
                  </a:lnTo>
                  <a:cubicBezTo>
                    <a:pt x="1" y="7543"/>
                    <a:pt x="1" y="7727"/>
                    <a:pt x="111" y="7838"/>
                  </a:cubicBezTo>
                  <a:cubicBezTo>
                    <a:pt x="167" y="7912"/>
                    <a:pt x="241" y="7949"/>
                    <a:pt x="319" y="7949"/>
                  </a:cubicBezTo>
                  <a:cubicBezTo>
                    <a:pt x="398" y="7949"/>
                    <a:pt x="481" y="7912"/>
                    <a:pt x="555" y="7838"/>
                  </a:cubicBezTo>
                  <a:cubicBezTo>
                    <a:pt x="555" y="7838"/>
                    <a:pt x="3032" y="5361"/>
                    <a:pt x="3032" y="1073"/>
                  </a:cubicBezTo>
                  <a:cubicBezTo>
                    <a:pt x="3032" y="814"/>
                    <a:pt x="3032" y="555"/>
                    <a:pt x="3032" y="296"/>
                  </a:cubicBezTo>
                  <a:cubicBezTo>
                    <a:pt x="2995" y="148"/>
                    <a:pt x="2847" y="1"/>
                    <a:pt x="2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079;p53">
              <a:extLst>
                <a:ext uri="{FF2B5EF4-FFF2-40B4-BE49-F238E27FC236}">
                  <a16:creationId xmlns:a16="http://schemas.microsoft.com/office/drawing/2014/main" xmlns="" id="{3F848CED-C067-FE14-558B-42743A59FF6E}"/>
                </a:ext>
              </a:extLst>
            </p:cNvPr>
            <p:cNvSpPr/>
            <p:nvPr/>
          </p:nvSpPr>
          <p:spPr>
            <a:xfrm>
              <a:off x="3098750" y="2625175"/>
              <a:ext cx="1443725" cy="1942225"/>
            </a:xfrm>
            <a:custGeom>
              <a:avLst/>
              <a:gdLst/>
              <a:ahLst/>
              <a:cxnLst/>
              <a:rect l="l" t="t" r="r" b="b"/>
              <a:pathLst>
                <a:path w="57749" h="77689" extrusionOk="0">
                  <a:moveTo>
                    <a:pt x="26992" y="1"/>
                  </a:moveTo>
                  <a:cubicBezTo>
                    <a:pt x="22788" y="1"/>
                    <a:pt x="13098" y="970"/>
                    <a:pt x="6914" y="7186"/>
                  </a:cubicBezTo>
                  <a:cubicBezTo>
                    <a:pt x="6914" y="7186"/>
                    <a:pt x="2515" y="12805"/>
                    <a:pt x="1258" y="23490"/>
                  </a:cubicBezTo>
                  <a:cubicBezTo>
                    <a:pt x="1" y="34174"/>
                    <a:pt x="1442" y="77689"/>
                    <a:pt x="1442" y="77689"/>
                  </a:cubicBezTo>
                  <a:lnTo>
                    <a:pt x="57749" y="74435"/>
                  </a:lnTo>
                  <a:cubicBezTo>
                    <a:pt x="57749" y="74435"/>
                    <a:pt x="46251" y="20791"/>
                    <a:pt x="41851" y="11770"/>
                  </a:cubicBezTo>
                  <a:cubicBezTo>
                    <a:pt x="37452" y="2786"/>
                    <a:pt x="31167" y="272"/>
                    <a:pt x="28468" y="50"/>
                  </a:cubicBezTo>
                  <a:cubicBezTo>
                    <a:pt x="28115" y="22"/>
                    <a:pt x="27614" y="1"/>
                    <a:pt x="269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080;p53">
              <a:extLst>
                <a:ext uri="{FF2B5EF4-FFF2-40B4-BE49-F238E27FC236}">
                  <a16:creationId xmlns:a16="http://schemas.microsoft.com/office/drawing/2014/main" xmlns="" id="{DCA549FB-3A6B-6CE9-01F1-45FF7B72527E}"/>
                </a:ext>
              </a:extLst>
            </p:cNvPr>
            <p:cNvSpPr/>
            <p:nvPr/>
          </p:nvSpPr>
          <p:spPr>
            <a:xfrm>
              <a:off x="3109850" y="2618100"/>
              <a:ext cx="1440950" cy="1957625"/>
            </a:xfrm>
            <a:custGeom>
              <a:avLst/>
              <a:gdLst/>
              <a:ahLst/>
              <a:cxnLst/>
              <a:rect l="l" t="t" r="r" b="b"/>
              <a:pathLst>
                <a:path w="57638" h="78305" extrusionOk="0">
                  <a:moveTo>
                    <a:pt x="26582" y="592"/>
                  </a:moveTo>
                  <a:cubicBezTo>
                    <a:pt x="27174" y="592"/>
                    <a:pt x="27654" y="629"/>
                    <a:pt x="27987" y="629"/>
                  </a:cubicBezTo>
                  <a:cubicBezTo>
                    <a:pt x="29281" y="740"/>
                    <a:pt x="31499" y="1405"/>
                    <a:pt x="33902" y="3143"/>
                  </a:cubicBezTo>
                  <a:cubicBezTo>
                    <a:pt x="36305" y="4918"/>
                    <a:pt x="38967" y="7727"/>
                    <a:pt x="41149" y="12201"/>
                  </a:cubicBezTo>
                  <a:cubicBezTo>
                    <a:pt x="42221" y="14382"/>
                    <a:pt x="43773" y="19447"/>
                    <a:pt x="45437" y="25732"/>
                  </a:cubicBezTo>
                  <a:cubicBezTo>
                    <a:pt x="47988" y="35160"/>
                    <a:pt x="50872" y="47434"/>
                    <a:pt x="53127" y="57342"/>
                  </a:cubicBezTo>
                  <a:cubicBezTo>
                    <a:pt x="54273" y="62296"/>
                    <a:pt x="55234" y="66659"/>
                    <a:pt x="55900" y="69801"/>
                  </a:cubicBezTo>
                  <a:cubicBezTo>
                    <a:pt x="56270" y="71354"/>
                    <a:pt x="56528" y="72611"/>
                    <a:pt x="56713" y="73461"/>
                  </a:cubicBezTo>
                  <a:cubicBezTo>
                    <a:pt x="56805" y="73886"/>
                    <a:pt x="56879" y="74218"/>
                    <a:pt x="56930" y="74444"/>
                  </a:cubicBezTo>
                  <a:lnTo>
                    <a:pt x="56930" y="74444"/>
                  </a:lnTo>
                  <a:lnTo>
                    <a:pt x="1322" y="77657"/>
                  </a:lnTo>
                  <a:lnTo>
                    <a:pt x="1322" y="77657"/>
                  </a:lnTo>
                  <a:cubicBezTo>
                    <a:pt x="1307" y="77139"/>
                    <a:pt x="1273" y="75999"/>
                    <a:pt x="1220" y="74386"/>
                  </a:cubicBezTo>
                  <a:cubicBezTo>
                    <a:pt x="998" y="67620"/>
                    <a:pt x="592" y="52536"/>
                    <a:pt x="592" y="40188"/>
                  </a:cubicBezTo>
                  <a:cubicBezTo>
                    <a:pt x="592" y="33163"/>
                    <a:pt x="740" y="26989"/>
                    <a:pt x="1109" y="23810"/>
                  </a:cubicBezTo>
                  <a:cubicBezTo>
                    <a:pt x="1738" y="18523"/>
                    <a:pt x="3143" y="14456"/>
                    <a:pt x="4400" y="11757"/>
                  </a:cubicBezTo>
                  <a:cubicBezTo>
                    <a:pt x="4991" y="10389"/>
                    <a:pt x="5583" y="9354"/>
                    <a:pt x="6026" y="8652"/>
                  </a:cubicBezTo>
                  <a:cubicBezTo>
                    <a:pt x="6211" y="8319"/>
                    <a:pt x="6396" y="8060"/>
                    <a:pt x="6507" y="7912"/>
                  </a:cubicBezTo>
                  <a:cubicBezTo>
                    <a:pt x="6581" y="7801"/>
                    <a:pt x="6618" y="7727"/>
                    <a:pt x="6655" y="7690"/>
                  </a:cubicBezTo>
                  <a:lnTo>
                    <a:pt x="6673" y="7672"/>
                  </a:lnTo>
                  <a:lnTo>
                    <a:pt x="6673" y="7672"/>
                  </a:lnTo>
                  <a:lnTo>
                    <a:pt x="6692" y="7690"/>
                  </a:lnTo>
                  <a:cubicBezTo>
                    <a:pt x="9724" y="4622"/>
                    <a:pt x="13679" y="2847"/>
                    <a:pt x="17376" y="1849"/>
                  </a:cubicBezTo>
                  <a:cubicBezTo>
                    <a:pt x="21074" y="851"/>
                    <a:pt x="24512" y="592"/>
                    <a:pt x="26582" y="592"/>
                  </a:cubicBezTo>
                  <a:close/>
                  <a:moveTo>
                    <a:pt x="26582" y="1"/>
                  </a:moveTo>
                  <a:cubicBezTo>
                    <a:pt x="24475" y="1"/>
                    <a:pt x="20963" y="222"/>
                    <a:pt x="17192" y="1258"/>
                  </a:cubicBezTo>
                  <a:cubicBezTo>
                    <a:pt x="13421" y="2256"/>
                    <a:pt x="9391" y="4067"/>
                    <a:pt x="6248" y="7247"/>
                  </a:cubicBezTo>
                  <a:lnTo>
                    <a:pt x="6211" y="7247"/>
                  </a:lnTo>
                  <a:cubicBezTo>
                    <a:pt x="6174" y="7284"/>
                    <a:pt x="1775" y="13014"/>
                    <a:pt x="518" y="23736"/>
                  </a:cubicBezTo>
                  <a:cubicBezTo>
                    <a:pt x="111" y="26989"/>
                    <a:pt x="0" y="33126"/>
                    <a:pt x="0" y="40188"/>
                  </a:cubicBezTo>
                  <a:cubicBezTo>
                    <a:pt x="0" y="56677"/>
                    <a:pt x="703" y="78009"/>
                    <a:pt x="703" y="78009"/>
                  </a:cubicBezTo>
                  <a:cubicBezTo>
                    <a:pt x="703" y="78083"/>
                    <a:pt x="740" y="78157"/>
                    <a:pt x="814" y="78231"/>
                  </a:cubicBezTo>
                  <a:cubicBezTo>
                    <a:pt x="851" y="78268"/>
                    <a:pt x="962" y="78305"/>
                    <a:pt x="1035" y="78305"/>
                  </a:cubicBezTo>
                  <a:lnTo>
                    <a:pt x="57342" y="75051"/>
                  </a:lnTo>
                  <a:cubicBezTo>
                    <a:pt x="57416" y="75014"/>
                    <a:pt x="57490" y="74977"/>
                    <a:pt x="57563" y="74903"/>
                  </a:cubicBezTo>
                  <a:cubicBezTo>
                    <a:pt x="57600" y="74829"/>
                    <a:pt x="57637" y="74755"/>
                    <a:pt x="57600" y="74681"/>
                  </a:cubicBezTo>
                  <a:cubicBezTo>
                    <a:pt x="57600" y="74681"/>
                    <a:pt x="54717" y="61261"/>
                    <a:pt x="51315" y="46695"/>
                  </a:cubicBezTo>
                  <a:cubicBezTo>
                    <a:pt x="49578" y="39411"/>
                    <a:pt x="47729" y="31869"/>
                    <a:pt x="46029" y="25584"/>
                  </a:cubicBezTo>
                  <a:cubicBezTo>
                    <a:pt x="44328" y="19262"/>
                    <a:pt x="42812" y="14234"/>
                    <a:pt x="41703" y="11905"/>
                  </a:cubicBezTo>
                  <a:cubicBezTo>
                    <a:pt x="39485" y="7395"/>
                    <a:pt x="36749" y="4474"/>
                    <a:pt x="34272" y="2662"/>
                  </a:cubicBezTo>
                  <a:cubicBezTo>
                    <a:pt x="31758" y="851"/>
                    <a:pt x="29466" y="148"/>
                    <a:pt x="28024" y="38"/>
                  </a:cubicBezTo>
                  <a:cubicBezTo>
                    <a:pt x="27691" y="1"/>
                    <a:pt x="27174" y="1"/>
                    <a:pt x="265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081;p53">
              <a:extLst>
                <a:ext uri="{FF2B5EF4-FFF2-40B4-BE49-F238E27FC236}">
                  <a16:creationId xmlns:a16="http://schemas.microsoft.com/office/drawing/2014/main" xmlns="" id="{AAA95D93-462E-AA40-AEDA-EC00568C04AB}"/>
                </a:ext>
              </a:extLst>
            </p:cNvPr>
            <p:cNvSpPr/>
            <p:nvPr/>
          </p:nvSpPr>
          <p:spPr>
            <a:xfrm>
              <a:off x="3163450" y="3439150"/>
              <a:ext cx="191350" cy="241775"/>
            </a:xfrm>
            <a:custGeom>
              <a:avLst/>
              <a:gdLst/>
              <a:ahLst/>
              <a:cxnLst/>
              <a:rect l="l" t="t" r="r" b="b"/>
              <a:pathLst>
                <a:path w="7654" h="9671" extrusionOk="0">
                  <a:moveTo>
                    <a:pt x="1684" y="1"/>
                  </a:moveTo>
                  <a:cubicBezTo>
                    <a:pt x="776" y="1"/>
                    <a:pt x="1" y="458"/>
                    <a:pt x="1" y="2022"/>
                  </a:cubicBezTo>
                  <a:cubicBezTo>
                    <a:pt x="1" y="5793"/>
                    <a:pt x="3069" y="9157"/>
                    <a:pt x="4511" y="9564"/>
                  </a:cubicBezTo>
                  <a:cubicBezTo>
                    <a:pt x="4776" y="9637"/>
                    <a:pt x="5034" y="9671"/>
                    <a:pt x="5281" y="9671"/>
                  </a:cubicBezTo>
                  <a:cubicBezTo>
                    <a:pt x="6407" y="9671"/>
                    <a:pt x="7287" y="8965"/>
                    <a:pt x="7469" y="8085"/>
                  </a:cubicBezTo>
                  <a:cubicBezTo>
                    <a:pt x="7653" y="7050"/>
                    <a:pt x="4511" y="913"/>
                    <a:pt x="4511" y="913"/>
                  </a:cubicBezTo>
                  <a:cubicBezTo>
                    <a:pt x="4511" y="913"/>
                    <a:pt x="2965" y="1"/>
                    <a:pt x="1684" y="1"/>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082;p53">
              <a:extLst>
                <a:ext uri="{FF2B5EF4-FFF2-40B4-BE49-F238E27FC236}">
                  <a16:creationId xmlns:a16="http://schemas.microsoft.com/office/drawing/2014/main" xmlns="" id="{748A92CF-326E-2BF2-81B3-63D8ADFE23A7}"/>
                </a:ext>
              </a:extLst>
            </p:cNvPr>
            <p:cNvSpPr/>
            <p:nvPr/>
          </p:nvSpPr>
          <p:spPr>
            <a:xfrm>
              <a:off x="3156050" y="3431450"/>
              <a:ext cx="201525" cy="256975"/>
            </a:xfrm>
            <a:custGeom>
              <a:avLst/>
              <a:gdLst/>
              <a:ahLst/>
              <a:cxnLst/>
              <a:rect l="l" t="t" r="r" b="b"/>
              <a:pathLst>
                <a:path w="8061" h="10279" extrusionOk="0">
                  <a:moveTo>
                    <a:pt x="1997" y="629"/>
                  </a:moveTo>
                  <a:cubicBezTo>
                    <a:pt x="2552" y="629"/>
                    <a:pt x="3254" y="814"/>
                    <a:pt x="3772" y="1036"/>
                  </a:cubicBezTo>
                  <a:cubicBezTo>
                    <a:pt x="4031" y="1147"/>
                    <a:pt x="4252" y="1258"/>
                    <a:pt x="4400" y="1332"/>
                  </a:cubicBezTo>
                  <a:cubicBezTo>
                    <a:pt x="4474" y="1406"/>
                    <a:pt x="4548" y="1406"/>
                    <a:pt x="4585" y="1443"/>
                  </a:cubicBezTo>
                  <a:lnTo>
                    <a:pt x="4589" y="1445"/>
                  </a:lnTo>
                  <a:lnTo>
                    <a:pt x="4589" y="1445"/>
                  </a:lnTo>
                  <a:cubicBezTo>
                    <a:pt x="4658" y="1573"/>
                    <a:pt x="4806" y="1857"/>
                    <a:pt x="4992" y="2256"/>
                  </a:cubicBezTo>
                  <a:cubicBezTo>
                    <a:pt x="5399" y="3106"/>
                    <a:pt x="6027" y="4400"/>
                    <a:pt x="6545" y="5583"/>
                  </a:cubicBezTo>
                  <a:cubicBezTo>
                    <a:pt x="6803" y="6175"/>
                    <a:pt x="7025" y="6766"/>
                    <a:pt x="7210" y="7247"/>
                  </a:cubicBezTo>
                  <a:cubicBezTo>
                    <a:pt x="7358" y="7728"/>
                    <a:pt x="7469" y="8134"/>
                    <a:pt x="7432" y="8282"/>
                  </a:cubicBezTo>
                  <a:lnTo>
                    <a:pt x="7432" y="8356"/>
                  </a:lnTo>
                  <a:cubicBezTo>
                    <a:pt x="7321" y="9022"/>
                    <a:pt x="6582" y="9687"/>
                    <a:pt x="5583" y="9687"/>
                  </a:cubicBezTo>
                  <a:cubicBezTo>
                    <a:pt x="5362" y="9687"/>
                    <a:pt x="5140" y="9650"/>
                    <a:pt x="4918" y="9576"/>
                  </a:cubicBezTo>
                  <a:cubicBezTo>
                    <a:pt x="4622" y="9502"/>
                    <a:pt x="4178" y="9243"/>
                    <a:pt x="3698" y="8800"/>
                  </a:cubicBezTo>
                  <a:cubicBezTo>
                    <a:pt x="2293" y="7580"/>
                    <a:pt x="592" y="5029"/>
                    <a:pt x="629" y="2330"/>
                  </a:cubicBezTo>
                  <a:cubicBezTo>
                    <a:pt x="629" y="1591"/>
                    <a:pt x="814" y="1184"/>
                    <a:pt x="1036" y="962"/>
                  </a:cubicBezTo>
                  <a:cubicBezTo>
                    <a:pt x="1258" y="740"/>
                    <a:pt x="1591" y="629"/>
                    <a:pt x="1997" y="629"/>
                  </a:cubicBezTo>
                  <a:close/>
                  <a:moveTo>
                    <a:pt x="1997" y="1"/>
                  </a:moveTo>
                  <a:cubicBezTo>
                    <a:pt x="1480" y="1"/>
                    <a:pt x="962" y="149"/>
                    <a:pt x="592" y="518"/>
                  </a:cubicBezTo>
                  <a:cubicBezTo>
                    <a:pt x="223" y="925"/>
                    <a:pt x="1" y="1517"/>
                    <a:pt x="1" y="2330"/>
                  </a:cubicBezTo>
                  <a:cubicBezTo>
                    <a:pt x="1" y="4289"/>
                    <a:pt x="777" y="6138"/>
                    <a:pt x="1775" y="7543"/>
                  </a:cubicBezTo>
                  <a:cubicBezTo>
                    <a:pt x="2256" y="8245"/>
                    <a:pt x="2774" y="8837"/>
                    <a:pt x="3291" y="9280"/>
                  </a:cubicBezTo>
                  <a:cubicBezTo>
                    <a:pt x="3809" y="9724"/>
                    <a:pt x="4289" y="10057"/>
                    <a:pt x="4733" y="10168"/>
                  </a:cubicBezTo>
                  <a:cubicBezTo>
                    <a:pt x="5029" y="10242"/>
                    <a:pt x="5325" y="10279"/>
                    <a:pt x="5583" y="10279"/>
                  </a:cubicBezTo>
                  <a:cubicBezTo>
                    <a:pt x="6840" y="10279"/>
                    <a:pt x="7839" y="9502"/>
                    <a:pt x="8060" y="8467"/>
                  </a:cubicBezTo>
                  <a:cubicBezTo>
                    <a:pt x="8060" y="8393"/>
                    <a:pt x="8060" y="8356"/>
                    <a:pt x="8060" y="8282"/>
                  </a:cubicBezTo>
                  <a:cubicBezTo>
                    <a:pt x="8060" y="8060"/>
                    <a:pt x="8023" y="7839"/>
                    <a:pt x="7913" y="7506"/>
                  </a:cubicBezTo>
                  <a:cubicBezTo>
                    <a:pt x="7617" y="6508"/>
                    <a:pt x="6914" y="4881"/>
                    <a:pt x="6286" y="3550"/>
                  </a:cubicBezTo>
                  <a:cubicBezTo>
                    <a:pt x="5657" y="2182"/>
                    <a:pt x="5103" y="1073"/>
                    <a:pt x="5103" y="1073"/>
                  </a:cubicBezTo>
                  <a:lnTo>
                    <a:pt x="4955" y="962"/>
                  </a:lnTo>
                  <a:cubicBezTo>
                    <a:pt x="4955" y="925"/>
                    <a:pt x="4548" y="703"/>
                    <a:pt x="3994" y="481"/>
                  </a:cubicBezTo>
                  <a:cubicBezTo>
                    <a:pt x="3439" y="260"/>
                    <a:pt x="2700" y="1"/>
                    <a:pt x="19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083;p53">
              <a:extLst>
                <a:ext uri="{FF2B5EF4-FFF2-40B4-BE49-F238E27FC236}">
                  <a16:creationId xmlns:a16="http://schemas.microsoft.com/office/drawing/2014/main" xmlns="" id="{17EB86C8-FC9B-B09A-1852-5BE7471AF5B6}"/>
                </a:ext>
              </a:extLst>
            </p:cNvPr>
            <p:cNvSpPr/>
            <p:nvPr/>
          </p:nvSpPr>
          <p:spPr>
            <a:xfrm>
              <a:off x="3194875" y="3486925"/>
              <a:ext cx="112775" cy="128475"/>
            </a:xfrm>
            <a:custGeom>
              <a:avLst/>
              <a:gdLst/>
              <a:ahLst/>
              <a:cxnLst/>
              <a:rect l="l" t="t" r="r" b="b"/>
              <a:pathLst>
                <a:path w="4511" h="5139" extrusionOk="0">
                  <a:moveTo>
                    <a:pt x="1368" y="0"/>
                  </a:moveTo>
                  <a:cubicBezTo>
                    <a:pt x="851" y="0"/>
                    <a:pt x="481" y="185"/>
                    <a:pt x="259" y="481"/>
                  </a:cubicBezTo>
                  <a:cubicBezTo>
                    <a:pt x="38" y="776"/>
                    <a:pt x="1" y="1146"/>
                    <a:pt x="1" y="1442"/>
                  </a:cubicBezTo>
                  <a:cubicBezTo>
                    <a:pt x="1" y="1996"/>
                    <a:pt x="148" y="2440"/>
                    <a:pt x="148" y="2477"/>
                  </a:cubicBezTo>
                  <a:cubicBezTo>
                    <a:pt x="206" y="2593"/>
                    <a:pt x="309" y="2685"/>
                    <a:pt x="439" y="2685"/>
                  </a:cubicBezTo>
                  <a:cubicBezTo>
                    <a:pt x="476" y="2685"/>
                    <a:pt x="515" y="2678"/>
                    <a:pt x="555" y="2662"/>
                  </a:cubicBezTo>
                  <a:cubicBezTo>
                    <a:pt x="703" y="2625"/>
                    <a:pt x="777" y="2440"/>
                    <a:pt x="740" y="2292"/>
                  </a:cubicBezTo>
                  <a:lnTo>
                    <a:pt x="740" y="2255"/>
                  </a:lnTo>
                  <a:cubicBezTo>
                    <a:pt x="703" y="2181"/>
                    <a:pt x="592" y="1812"/>
                    <a:pt x="592" y="1442"/>
                  </a:cubicBezTo>
                  <a:cubicBezTo>
                    <a:pt x="592" y="1220"/>
                    <a:pt x="666" y="998"/>
                    <a:pt x="740" y="850"/>
                  </a:cubicBezTo>
                  <a:cubicBezTo>
                    <a:pt x="851" y="703"/>
                    <a:pt x="999" y="629"/>
                    <a:pt x="1368" y="592"/>
                  </a:cubicBezTo>
                  <a:cubicBezTo>
                    <a:pt x="1405" y="592"/>
                    <a:pt x="1479" y="592"/>
                    <a:pt x="1553" y="629"/>
                  </a:cubicBezTo>
                  <a:cubicBezTo>
                    <a:pt x="1923" y="666"/>
                    <a:pt x="2293" y="813"/>
                    <a:pt x="2589" y="1072"/>
                  </a:cubicBezTo>
                  <a:cubicBezTo>
                    <a:pt x="3032" y="1442"/>
                    <a:pt x="3365" y="1960"/>
                    <a:pt x="3587" y="2403"/>
                  </a:cubicBezTo>
                  <a:cubicBezTo>
                    <a:pt x="3629" y="2487"/>
                    <a:pt x="3665" y="2571"/>
                    <a:pt x="3697" y="2651"/>
                  </a:cubicBezTo>
                  <a:lnTo>
                    <a:pt x="3697" y="2651"/>
                  </a:lnTo>
                  <a:cubicBezTo>
                    <a:pt x="3536" y="2615"/>
                    <a:pt x="3358" y="2588"/>
                    <a:pt x="3180" y="2588"/>
                  </a:cubicBezTo>
                  <a:cubicBezTo>
                    <a:pt x="2921" y="2588"/>
                    <a:pt x="2625" y="2662"/>
                    <a:pt x="2404" y="2810"/>
                  </a:cubicBezTo>
                  <a:cubicBezTo>
                    <a:pt x="2145" y="2995"/>
                    <a:pt x="1997" y="3327"/>
                    <a:pt x="1997" y="3697"/>
                  </a:cubicBezTo>
                  <a:cubicBezTo>
                    <a:pt x="1997" y="3993"/>
                    <a:pt x="2071" y="4215"/>
                    <a:pt x="2182" y="4437"/>
                  </a:cubicBezTo>
                  <a:cubicBezTo>
                    <a:pt x="2330" y="4732"/>
                    <a:pt x="2589" y="4917"/>
                    <a:pt x="2847" y="5028"/>
                  </a:cubicBezTo>
                  <a:cubicBezTo>
                    <a:pt x="3069" y="5102"/>
                    <a:pt x="3328" y="5139"/>
                    <a:pt x="3476" y="5139"/>
                  </a:cubicBezTo>
                  <a:cubicBezTo>
                    <a:pt x="3587" y="5139"/>
                    <a:pt x="3661" y="5102"/>
                    <a:pt x="3661" y="5102"/>
                  </a:cubicBezTo>
                  <a:cubicBezTo>
                    <a:pt x="3846" y="5102"/>
                    <a:pt x="3956" y="4954"/>
                    <a:pt x="3956" y="4769"/>
                  </a:cubicBezTo>
                  <a:cubicBezTo>
                    <a:pt x="3924" y="4608"/>
                    <a:pt x="3808" y="4503"/>
                    <a:pt x="3656" y="4503"/>
                  </a:cubicBezTo>
                  <a:cubicBezTo>
                    <a:pt x="3634" y="4503"/>
                    <a:pt x="3611" y="4506"/>
                    <a:pt x="3587" y="4510"/>
                  </a:cubicBezTo>
                  <a:lnTo>
                    <a:pt x="3476" y="4510"/>
                  </a:lnTo>
                  <a:cubicBezTo>
                    <a:pt x="3328" y="4510"/>
                    <a:pt x="3106" y="4474"/>
                    <a:pt x="2921" y="4363"/>
                  </a:cubicBezTo>
                  <a:cubicBezTo>
                    <a:pt x="2847" y="4326"/>
                    <a:pt x="2773" y="4252"/>
                    <a:pt x="2736" y="4141"/>
                  </a:cubicBezTo>
                  <a:cubicBezTo>
                    <a:pt x="2662" y="4030"/>
                    <a:pt x="2625" y="3919"/>
                    <a:pt x="2625" y="3697"/>
                  </a:cubicBezTo>
                  <a:cubicBezTo>
                    <a:pt x="2625" y="3438"/>
                    <a:pt x="2699" y="3364"/>
                    <a:pt x="2773" y="3327"/>
                  </a:cubicBezTo>
                  <a:cubicBezTo>
                    <a:pt x="2847" y="3253"/>
                    <a:pt x="2995" y="3217"/>
                    <a:pt x="3180" y="3217"/>
                  </a:cubicBezTo>
                  <a:cubicBezTo>
                    <a:pt x="3365" y="3217"/>
                    <a:pt x="3624" y="3253"/>
                    <a:pt x="3772" y="3327"/>
                  </a:cubicBezTo>
                  <a:cubicBezTo>
                    <a:pt x="3882" y="3327"/>
                    <a:pt x="3956" y="3364"/>
                    <a:pt x="3993" y="3364"/>
                  </a:cubicBezTo>
                  <a:lnTo>
                    <a:pt x="4067" y="3401"/>
                  </a:lnTo>
                  <a:cubicBezTo>
                    <a:pt x="4113" y="3417"/>
                    <a:pt x="4166" y="3426"/>
                    <a:pt x="4216" y="3426"/>
                  </a:cubicBezTo>
                  <a:cubicBezTo>
                    <a:pt x="4288" y="3426"/>
                    <a:pt x="4357" y="3408"/>
                    <a:pt x="4400" y="3364"/>
                  </a:cubicBezTo>
                  <a:cubicBezTo>
                    <a:pt x="4474" y="3253"/>
                    <a:pt x="4511" y="3143"/>
                    <a:pt x="4511" y="3032"/>
                  </a:cubicBezTo>
                  <a:cubicBezTo>
                    <a:pt x="4474" y="3032"/>
                    <a:pt x="4289" y="2329"/>
                    <a:pt x="3846" y="1627"/>
                  </a:cubicBezTo>
                  <a:cubicBezTo>
                    <a:pt x="3624" y="1257"/>
                    <a:pt x="3328" y="887"/>
                    <a:pt x="2958" y="592"/>
                  </a:cubicBezTo>
                  <a:cubicBezTo>
                    <a:pt x="2589" y="296"/>
                    <a:pt x="2145" y="37"/>
                    <a:pt x="15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084;p53">
              <a:extLst>
                <a:ext uri="{FF2B5EF4-FFF2-40B4-BE49-F238E27FC236}">
                  <a16:creationId xmlns:a16="http://schemas.microsoft.com/office/drawing/2014/main" xmlns="" id="{644AD374-AC8A-173E-7147-D2D41E4C5F8A}"/>
                </a:ext>
              </a:extLst>
            </p:cNvPr>
            <p:cNvSpPr/>
            <p:nvPr/>
          </p:nvSpPr>
          <p:spPr>
            <a:xfrm>
              <a:off x="2775250" y="4005425"/>
              <a:ext cx="2131400" cy="1273425"/>
            </a:xfrm>
            <a:custGeom>
              <a:avLst/>
              <a:gdLst/>
              <a:ahLst/>
              <a:cxnLst/>
              <a:rect l="l" t="t" r="r" b="b"/>
              <a:pathLst>
                <a:path w="85256" h="50937" extrusionOk="0">
                  <a:moveTo>
                    <a:pt x="39781" y="1"/>
                  </a:moveTo>
                  <a:cubicBezTo>
                    <a:pt x="39781" y="1"/>
                    <a:pt x="11314" y="16527"/>
                    <a:pt x="7358" y="18005"/>
                  </a:cubicBezTo>
                  <a:cubicBezTo>
                    <a:pt x="3365" y="19447"/>
                    <a:pt x="1" y="37896"/>
                    <a:pt x="1" y="37896"/>
                  </a:cubicBezTo>
                  <a:cubicBezTo>
                    <a:pt x="6441" y="42864"/>
                    <a:pt x="27866" y="50910"/>
                    <a:pt x="43560" y="50910"/>
                  </a:cubicBezTo>
                  <a:cubicBezTo>
                    <a:pt x="43631" y="50910"/>
                    <a:pt x="43703" y="50910"/>
                    <a:pt x="43774" y="50909"/>
                  </a:cubicBezTo>
                  <a:cubicBezTo>
                    <a:pt x="44591" y="50927"/>
                    <a:pt x="45414" y="50937"/>
                    <a:pt x="46242" y="50937"/>
                  </a:cubicBezTo>
                  <a:cubicBezTo>
                    <a:pt x="58947" y="50937"/>
                    <a:pt x="72899" y="48764"/>
                    <a:pt x="85255" y="43072"/>
                  </a:cubicBezTo>
                  <a:cubicBezTo>
                    <a:pt x="85255" y="43072"/>
                    <a:pt x="79746" y="14641"/>
                    <a:pt x="77676" y="12756"/>
                  </a:cubicBezTo>
                  <a:cubicBezTo>
                    <a:pt x="75569" y="10870"/>
                    <a:pt x="39781" y="1"/>
                    <a:pt x="397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085;p53">
              <a:extLst>
                <a:ext uri="{FF2B5EF4-FFF2-40B4-BE49-F238E27FC236}">
                  <a16:creationId xmlns:a16="http://schemas.microsoft.com/office/drawing/2014/main" xmlns="" id="{1A7FE73A-46EF-95A5-ED14-9E31AE8D5359}"/>
                </a:ext>
              </a:extLst>
            </p:cNvPr>
            <p:cNvSpPr/>
            <p:nvPr/>
          </p:nvSpPr>
          <p:spPr>
            <a:xfrm>
              <a:off x="2766950" y="3997650"/>
              <a:ext cx="2148000" cy="1288850"/>
            </a:xfrm>
            <a:custGeom>
              <a:avLst/>
              <a:gdLst/>
              <a:ahLst/>
              <a:cxnLst/>
              <a:rect l="l" t="t" r="r" b="b"/>
              <a:pathLst>
                <a:path w="85920" h="51554" extrusionOk="0">
                  <a:moveTo>
                    <a:pt x="40140" y="641"/>
                  </a:moveTo>
                  <a:cubicBezTo>
                    <a:pt x="40341" y="706"/>
                    <a:pt x="40833" y="866"/>
                    <a:pt x="41555" y="1088"/>
                  </a:cubicBezTo>
                  <a:cubicBezTo>
                    <a:pt x="44993" y="2123"/>
                    <a:pt x="53645" y="4785"/>
                    <a:pt x="61630" y="7410"/>
                  </a:cubicBezTo>
                  <a:cubicBezTo>
                    <a:pt x="65623" y="8704"/>
                    <a:pt x="69468" y="9998"/>
                    <a:pt x="72426" y="11033"/>
                  </a:cubicBezTo>
                  <a:cubicBezTo>
                    <a:pt x="73904" y="11588"/>
                    <a:pt x="75124" y="12068"/>
                    <a:pt x="76086" y="12438"/>
                  </a:cubicBezTo>
                  <a:cubicBezTo>
                    <a:pt x="76529" y="12660"/>
                    <a:pt x="76936" y="12808"/>
                    <a:pt x="77232" y="12956"/>
                  </a:cubicBezTo>
                  <a:cubicBezTo>
                    <a:pt x="77528" y="13103"/>
                    <a:pt x="77712" y="13251"/>
                    <a:pt x="77786" y="13288"/>
                  </a:cubicBezTo>
                  <a:cubicBezTo>
                    <a:pt x="77860" y="13362"/>
                    <a:pt x="78008" y="13584"/>
                    <a:pt x="78156" y="13880"/>
                  </a:cubicBezTo>
                  <a:cubicBezTo>
                    <a:pt x="78711" y="14989"/>
                    <a:pt x="79450" y="17429"/>
                    <a:pt x="80226" y="20424"/>
                  </a:cubicBezTo>
                  <a:cubicBezTo>
                    <a:pt x="81409" y="24897"/>
                    <a:pt x="82666" y="30665"/>
                    <a:pt x="83665" y="35286"/>
                  </a:cubicBezTo>
                  <a:cubicBezTo>
                    <a:pt x="84145" y="37615"/>
                    <a:pt x="84552" y="39648"/>
                    <a:pt x="84848" y="41090"/>
                  </a:cubicBezTo>
                  <a:cubicBezTo>
                    <a:pt x="85049" y="42095"/>
                    <a:pt x="85181" y="42827"/>
                    <a:pt x="85246" y="43193"/>
                  </a:cubicBezTo>
                  <a:lnTo>
                    <a:pt x="85246" y="43193"/>
                  </a:lnTo>
                  <a:cubicBezTo>
                    <a:pt x="73065" y="48771"/>
                    <a:pt x="59296" y="50925"/>
                    <a:pt x="46731" y="50925"/>
                  </a:cubicBezTo>
                  <a:cubicBezTo>
                    <a:pt x="45844" y="50925"/>
                    <a:pt x="44956" y="50925"/>
                    <a:pt x="44106" y="50888"/>
                  </a:cubicBezTo>
                  <a:lnTo>
                    <a:pt x="43810" y="50888"/>
                  </a:lnTo>
                  <a:cubicBezTo>
                    <a:pt x="36047" y="50888"/>
                    <a:pt x="26804" y="48891"/>
                    <a:pt x="18707" y="46266"/>
                  </a:cubicBezTo>
                  <a:cubicBezTo>
                    <a:pt x="14678" y="44972"/>
                    <a:pt x="10907" y="43493"/>
                    <a:pt x="7764" y="42052"/>
                  </a:cubicBezTo>
                  <a:cubicBezTo>
                    <a:pt x="4720" y="40655"/>
                    <a:pt x="2265" y="39258"/>
                    <a:pt x="669" y="38063"/>
                  </a:cubicBezTo>
                  <a:lnTo>
                    <a:pt x="669" y="38063"/>
                  </a:lnTo>
                  <a:cubicBezTo>
                    <a:pt x="698" y="37928"/>
                    <a:pt x="737" y="37724"/>
                    <a:pt x="777" y="37467"/>
                  </a:cubicBezTo>
                  <a:cubicBezTo>
                    <a:pt x="1146" y="35693"/>
                    <a:pt x="2071" y="31256"/>
                    <a:pt x="3328" y="27078"/>
                  </a:cubicBezTo>
                  <a:cubicBezTo>
                    <a:pt x="3956" y="25008"/>
                    <a:pt x="4695" y="23012"/>
                    <a:pt x="5472" y="21459"/>
                  </a:cubicBezTo>
                  <a:cubicBezTo>
                    <a:pt x="5842" y="20682"/>
                    <a:pt x="6248" y="20054"/>
                    <a:pt x="6655" y="19536"/>
                  </a:cubicBezTo>
                  <a:cubicBezTo>
                    <a:pt x="7025" y="19056"/>
                    <a:pt x="7431" y="18723"/>
                    <a:pt x="7801" y="18612"/>
                  </a:cubicBezTo>
                  <a:cubicBezTo>
                    <a:pt x="8319" y="18390"/>
                    <a:pt x="9206" y="17984"/>
                    <a:pt x="10352" y="17392"/>
                  </a:cubicBezTo>
                  <a:cubicBezTo>
                    <a:pt x="18132" y="13432"/>
                    <a:pt x="38392" y="1658"/>
                    <a:pt x="40140" y="641"/>
                  </a:cubicBezTo>
                  <a:close/>
                  <a:moveTo>
                    <a:pt x="40135" y="1"/>
                  </a:moveTo>
                  <a:cubicBezTo>
                    <a:pt x="40070" y="1"/>
                    <a:pt x="40018" y="27"/>
                    <a:pt x="39965" y="53"/>
                  </a:cubicBezTo>
                  <a:cubicBezTo>
                    <a:pt x="39965" y="53"/>
                    <a:pt x="39522" y="312"/>
                    <a:pt x="38745" y="755"/>
                  </a:cubicBezTo>
                  <a:cubicBezTo>
                    <a:pt x="35973" y="2345"/>
                    <a:pt x="29059" y="6338"/>
                    <a:pt x="22367" y="10109"/>
                  </a:cubicBezTo>
                  <a:cubicBezTo>
                    <a:pt x="19040" y="11994"/>
                    <a:pt x="15750" y="13806"/>
                    <a:pt x="13088" y="15248"/>
                  </a:cubicBezTo>
                  <a:cubicBezTo>
                    <a:pt x="10463" y="16690"/>
                    <a:pt x="8393" y="17725"/>
                    <a:pt x="7579" y="18021"/>
                  </a:cubicBezTo>
                  <a:cubicBezTo>
                    <a:pt x="6988" y="18242"/>
                    <a:pt x="6470" y="18723"/>
                    <a:pt x="5989" y="19389"/>
                  </a:cubicBezTo>
                  <a:cubicBezTo>
                    <a:pt x="5102" y="20572"/>
                    <a:pt x="4326" y="22309"/>
                    <a:pt x="3623" y="24306"/>
                  </a:cubicBezTo>
                  <a:cubicBezTo>
                    <a:pt x="1479" y="30184"/>
                    <a:pt x="37" y="38133"/>
                    <a:pt x="37" y="38133"/>
                  </a:cubicBezTo>
                  <a:cubicBezTo>
                    <a:pt x="0" y="38244"/>
                    <a:pt x="74" y="38354"/>
                    <a:pt x="148" y="38428"/>
                  </a:cubicBezTo>
                  <a:cubicBezTo>
                    <a:pt x="1775" y="39722"/>
                    <a:pt x="4363" y="41164"/>
                    <a:pt x="7505" y="42606"/>
                  </a:cubicBezTo>
                  <a:cubicBezTo>
                    <a:pt x="17007" y="47006"/>
                    <a:pt x="32017" y="51516"/>
                    <a:pt x="43810" y="51516"/>
                  </a:cubicBezTo>
                  <a:lnTo>
                    <a:pt x="44069" y="51516"/>
                  </a:lnTo>
                  <a:cubicBezTo>
                    <a:pt x="44956" y="51553"/>
                    <a:pt x="45844" y="51553"/>
                    <a:pt x="46731" y="51553"/>
                  </a:cubicBezTo>
                  <a:cubicBezTo>
                    <a:pt x="59449" y="51553"/>
                    <a:pt x="73387" y="49335"/>
                    <a:pt x="85735" y="43678"/>
                  </a:cubicBezTo>
                  <a:cubicBezTo>
                    <a:pt x="85846" y="43604"/>
                    <a:pt x="85920" y="43456"/>
                    <a:pt x="85920" y="43309"/>
                  </a:cubicBezTo>
                  <a:cubicBezTo>
                    <a:pt x="85920" y="43309"/>
                    <a:pt x="84515" y="36210"/>
                    <a:pt x="82888" y="28853"/>
                  </a:cubicBezTo>
                  <a:cubicBezTo>
                    <a:pt x="82075" y="25193"/>
                    <a:pt x="81188" y="21459"/>
                    <a:pt x="80374" y="18538"/>
                  </a:cubicBezTo>
                  <a:cubicBezTo>
                    <a:pt x="79968" y="17059"/>
                    <a:pt x="79561" y="15802"/>
                    <a:pt x="79228" y="14804"/>
                  </a:cubicBezTo>
                  <a:cubicBezTo>
                    <a:pt x="79043" y="14324"/>
                    <a:pt x="78858" y="13917"/>
                    <a:pt x="78711" y="13584"/>
                  </a:cubicBezTo>
                  <a:cubicBezTo>
                    <a:pt x="78526" y="13251"/>
                    <a:pt x="78378" y="13030"/>
                    <a:pt x="78193" y="12845"/>
                  </a:cubicBezTo>
                  <a:cubicBezTo>
                    <a:pt x="78008" y="12697"/>
                    <a:pt x="77749" y="12549"/>
                    <a:pt x="77380" y="12364"/>
                  </a:cubicBezTo>
                  <a:cubicBezTo>
                    <a:pt x="75938" y="11662"/>
                    <a:pt x="72906" y="10553"/>
                    <a:pt x="69135" y="9259"/>
                  </a:cubicBezTo>
                  <a:cubicBezTo>
                    <a:pt x="57896" y="5414"/>
                    <a:pt x="40224" y="16"/>
                    <a:pt x="40224" y="16"/>
                  </a:cubicBezTo>
                  <a:cubicBezTo>
                    <a:pt x="40192" y="5"/>
                    <a:pt x="40162" y="1"/>
                    <a:pt x="401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086;p53">
              <a:extLst>
                <a:ext uri="{FF2B5EF4-FFF2-40B4-BE49-F238E27FC236}">
                  <a16:creationId xmlns:a16="http://schemas.microsoft.com/office/drawing/2014/main" xmlns="" id="{5715D956-6E95-CEE1-6518-DE6B2AF5CF0D}"/>
                </a:ext>
              </a:extLst>
            </p:cNvPr>
            <p:cNvSpPr/>
            <p:nvPr/>
          </p:nvSpPr>
          <p:spPr>
            <a:xfrm>
              <a:off x="4551700" y="4889025"/>
              <a:ext cx="22200" cy="71200"/>
            </a:xfrm>
            <a:custGeom>
              <a:avLst/>
              <a:gdLst/>
              <a:ahLst/>
              <a:cxnLst/>
              <a:rect l="l" t="t" r="r" b="b"/>
              <a:pathLst>
                <a:path w="888" h="2848" extrusionOk="0">
                  <a:moveTo>
                    <a:pt x="592" y="1"/>
                  </a:moveTo>
                  <a:cubicBezTo>
                    <a:pt x="444" y="1"/>
                    <a:pt x="259" y="112"/>
                    <a:pt x="259" y="259"/>
                  </a:cubicBezTo>
                  <a:cubicBezTo>
                    <a:pt x="148" y="1073"/>
                    <a:pt x="74" y="1849"/>
                    <a:pt x="37" y="2515"/>
                  </a:cubicBezTo>
                  <a:cubicBezTo>
                    <a:pt x="0" y="2699"/>
                    <a:pt x="148" y="2847"/>
                    <a:pt x="333" y="2847"/>
                  </a:cubicBezTo>
                  <a:cubicBezTo>
                    <a:pt x="481" y="2847"/>
                    <a:pt x="629" y="2736"/>
                    <a:pt x="629" y="2552"/>
                  </a:cubicBezTo>
                  <a:cubicBezTo>
                    <a:pt x="666" y="1886"/>
                    <a:pt x="740" y="1147"/>
                    <a:pt x="851" y="370"/>
                  </a:cubicBezTo>
                  <a:cubicBezTo>
                    <a:pt x="888" y="185"/>
                    <a:pt x="777" y="38"/>
                    <a:pt x="5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087;p53">
              <a:extLst>
                <a:ext uri="{FF2B5EF4-FFF2-40B4-BE49-F238E27FC236}">
                  <a16:creationId xmlns:a16="http://schemas.microsoft.com/office/drawing/2014/main" xmlns="" id="{885D43A4-D950-A265-D49B-B9A10FCAE0C6}"/>
                </a:ext>
              </a:extLst>
            </p:cNvPr>
            <p:cNvSpPr/>
            <p:nvPr/>
          </p:nvSpPr>
          <p:spPr>
            <a:xfrm>
              <a:off x="4569250" y="4353650"/>
              <a:ext cx="140525" cy="476425"/>
            </a:xfrm>
            <a:custGeom>
              <a:avLst/>
              <a:gdLst/>
              <a:ahLst/>
              <a:cxnLst/>
              <a:rect l="l" t="t" r="r" b="b"/>
              <a:pathLst>
                <a:path w="5621" h="19057" extrusionOk="0">
                  <a:moveTo>
                    <a:pt x="5283" y="0"/>
                  </a:moveTo>
                  <a:cubicBezTo>
                    <a:pt x="5155" y="0"/>
                    <a:pt x="5022" y="72"/>
                    <a:pt x="4992" y="194"/>
                  </a:cubicBezTo>
                  <a:cubicBezTo>
                    <a:pt x="4992" y="194"/>
                    <a:pt x="1591" y="10657"/>
                    <a:pt x="38" y="18680"/>
                  </a:cubicBezTo>
                  <a:cubicBezTo>
                    <a:pt x="1" y="18865"/>
                    <a:pt x="112" y="19013"/>
                    <a:pt x="297" y="19050"/>
                  </a:cubicBezTo>
                  <a:cubicBezTo>
                    <a:pt x="316" y="19054"/>
                    <a:pt x="336" y="19057"/>
                    <a:pt x="356" y="19057"/>
                  </a:cubicBezTo>
                  <a:cubicBezTo>
                    <a:pt x="491" y="19057"/>
                    <a:pt x="634" y="18956"/>
                    <a:pt x="666" y="18828"/>
                  </a:cubicBezTo>
                  <a:cubicBezTo>
                    <a:pt x="1406" y="14835"/>
                    <a:pt x="2663" y="10214"/>
                    <a:pt x="3698" y="6627"/>
                  </a:cubicBezTo>
                  <a:cubicBezTo>
                    <a:pt x="4215" y="4816"/>
                    <a:pt x="4696" y="3263"/>
                    <a:pt x="5029" y="2154"/>
                  </a:cubicBezTo>
                  <a:cubicBezTo>
                    <a:pt x="5362" y="1045"/>
                    <a:pt x="5583" y="416"/>
                    <a:pt x="5583" y="379"/>
                  </a:cubicBezTo>
                  <a:cubicBezTo>
                    <a:pt x="5620" y="231"/>
                    <a:pt x="5546" y="47"/>
                    <a:pt x="5362" y="10"/>
                  </a:cubicBezTo>
                  <a:cubicBezTo>
                    <a:pt x="5336" y="3"/>
                    <a:pt x="5310" y="0"/>
                    <a:pt x="52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088;p53">
              <a:extLst>
                <a:ext uri="{FF2B5EF4-FFF2-40B4-BE49-F238E27FC236}">
                  <a16:creationId xmlns:a16="http://schemas.microsoft.com/office/drawing/2014/main" xmlns="" id="{F547A0E4-D6C5-6ED6-AC2E-826277FED4B5}"/>
                </a:ext>
              </a:extLst>
            </p:cNvPr>
            <p:cNvSpPr/>
            <p:nvPr/>
          </p:nvSpPr>
          <p:spPr>
            <a:xfrm>
              <a:off x="2971200" y="4500150"/>
              <a:ext cx="226475" cy="533275"/>
            </a:xfrm>
            <a:custGeom>
              <a:avLst/>
              <a:gdLst/>
              <a:ahLst/>
              <a:cxnLst/>
              <a:rect l="l" t="t" r="r" b="b"/>
              <a:pathLst>
                <a:path w="9059" h="21331" extrusionOk="0">
                  <a:moveTo>
                    <a:pt x="353" y="0"/>
                  </a:moveTo>
                  <a:cubicBezTo>
                    <a:pt x="290" y="0"/>
                    <a:pt x="229" y="21"/>
                    <a:pt x="186" y="65"/>
                  </a:cubicBezTo>
                  <a:cubicBezTo>
                    <a:pt x="38" y="139"/>
                    <a:pt x="1" y="324"/>
                    <a:pt x="75" y="472"/>
                  </a:cubicBezTo>
                  <a:cubicBezTo>
                    <a:pt x="75" y="472"/>
                    <a:pt x="112" y="509"/>
                    <a:pt x="149" y="582"/>
                  </a:cubicBezTo>
                  <a:cubicBezTo>
                    <a:pt x="740" y="1470"/>
                    <a:pt x="5694" y="9160"/>
                    <a:pt x="8430" y="21101"/>
                  </a:cubicBezTo>
                  <a:cubicBezTo>
                    <a:pt x="8462" y="21230"/>
                    <a:pt x="8578" y="21330"/>
                    <a:pt x="8729" y="21330"/>
                  </a:cubicBezTo>
                  <a:cubicBezTo>
                    <a:pt x="8752" y="21330"/>
                    <a:pt x="8775" y="21328"/>
                    <a:pt x="8800" y="21323"/>
                  </a:cubicBezTo>
                  <a:cubicBezTo>
                    <a:pt x="8948" y="21286"/>
                    <a:pt x="9058" y="21101"/>
                    <a:pt x="9022" y="20953"/>
                  </a:cubicBezTo>
                  <a:cubicBezTo>
                    <a:pt x="6064" y="8125"/>
                    <a:pt x="629" y="139"/>
                    <a:pt x="592" y="139"/>
                  </a:cubicBezTo>
                  <a:cubicBezTo>
                    <a:pt x="547" y="49"/>
                    <a:pt x="448" y="0"/>
                    <a:pt x="3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089;p53">
              <a:extLst>
                <a:ext uri="{FF2B5EF4-FFF2-40B4-BE49-F238E27FC236}">
                  <a16:creationId xmlns:a16="http://schemas.microsoft.com/office/drawing/2014/main" xmlns="" id="{4FB4C172-21AB-D20D-38CA-F0ECEAAB1323}"/>
                </a:ext>
              </a:extLst>
            </p:cNvPr>
            <p:cNvSpPr/>
            <p:nvPr/>
          </p:nvSpPr>
          <p:spPr>
            <a:xfrm>
              <a:off x="3459225" y="4034000"/>
              <a:ext cx="712625" cy="732125"/>
            </a:xfrm>
            <a:custGeom>
              <a:avLst/>
              <a:gdLst/>
              <a:ahLst/>
              <a:cxnLst/>
              <a:rect l="l" t="t" r="r" b="b"/>
              <a:pathLst>
                <a:path w="28505" h="29285" extrusionOk="0">
                  <a:moveTo>
                    <a:pt x="15923" y="0"/>
                  </a:moveTo>
                  <a:cubicBezTo>
                    <a:pt x="14096" y="0"/>
                    <a:pt x="12327" y="264"/>
                    <a:pt x="10870" y="743"/>
                  </a:cubicBezTo>
                  <a:cubicBezTo>
                    <a:pt x="5805" y="2444"/>
                    <a:pt x="2995" y="2444"/>
                    <a:pt x="1516" y="6178"/>
                  </a:cubicBezTo>
                  <a:cubicBezTo>
                    <a:pt x="1516" y="6178"/>
                    <a:pt x="0" y="16493"/>
                    <a:pt x="1146" y="21964"/>
                  </a:cubicBezTo>
                  <a:cubicBezTo>
                    <a:pt x="2255" y="27399"/>
                    <a:pt x="2625" y="29285"/>
                    <a:pt x="2625" y="29285"/>
                  </a:cubicBezTo>
                  <a:cubicBezTo>
                    <a:pt x="2625" y="29285"/>
                    <a:pt x="7690" y="24959"/>
                    <a:pt x="10685" y="22889"/>
                  </a:cubicBezTo>
                  <a:cubicBezTo>
                    <a:pt x="13716" y="20818"/>
                    <a:pt x="17450" y="19709"/>
                    <a:pt x="17450" y="19709"/>
                  </a:cubicBezTo>
                  <a:cubicBezTo>
                    <a:pt x="17450" y="19709"/>
                    <a:pt x="19336" y="19709"/>
                    <a:pt x="22146" y="21964"/>
                  </a:cubicBezTo>
                  <a:cubicBezTo>
                    <a:pt x="24955" y="24220"/>
                    <a:pt x="28320" y="27769"/>
                    <a:pt x="28320" y="27769"/>
                  </a:cubicBezTo>
                  <a:lnTo>
                    <a:pt x="28320" y="16714"/>
                  </a:lnTo>
                  <a:cubicBezTo>
                    <a:pt x="28320" y="16714"/>
                    <a:pt x="28504" y="11243"/>
                    <a:pt x="26656" y="5623"/>
                  </a:cubicBezTo>
                  <a:cubicBezTo>
                    <a:pt x="25313" y="1621"/>
                    <a:pt x="20444" y="0"/>
                    <a:pt x="159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090;p53">
              <a:extLst>
                <a:ext uri="{FF2B5EF4-FFF2-40B4-BE49-F238E27FC236}">
                  <a16:creationId xmlns:a16="http://schemas.microsoft.com/office/drawing/2014/main" xmlns="" id="{20C381F7-9671-4B8E-99E3-7F6C515553FA}"/>
                </a:ext>
              </a:extLst>
            </p:cNvPr>
            <p:cNvSpPr/>
            <p:nvPr/>
          </p:nvSpPr>
          <p:spPr>
            <a:xfrm>
              <a:off x="3461075" y="3901550"/>
              <a:ext cx="748675" cy="768450"/>
            </a:xfrm>
            <a:custGeom>
              <a:avLst/>
              <a:gdLst/>
              <a:ahLst/>
              <a:cxnLst/>
              <a:rect l="l" t="t" r="r" b="b"/>
              <a:pathLst>
                <a:path w="29947" h="30738" extrusionOk="0">
                  <a:moveTo>
                    <a:pt x="15291" y="1"/>
                  </a:moveTo>
                  <a:cubicBezTo>
                    <a:pt x="12418" y="1"/>
                    <a:pt x="9595" y="642"/>
                    <a:pt x="7542" y="1863"/>
                  </a:cubicBezTo>
                  <a:cubicBezTo>
                    <a:pt x="7542" y="1863"/>
                    <a:pt x="2514" y="5191"/>
                    <a:pt x="1257" y="8555"/>
                  </a:cubicBezTo>
                  <a:cubicBezTo>
                    <a:pt x="0" y="11883"/>
                    <a:pt x="2514" y="30738"/>
                    <a:pt x="2514" y="30738"/>
                  </a:cubicBezTo>
                  <a:cubicBezTo>
                    <a:pt x="2514" y="30738"/>
                    <a:pt x="11942" y="23602"/>
                    <a:pt x="13827" y="23602"/>
                  </a:cubicBezTo>
                  <a:cubicBezTo>
                    <a:pt x="15713" y="23602"/>
                    <a:pt x="19484" y="22789"/>
                    <a:pt x="19484" y="22789"/>
                  </a:cubicBezTo>
                  <a:cubicBezTo>
                    <a:pt x="19484" y="22789"/>
                    <a:pt x="23255" y="22789"/>
                    <a:pt x="25732" y="24859"/>
                  </a:cubicBezTo>
                  <a:cubicBezTo>
                    <a:pt x="28246" y="26967"/>
                    <a:pt x="29946" y="29074"/>
                    <a:pt x="29946" y="29074"/>
                  </a:cubicBezTo>
                  <a:cubicBezTo>
                    <a:pt x="29946" y="29074"/>
                    <a:pt x="29318" y="12955"/>
                    <a:pt x="26989" y="6263"/>
                  </a:cubicBezTo>
                  <a:cubicBezTo>
                    <a:pt x="25528" y="1977"/>
                    <a:pt x="20333" y="1"/>
                    <a:pt x="152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091;p53">
              <a:extLst>
                <a:ext uri="{FF2B5EF4-FFF2-40B4-BE49-F238E27FC236}">
                  <a16:creationId xmlns:a16="http://schemas.microsoft.com/office/drawing/2014/main" xmlns="" id="{4E8ED819-8197-D53A-4A26-5E5111E9406D}"/>
                </a:ext>
              </a:extLst>
            </p:cNvPr>
            <p:cNvSpPr/>
            <p:nvPr/>
          </p:nvSpPr>
          <p:spPr>
            <a:xfrm>
              <a:off x="3475850" y="3893600"/>
              <a:ext cx="741300" cy="784175"/>
            </a:xfrm>
            <a:custGeom>
              <a:avLst/>
              <a:gdLst/>
              <a:ahLst/>
              <a:cxnLst/>
              <a:rect l="l" t="t" r="r" b="b"/>
              <a:pathLst>
                <a:path w="29652" h="31367" extrusionOk="0">
                  <a:moveTo>
                    <a:pt x="14678" y="629"/>
                  </a:moveTo>
                  <a:cubicBezTo>
                    <a:pt x="17155" y="629"/>
                    <a:pt x="19706" y="1109"/>
                    <a:pt x="21739" y="2108"/>
                  </a:cubicBezTo>
                  <a:cubicBezTo>
                    <a:pt x="23810" y="3106"/>
                    <a:pt x="25436" y="4622"/>
                    <a:pt x="26139" y="6655"/>
                  </a:cubicBezTo>
                  <a:cubicBezTo>
                    <a:pt x="27248" y="9945"/>
                    <a:pt x="27987" y="15639"/>
                    <a:pt x="28431" y="20519"/>
                  </a:cubicBezTo>
                  <a:cubicBezTo>
                    <a:pt x="28653" y="22922"/>
                    <a:pt x="28801" y="25177"/>
                    <a:pt x="28912" y="26767"/>
                  </a:cubicBezTo>
                  <a:cubicBezTo>
                    <a:pt x="28944" y="27475"/>
                    <a:pt x="28976" y="28071"/>
                    <a:pt x="29008" y="28506"/>
                  </a:cubicBezTo>
                  <a:lnTo>
                    <a:pt x="29008" y="28506"/>
                  </a:lnTo>
                  <a:cubicBezTo>
                    <a:pt x="28309" y="27719"/>
                    <a:pt x="27011" y="26337"/>
                    <a:pt x="25362" y="24955"/>
                  </a:cubicBezTo>
                  <a:cubicBezTo>
                    <a:pt x="24032" y="23846"/>
                    <a:pt x="22442" y="23329"/>
                    <a:pt x="21148" y="23070"/>
                  </a:cubicBezTo>
                  <a:cubicBezTo>
                    <a:pt x="19854" y="22774"/>
                    <a:pt x="18893" y="22774"/>
                    <a:pt x="18893" y="22774"/>
                  </a:cubicBezTo>
                  <a:lnTo>
                    <a:pt x="18819" y="22811"/>
                  </a:lnTo>
                  <a:cubicBezTo>
                    <a:pt x="18819" y="22811"/>
                    <a:pt x="18597" y="22848"/>
                    <a:pt x="18190" y="22922"/>
                  </a:cubicBezTo>
                  <a:cubicBezTo>
                    <a:pt x="17044" y="23144"/>
                    <a:pt x="14567" y="23624"/>
                    <a:pt x="13236" y="23624"/>
                  </a:cubicBezTo>
                  <a:cubicBezTo>
                    <a:pt x="12903" y="23624"/>
                    <a:pt x="12534" y="23772"/>
                    <a:pt x="12090" y="23957"/>
                  </a:cubicBezTo>
                  <a:cubicBezTo>
                    <a:pt x="10500" y="24660"/>
                    <a:pt x="7949" y="26360"/>
                    <a:pt x="5731" y="27913"/>
                  </a:cubicBezTo>
                  <a:cubicBezTo>
                    <a:pt x="4185" y="28987"/>
                    <a:pt x="2825" y="29988"/>
                    <a:pt x="2164" y="30479"/>
                  </a:cubicBezTo>
                  <a:lnTo>
                    <a:pt x="2164" y="30479"/>
                  </a:lnTo>
                  <a:cubicBezTo>
                    <a:pt x="2127" y="30132"/>
                    <a:pt x="2071" y="29633"/>
                    <a:pt x="1997" y="29022"/>
                  </a:cubicBezTo>
                  <a:cubicBezTo>
                    <a:pt x="1516" y="25325"/>
                    <a:pt x="629" y="17339"/>
                    <a:pt x="629" y="12459"/>
                  </a:cubicBezTo>
                  <a:cubicBezTo>
                    <a:pt x="629" y="11646"/>
                    <a:pt x="666" y="10944"/>
                    <a:pt x="703" y="10315"/>
                  </a:cubicBezTo>
                  <a:cubicBezTo>
                    <a:pt x="777" y="9723"/>
                    <a:pt x="851" y="9280"/>
                    <a:pt x="962" y="8984"/>
                  </a:cubicBezTo>
                  <a:cubicBezTo>
                    <a:pt x="1553" y="7394"/>
                    <a:pt x="3106" y="5731"/>
                    <a:pt x="4474" y="4511"/>
                  </a:cubicBezTo>
                  <a:cubicBezTo>
                    <a:pt x="5177" y="3882"/>
                    <a:pt x="5842" y="3365"/>
                    <a:pt x="6323" y="2995"/>
                  </a:cubicBezTo>
                  <a:cubicBezTo>
                    <a:pt x="6581" y="2810"/>
                    <a:pt x="6766" y="2662"/>
                    <a:pt x="6914" y="2588"/>
                  </a:cubicBezTo>
                  <a:cubicBezTo>
                    <a:pt x="7062" y="2477"/>
                    <a:pt x="7136" y="2440"/>
                    <a:pt x="7136" y="2440"/>
                  </a:cubicBezTo>
                  <a:lnTo>
                    <a:pt x="7125" y="2425"/>
                  </a:lnTo>
                  <a:lnTo>
                    <a:pt x="7125" y="2425"/>
                  </a:lnTo>
                  <a:cubicBezTo>
                    <a:pt x="9119" y="1252"/>
                    <a:pt x="11880" y="629"/>
                    <a:pt x="14678" y="629"/>
                  </a:cubicBezTo>
                  <a:close/>
                  <a:moveTo>
                    <a:pt x="14678" y="0"/>
                  </a:moveTo>
                  <a:cubicBezTo>
                    <a:pt x="11757" y="0"/>
                    <a:pt x="8911" y="666"/>
                    <a:pt x="6803" y="1923"/>
                  </a:cubicBezTo>
                  <a:lnTo>
                    <a:pt x="6766" y="1923"/>
                  </a:lnTo>
                  <a:cubicBezTo>
                    <a:pt x="6766" y="1923"/>
                    <a:pt x="5509" y="2773"/>
                    <a:pt x="4067" y="4030"/>
                  </a:cubicBezTo>
                  <a:cubicBezTo>
                    <a:pt x="2663" y="5324"/>
                    <a:pt x="1036" y="6988"/>
                    <a:pt x="370" y="8762"/>
                  </a:cubicBezTo>
                  <a:cubicBezTo>
                    <a:pt x="222" y="9132"/>
                    <a:pt x="149" y="9650"/>
                    <a:pt x="112" y="10278"/>
                  </a:cubicBezTo>
                  <a:cubicBezTo>
                    <a:pt x="38" y="10907"/>
                    <a:pt x="1" y="11646"/>
                    <a:pt x="1" y="12459"/>
                  </a:cubicBezTo>
                  <a:cubicBezTo>
                    <a:pt x="1" y="19040"/>
                    <a:pt x="1627" y="31093"/>
                    <a:pt x="1627" y="31093"/>
                  </a:cubicBezTo>
                  <a:cubicBezTo>
                    <a:pt x="1627" y="31203"/>
                    <a:pt x="1701" y="31277"/>
                    <a:pt x="1812" y="31351"/>
                  </a:cubicBezTo>
                  <a:cubicBezTo>
                    <a:pt x="1845" y="31362"/>
                    <a:pt x="1877" y="31367"/>
                    <a:pt x="1909" y="31367"/>
                  </a:cubicBezTo>
                  <a:cubicBezTo>
                    <a:pt x="1985" y="31367"/>
                    <a:pt x="2056" y="31341"/>
                    <a:pt x="2108" y="31314"/>
                  </a:cubicBezTo>
                  <a:cubicBezTo>
                    <a:pt x="2108" y="31314"/>
                    <a:pt x="2256" y="31203"/>
                    <a:pt x="2515" y="30982"/>
                  </a:cubicBezTo>
                  <a:cubicBezTo>
                    <a:pt x="3439" y="30316"/>
                    <a:pt x="5731" y="28616"/>
                    <a:pt x="8023" y="27100"/>
                  </a:cubicBezTo>
                  <a:cubicBezTo>
                    <a:pt x="9169" y="26323"/>
                    <a:pt x="10278" y="25621"/>
                    <a:pt x="11240" y="25066"/>
                  </a:cubicBezTo>
                  <a:cubicBezTo>
                    <a:pt x="11720" y="24808"/>
                    <a:pt x="12127" y="24586"/>
                    <a:pt x="12497" y="24475"/>
                  </a:cubicBezTo>
                  <a:cubicBezTo>
                    <a:pt x="12829" y="24327"/>
                    <a:pt x="13088" y="24253"/>
                    <a:pt x="13236" y="24253"/>
                  </a:cubicBezTo>
                  <a:cubicBezTo>
                    <a:pt x="14197" y="24253"/>
                    <a:pt x="15639" y="24031"/>
                    <a:pt x="16822" y="23809"/>
                  </a:cubicBezTo>
                  <a:cubicBezTo>
                    <a:pt x="18005" y="23624"/>
                    <a:pt x="18930" y="23403"/>
                    <a:pt x="18930" y="23403"/>
                  </a:cubicBezTo>
                  <a:lnTo>
                    <a:pt x="19040" y="23403"/>
                  </a:lnTo>
                  <a:cubicBezTo>
                    <a:pt x="19743" y="23440"/>
                    <a:pt x="22885" y="23661"/>
                    <a:pt x="24956" y="25436"/>
                  </a:cubicBezTo>
                  <a:cubicBezTo>
                    <a:pt x="26213" y="26471"/>
                    <a:pt x="27248" y="27506"/>
                    <a:pt x="27950" y="28283"/>
                  </a:cubicBezTo>
                  <a:cubicBezTo>
                    <a:pt x="28320" y="28652"/>
                    <a:pt x="28616" y="28985"/>
                    <a:pt x="28801" y="29207"/>
                  </a:cubicBezTo>
                  <a:cubicBezTo>
                    <a:pt x="28912" y="29318"/>
                    <a:pt x="28986" y="29429"/>
                    <a:pt x="29023" y="29466"/>
                  </a:cubicBezTo>
                  <a:cubicBezTo>
                    <a:pt x="29096" y="29540"/>
                    <a:pt x="29096" y="29577"/>
                    <a:pt x="29096" y="29577"/>
                  </a:cubicBezTo>
                  <a:cubicBezTo>
                    <a:pt x="29144" y="29648"/>
                    <a:pt x="29223" y="29689"/>
                    <a:pt x="29312" y="29689"/>
                  </a:cubicBezTo>
                  <a:cubicBezTo>
                    <a:pt x="29361" y="29689"/>
                    <a:pt x="29414" y="29677"/>
                    <a:pt x="29466" y="29651"/>
                  </a:cubicBezTo>
                  <a:cubicBezTo>
                    <a:pt x="29577" y="29614"/>
                    <a:pt x="29651" y="29503"/>
                    <a:pt x="29651" y="29355"/>
                  </a:cubicBezTo>
                  <a:cubicBezTo>
                    <a:pt x="29651" y="29355"/>
                    <a:pt x="29503" y="25325"/>
                    <a:pt x="29060" y="20445"/>
                  </a:cubicBezTo>
                  <a:cubicBezTo>
                    <a:pt x="28616" y="15565"/>
                    <a:pt x="27876" y="9871"/>
                    <a:pt x="26693" y="6470"/>
                  </a:cubicBezTo>
                  <a:cubicBezTo>
                    <a:pt x="25954" y="4215"/>
                    <a:pt x="24179" y="2625"/>
                    <a:pt x="22035" y="1553"/>
                  </a:cubicBezTo>
                  <a:cubicBezTo>
                    <a:pt x="19854" y="518"/>
                    <a:pt x="17229" y="0"/>
                    <a:pt x="14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092;p53">
              <a:extLst>
                <a:ext uri="{FF2B5EF4-FFF2-40B4-BE49-F238E27FC236}">
                  <a16:creationId xmlns:a16="http://schemas.microsoft.com/office/drawing/2014/main" xmlns="" id="{7E8AF240-F19B-5158-419B-445CFD094455}"/>
                </a:ext>
              </a:extLst>
            </p:cNvPr>
            <p:cNvSpPr/>
            <p:nvPr/>
          </p:nvSpPr>
          <p:spPr>
            <a:xfrm>
              <a:off x="3539625" y="3686550"/>
              <a:ext cx="476025" cy="944725"/>
            </a:xfrm>
            <a:custGeom>
              <a:avLst/>
              <a:gdLst/>
              <a:ahLst/>
              <a:cxnLst/>
              <a:rect l="l" t="t" r="r" b="b"/>
              <a:pathLst>
                <a:path w="19041" h="37789" extrusionOk="0">
                  <a:moveTo>
                    <a:pt x="17783" y="1"/>
                  </a:moveTo>
                  <a:cubicBezTo>
                    <a:pt x="17783" y="1"/>
                    <a:pt x="14177" y="4597"/>
                    <a:pt x="7151" y="4597"/>
                  </a:cubicBezTo>
                  <a:cubicBezTo>
                    <a:pt x="5067" y="4597"/>
                    <a:pt x="2682" y="4192"/>
                    <a:pt x="1" y="3143"/>
                  </a:cubicBezTo>
                  <a:lnTo>
                    <a:pt x="1" y="3143"/>
                  </a:lnTo>
                  <a:cubicBezTo>
                    <a:pt x="1" y="3144"/>
                    <a:pt x="2108" y="12349"/>
                    <a:pt x="4622" y="20076"/>
                  </a:cubicBezTo>
                  <a:cubicBezTo>
                    <a:pt x="6906" y="27131"/>
                    <a:pt x="12641" y="37789"/>
                    <a:pt x="14445" y="37789"/>
                  </a:cubicBezTo>
                  <a:cubicBezTo>
                    <a:pt x="14627" y="37789"/>
                    <a:pt x="14768" y="37682"/>
                    <a:pt x="14863" y="37452"/>
                  </a:cubicBezTo>
                  <a:cubicBezTo>
                    <a:pt x="15898" y="34938"/>
                    <a:pt x="19040" y="20076"/>
                    <a:pt x="19040" y="14863"/>
                  </a:cubicBezTo>
                  <a:cubicBezTo>
                    <a:pt x="19040" y="9613"/>
                    <a:pt x="17783" y="1"/>
                    <a:pt x="17783" y="1"/>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093;p53">
              <a:extLst>
                <a:ext uri="{FF2B5EF4-FFF2-40B4-BE49-F238E27FC236}">
                  <a16:creationId xmlns:a16="http://schemas.microsoft.com/office/drawing/2014/main" xmlns="" id="{A296F34E-6E89-D546-FC29-73320C408922}"/>
                </a:ext>
              </a:extLst>
            </p:cNvPr>
            <p:cNvSpPr/>
            <p:nvPr/>
          </p:nvSpPr>
          <p:spPr>
            <a:xfrm>
              <a:off x="3539625" y="3694875"/>
              <a:ext cx="476025" cy="438225"/>
            </a:xfrm>
            <a:custGeom>
              <a:avLst/>
              <a:gdLst/>
              <a:ahLst/>
              <a:cxnLst/>
              <a:rect l="l" t="t" r="r" b="b"/>
              <a:pathLst>
                <a:path w="19041" h="17529" extrusionOk="0">
                  <a:moveTo>
                    <a:pt x="17488" y="0"/>
                  </a:moveTo>
                  <a:cubicBezTo>
                    <a:pt x="16480" y="1090"/>
                    <a:pt x="13004" y="4267"/>
                    <a:pt x="7162" y="4267"/>
                  </a:cubicBezTo>
                  <a:cubicBezTo>
                    <a:pt x="5075" y="4267"/>
                    <a:pt x="2687" y="3861"/>
                    <a:pt x="1" y="2810"/>
                  </a:cubicBezTo>
                  <a:lnTo>
                    <a:pt x="1" y="2810"/>
                  </a:lnTo>
                  <a:cubicBezTo>
                    <a:pt x="1" y="2810"/>
                    <a:pt x="1258" y="8356"/>
                    <a:pt x="2995" y="14456"/>
                  </a:cubicBezTo>
                  <a:cubicBezTo>
                    <a:pt x="4854" y="15980"/>
                    <a:pt x="7543" y="17529"/>
                    <a:pt x="10729" y="17529"/>
                  </a:cubicBezTo>
                  <a:cubicBezTo>
                    <a:pt x="11407" y="17529"/>
                    <a:pt x="12109" y="17459"/>
                    <a:pt x="12829" y="17303"/>
                  </a:cubicBezTo>
                  <a:cubicBezTo>
                    <a:pt x="15565" y="16674"/>
                    <a:pt x="17599" y="15048"/>
                    <a:pt x="19040" y="13236"/>
                  </a:cubicBezTo>
                  <a:cubicBezTo>
                    <a:pt x="18893" y="8504"/>
                    <a:pt x="18042" y="1664"/>
                    <a:pt x="17857" y="37"/>
                  </a:cubicBezTo>
                  <a:lnTo>
                    <a:pt x="174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094;p53">
              <a:extLst>
                <a:ext uri="{FF2B5EF4-FFF2-40B4-BE49-F238E27FC236}">
                  <a16:creationId xmlns:a16="http://schemas.microsoft.com/office/drawing/2014/main" xmlns="" id="{F90A2EEB-9307-4078-D833-FD27125885BA}"/>
                </a:ext>
              </a:extLst>
            </p:cNvPr>
            <p:cNvSpPr/>
            <p:nvPr/>
          </p:nvSpPr>
          <p:spPr>
            <a:xfrm>
              <a:off x="3563650" y="3858475"/>
              <a:ext cx="452000" cy="274525"/>
            </a:xfrm>
            <a:custGeom>
              <a:avLst/>
              <a:gdLst/>
              <a:ahLst/>
              <a:cxnLst/>
              <a:rect l="l" t="t" r="r" b="b"/>
              <a:pathLst>
                <a:path w="18080" h="10981" extrusionOk="0">
                  <a:moveTo>
                    <a:pt x="17599" y="0"/>
                  </a:moveTo>
                  <a:cubicBezTo>
                    <a:pt x="15935" y="2440"/>
                    <a:pt x="14050" y="3993"/>
                    <a:pt x="12164" y="4511"/>
                  </a:cubicBezTo>
                  <a:cubicBezTo>
                    <a:pt x="11425" y="4733"/>
                    <a:pt x="10685" y="4806"/>
                    <a:pt x="9946" y="4806"/>
                  </a:cubicBezTo>
                  <a:cubicBezTo>
                    <a:pt x="6619" y="4806"/>
                    <a:pt x="3254" y="2921"/>
                    <a:pt x="1" y="296"/>
                  </a:cubicBezTo>
                  <a:lnTo>
                    <a:pt x="1" y="296"/>
                  </a:lnTo>
                  <a:cubicBezTo>
                    <a:pt x="555" y="2403"/>
                    <a:pt x="1258" y="5102"/>
                    <a:pt x="2034" y="7912"/>
                  </a:cubicBezTo>
                  <a:cubicBezTo>
                    <a:pt x="3920" y="9428"/>
                    <a:pt x="6582" y="10981"/>
                    <a:pt x="9761" y="10981"/>
                  </a:cubicBezTo>
                  <a:cubicBezTo>
                    <a:pt x="10427" y="10981"/>
                    <a:pt x="11129" y="10907"/>
                    <a:pt x="11868" y="10759"/>
                  </a:cubicBezTo>
                  <a:cubicBezTo>
                    <a:pt x="14604" y="10130"/>
                    <a:pt x="16638" y="8504"/>
                    <a:pt x="18079" y="6692"/>
                  </a:cubicBezTo>
                  <a:cubicBezTo>
                    <a:pt x="18006" y="4659"/>
                    <a:pt x="17821" y="2219"/>
                    <a:pt x="17599"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095;p53">
              <a:extLst>
                <a:ext uri="{FF2B5EF4-FFF2-40B4-BE49-F238E27FC236}">
                  <a16:creationId xmlns:a16="http://schemas.microsoft.com/office/drawing/2014/main" xmlns="" id="{75C15023-E06F-AEDF-60AE-4AA5047BC89C}"/>
                </a:ext>
              </a:extLst>
            </p:cNvPr>
            <p:cNvSpPr/>
            <p:nvPr/>
          </p:nvSpPr>
          <p:spPr>
            <a:xfrm>
              <a:off x="3531300" y="3678800"/>
              <a:ext cx="492675" cy="959775"/>
            </a:xfrm>
            <a:custGeom>
              <a:avLst/>
              <a:gdLst/>
              <a:ahLst/>
              <a:cxnLst/>
              <a:rect l="l" t="t" r="r" b="b"/>
              <a:pathLst>
                <a:path w="19707" h="38391" extrusionOk="0">
                  <a:moveTo>
                    <a:pt x="17898" y="995"/>
                  </a:moveTo>
                  <a:cubicBezTo>
                    <a:pt x="17927" y="1245"/>
                    <a:pt x="17964" y="1563"/>
                    <a:pt x="18006" y="1937"/>
                  </a:cubicBezTo>
                  <a:cubicBezTo>
                    <a:pt x="18375" y="4858"/>
                    <a:pt x="19078" y="11254"/>
                    <a:pt x="19078" y="15173"/>
                  </a:cubicBezTo>
                  <a:cubicBezTo>
                    <a:pt x="19078" y="17724"/>
                    <a:pt x="18301" y="22752"/>
                    <a:pt x="17377" y="27410"/>
                  </a:cubicBezTo>
                  <a:cubicBezTo>
                    <a:pt x="16933" y="29739"/>
                    <a:pt x="16416" y="31995"/>
                    <a:pt x="16009" y="33843"/>
                  </a:cubicBezTo>
                  <a:cubicBezTo>
                    <a:pt x="15565" y="35655"/>
                    <a:pt x="15159" y="37060"/>
                    <a:pt x="14900" y="37651"/>
                  </a:cubicBezTo>
                  <a:cubicBezTo>
                    <a:pt x="14863" y="37725"/>
                    <a:pt x="14863" y="37762"/>
                    <a:pt x="14826" y="37762"/>
                  </a:cubicBezTo>
                  <a:lnTo>
                    <a:pt x="14789" y="37799"/>
                  </a:lnTo>
                  <a:cubicBezTo>
                    <a:pt x="14715" y="37799"/>
                    <a:pt x="14456" y="37688"/>
                    <a:pt x="14124" y="37392"/>
                  </a:cubicBezTo>
                  <a:cubicBezTo>
                    <a:pt x="13569" y="36912"/>
                    <a:pt x="12867" y="35951"/>
                    <a:pt x="12090" y="34730"/>
                  </a:cubicBezTo>
                  <a:cubicBezTo>
                    <a:pt x="9687" y="31070"/>
                    <a:pt x="6730" y="24859"/>
                    <a:pt x="5251" y="20312"/>
                  </a:cubicBezTo>
                  <a:cubicBezTo>
                    <a:pt x="3994" y="16430"/>
                    <a:pt x="2848" y="12215"/>
                    <a:pt x="1997" y="8925"/>
                  </a:cubicBezTo>
                  <a:cubicBezTo>
                    <a:pt x="1591" y="7298"/>
                    <a:pt x="1221" y="5893"/>
                    <a:pt x="999" y="4932"/>
                  </a:cubicBezTo>
                  <a:cubicBezTo>
                    <a:pt x="906" y="4513"/>
                    <a:pt x="826" y="4172"/>
                    <a:pt x="764" y="3917"/>
                  </a:cubicBezTo>
                  <a:lnTo>
                    <a:pt x="764" y="3917"/>
                  </a:lnTo>
                  <a:cubicBezTo>
                    <a:pt x="3277" y="4836"/>
                    <a:pt x="5504" y="5191"/>
                    <a:pt x="7506" y="5191"/>
                  </a:cubicBezTo>
                  <a:cubicBezTo>
                    <a:pt x="11092" y="5191"/>
                    <a:pt x="13791" y="4045"/>
                    <a:pt x="15602" y="2862"/>
                  </a:cubicBezTo>
                  <a:cubicBezTo>
                    <a:pt x="16684" y="2155"/>
                    <a:pt x="17449" y="1449"/>
                    <a:pt x="17898" y="995"/>
                  </a:cubicBezTo>
                  <a:close/>
                  <a:moveTo>
                    <a:pt x="18102" y="0"/>
                  </a:moveTo>
                  <a:cubicBezTo>
                    <a:pt x="18023" y="0"/>
                    <a:pt x="17949" y="35"/>
                    <a:pt x="17895" y="89"/>
                  </a:cubicBezTo>
                  <a:lnTo>
                    <a:pt x="17858" y="126"/>
                  </a:lnTo>
                  <a:cubicBezTo>
                    <a:pt x="17784" y="237"/>
                    <a:pt x="16859" y="1346"/>
                    <a:pt x="15122" y="2455"/>
                  </a:cubicBezTo>
                  <a:cubicBezTo>
                    <a:pt x="13384" y="3527"/>
                    <a:pt x="10833" y="4599"/>
                    <a:pt x="7506" y="4599"/>
                  </a:cubicBezTo>
                  <a:cubicBezTo>
                    <a:pt x="5436" y="4599"/>
                    <a:pt x="3106" y="4193"/>
                    <a:pt x="445" y="3157"/>
                  </a:cubicBezTo>
                  <a:cubicBezTo>
                    <a:pt x="399" y="3142"/>
                    <a:pt x="353" y="3133"/>
                    <a:pt x="309" y="3133"/>
                  </a:cubicBezTo>
                  <a:cubicBezTo>
                    <a:pt x="248" y="3133"/>
                    <a:pt x="192" y="3151"/>
                    <a:pt x="149" y="3194"/>
                  </a:cubicBezTo>
                  <a:cubicBezTo>
                    <a:pt x="38" y="3268"/>
                    <a:pt x="1" y="3379"/>
                    <a:pt x="38" y="3490"/>
                  </a:cubicBezTo>
                  <a:cubicBezTo>
                    <a:pt x="38" y="3527"/>
                    <a:pt x="2145" y="12733"/>
                    <a:pt x="4659" y="20497"/>
                  </a:cubicBezTo>
                  <a:cubicBezTo>
                    <a:pt x="5805" y="24046"/>
                    <a:pt x="7802" y="28482"/>
                    <a:pt x="9761" y="32032"/>
                  </a:cubicBezTo>
                  <a:cubicBezTo>
                    <a:pt x="10759" y="33806"/>
                    <a:pt x="11721" y="35359"/>
                    <a:pt x="12534" y="36505"/>
                  </a:cubicBezTo>
                  <a:cubicBezTo>
                    <a:pt x="12978" y="37060"/>
                    <a:pt x="13347" y="37540"/>
                    <a:pt x="13717" y="37836"/>
                  </a:cubicBezTo>
                  <a:cubicBezTo>
                    <a:pt x="14087" y="38169"/>
                    <a:pt x="14382" y="38391"/>
                    <a:pt x="14789" y="38391"/>
                  </a:cubicBezTo>
                  <a:cubicBezTo>
                    <a:pt x="14937" y="38391"/>
                    <a:pt x="15085" y="38354"/>
                    <a:pt x="15196" y="38243"/>
                  </a:cubicBezTo>
                  <a:cubicBezTo>
                    <a:pt x="15344" y="38169"/>
                    <a:pt x="15418" y="38021"/>
                    <a:pt x="15492" y="37873"/>
                  </a:cubicBezTo>
                  <a:cubicBezTo>
                    <a:pt x="15750" y="37208"/>
                    <a:pt x="16157" y="35803"/>
                    <a:pt x="16601" y="33991"/>
                  </a:cubicBezTo>
                  <a:cubicBezTo>
                    <a:pt x="17266" y="31218"/>
                    <a:pt x="18043" y="27521"/>
                    <a:pt x="18634" y="24009"/>
                  </a:cubicBezTo>
                  <a:cubicBezTo>
                    <a:pt x="19263" y="20460"/>
                    <a:pt x="19706" y="17169"/>
                    <a:pt x="19706" y="15173"/>
                  </a:cubicBezTo>
                  <a:cubicBezTo>
                    <a:pt x="19706" y="9886"/>
                    <a:pt x="18449" y="274"/>
                    <a:pt x="18449" y="274"/>
                  </a:cubicBezTo>
                  <a:cubicBezTo>
                    <a:pt x="18412" y="126"/>
                    <a:pt x="18338" y="15"/>
                    <a:pt x="18190" y="15"/>
                  </a:cubicBezTo>
                  <a:cubicBezTo>
                    <a:pt x="18161" y="5"/>
                    <a:pt x="18131" y="0"/>
                    <a:pt x="18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096;p53">
              <a:extLst>
                <a:ext uri="{FF2B5EF4-FFF2-40B4-BE49-F238E27FC236}">
                  <a16:creationId xmlns:a16="http://schemas.microsoft.com/office/drawing/2014/main" xmlns="" id="{67B571CE-4156-4733-9640-4019DE444268}"/>
                </a:ext>
              </a:extLst>
            </p:cNvPr>
            <p:cNvSpPr/>
            <p:nvPr/>
          </p:nvSpPr>
          <p:spPr>
            <a:xfrm>
              <a:off x="3119075" y="2612625"/>
              <a:ext cx="1057400" cy="1366000"/>
            </a:xfrm>
            <a:custGeom>
              <a:avLst/>
              <a:gdLst/>
              <a:ahLst/>
              <a:cxnLst/>
              <a:rect l="l" t="t" r="r" b="b"/>
              <a:pathLst>
                <a:path w="42296" h="54640" extrusionOk="0">
                  <a:moveTo>
                    <a:pt x="23383" y="0"/>
                  </a:moveTo>
                  <a:cubicBezTo>
                    <a:pt x="17926" y="0"/>
                    <a:pt x="12571" y="2216"/>
                    <a:pt x="12571" y="2216"/>
                  </a:cubicBezTo>
                  <a:cubicBezTo>
                    <a:pt x="12571" y="2216"/>
                    <a:pt x="5473" y="4545"/>
                    <a:pt x="2737" y="15193"/>
                  </a:cubicBezTo>
                  <a:cubicBezTo>
                    <a:pt x="1" y="25877"/>
                    <a:pt x="6508" y="38632"/>
                    <a:pt x="11942" y="44511"/>
                  </a:cubicBezTo>
                  <a:cubicBezTo>
                    <a:pt x="16721" y="49647"/>
                    <a:pt x="22328" y="54640"/>
                    <a:pt x="27734" y="54640"/>
                  </a:cubicBezTo>
                  <a:cubicBezTo>
                    <a:pt x="28477" y="54640"/>
                    <a:pt x="29215" y="54546"/>
                    <a:pt x="29947" y="54345"/>
                  </a:cubicBezTo>
                  <a:cubicBezTo>
                    <a:pt x="36010" y="52681"/>
                    <a:pt x="42295" y="39889"/>
                    <a:pt x="40632" y="22957"/>
                  </a:cubicBezTo>
                  <a:cubicBezTo>
                    <a:pt x="38931" y="5987"/>
                    <a:pt x="34125" y="2438"/>
                    <a:pt x="27655" y="552"/>
                  </a:cubicBezTo>
                  <a:cubicBezTo>
                    <a:pt x="26289" y="157"/>
                    <a:pt x="24833" y="0"/>
                    <a:pt x="23383"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097;p53">
              <a:extLst>
                <a:ext uri="{FF2B5EF4-FFF2-40B4-BE49-F238E27FC236}">
                  <a16:creationId xmlns:a16="http://schemas.microsoft.com/office/drawing/2014/main" xmlns="" id="{0B16BA4E-E856-BA44-66FA-BBA4D7A78833}"/>
                </a:ext>
              </a:extLst>
            </p:cNvPr>
            <p:cNvSpPr/>
            <p:nvPr/>
          </p:nvSpPr>
          <p:spPr>
            <a:xfrm>
              <a:off x="3221675" y="2796475"/>
              <a:ext cx="928925" cy="813400"/>
            </a:xfrm>
            <a:custGeom>
              <a:avLst/>
              <a:gdLst/>
              <a:ahLst/>
              <a:cxnLst/>
              <a:rect l="l" t="t" r="r" b="b"/>
              <a:pathLst>
                <a:path w="37157" h="32536" extrusionOk="0">
                  <a:moveTo>
                    <a:pt x="10759" y="1"/>
                  </a:moveTo>
                  <a:lnTo>
                    <a:pt x="1" y="23847"/>
                  </a:lnTo>
                  <a:cubicBezTo>
                    <a:pt x="149" y="24217"/>
                    <a:pt x="260" y="24549"/>
                    <a:pt x="407" y="24919"/>
                  </a:cubicBezTo>
                  <a:cubicBezTo>
                    <a:pt x="4178" y="21962"/>
                    <a:pt x="14345" y="12904"/>
                    <a:pt x="11979" y="3328"/>
                  </a:cubicBezTo>
                  <a:lnTo>
                    <a:pt x="11979" y="3328"/>
                  </a:lnTo>
                  <a:cubicBezTo>
                    <a:pt x="11980" y="3329"/>
                    <a:pt x="25252" y="23330"/>
                    <a:pt x="35492" y="32535"/>
                  </a:cubicBezTo>
                  <a:cubicBezTo>
                    <a:pt x="36639" y="27729"/>
                    <a:pt x="37156" y="21962"/>
                    <a:pt x="36528" y="15603"/>
                  </a:cubicBezTo>
                  <a:cubicBezTo>
                    <a:pt x="36417" y="14678"/>
                    <a:pt x="36343" y="13828"/>
                    <a:pt x="36232" y="12978"/>
                  </a:cubicBezTo>
                  <a:lnTo>
                    <a:pt x="1075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098;p53">
              <a:extLst>
                <a:ext uri="{FF2B5EF4-FFF2-40B4-BE49-F238E27FC236}">
                  <a16:creationId xmlns:a16="http://schemas.microsoft.com/office/drawing/2014/main" xmlns="" id="{30C107B0-D9CB-DA9F-D14B-B06689AA3309}"/>
                </a:ext>
              </a:extLst>
            </p:cNvPr>
            <p:cNvSpPr/>
            <p:nvPr/>
          </p:nvSpPr>
          <p:spPr>
            <a:xfrm>
              <a:off x="3221675" y="2796475"/>
              <a:ext cx="919675" cy="813400"/>
            </a:xfrm>
            <a:custGeom>
              <a:avLst/>
              <a:gdLst/>
              <a:ahLst/>
              <a:cxnLst/>
              <a:rect l="l" t="t" r="r" b="b"/>
              <a:pathLst>
                <a:path w="36787" h="32536" extrusionOk="0">
                  <a:moveTo>
                    <a:pt x="10759" y="1"/>
                  </a:moveTo>
                  <a:lnTo>
                    <a:pt x="1" y="23847"/>
                  </a:lnTo>
                  <a:cubicBezTo>
                    <a:pt x="149" y="24217"/>
                    <a:pt x="260" y="24549"/>
                    <a:pt x="407" y="24919"/>
                  </a:cubicBezTo>
                  <a:cubicBezTo>
                    <a:pt x="3809" y="22257"/>
                    <a:pt x="12312" y="14715"/>
                    <a:pt x="12312" y="6286"/>
                  </a:cubicBezTo>
                  <a:cubicBezTo>
                    <a:pt x="12312" y="5288"/>
                    <a:pt x="12201" y="4327"/>
                    <a:pt x="11979" y="3328"/>
                  </a:cubicBezTo>
                  <a:lnTo>
                    <a:pt x="11979" y="3328"/>
                  </a:lnTo>
                  <a:cubicBezTo>
                    <a:pt x="11980" y="3329"/>
                    <a:pt x="25252" y="23330"/>
                    <a:pt x="35492" y="32535"/>
                  </a:cubicBezTo>
                  <a:cubicBezTo>
                    <a:pt x="36306" y="29134"/>
                    <a:pt x="36786" y="25326"/>
                    <a:pt x="36786" y="21111"/>
                  </a:cubicBezTo>
                  <a:cubicBezTo>
                    <a:pt x="36786" y="19411"/>
                    <a:pt x="36713" y="17673"/>
                    <a:pt x="36528" y="15861"/>
                  </a:cubicBezTo>
                  <a:cubicBezTo>
                    <a:pt x="36528" y="15861"/>
                    <a:pt x="36528" y="15824"/>
                    <a:pt x="36528" y="15824"/>
                  </a:cubicBezTo>
                  <a:cubicBezTo>
                    <a:pt x="36528" y="15787"/>
                    <a:pt x="36528" y="15787"/>
                    <a:pt x="36528" y="15787"/>
                  </a:cubicBezTo>
                  <a:cubicBezTo>
                    <a:pt x="36528" y="15787"/>
                    <a:pt x="36528" y="15787"/>
                    <a:pt x="36528" y="15750"/>
                  </a:cubicBezTo>
                  <a:cubicBezTo>
                    <a:pt x="36528" y="15750"/>
                    <a:pt x="36528" y="15750"/>
                    <a:pt x="36528" y="15713"/>
                  </a:cubicBezTo>
                  <a:cubicBezTo>
                    <a:pt x="36528" y="15713"/>
                    <a:pt x="36528" y="15677"/>
                    <a:pt x="36528" y="15677"/>
                  </a:cubicBezTo>
                  <a:cubicBezTo>
                    <a:pt x="36528" y="15677"/>
                    <a:pt x="36528" y="15677"/>
                    <a:pt x="36528" y="15640"/>
                  </a:cubicBezTo>
                  <a:cubicBezTo>
                    <a:pt x="36528" y="15640"/>
                    <a:pt x="36528" y="15603"/>
                    <a:pt x="36528" y="15603"/>
                  </a:cubicBezTo>
                  <a:cubicBezTo>
                    <a:pt x="36417" y="14678"/>
                    <a:pt x="36343" y="13828"/>
                    <a:pt x="36232" y="12978"/>
                  </a:cubicBezTo>
                  <a:lnTo>
                    <a:pt x="10759" y="1"/>
                  </a:ln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099;p53">
              <a:extLst>
                <a:ext uri="{FF2B5EF4-FFF2-40B4-BE49-F238E27FC236}">
                  <a16:creationId xmlns:a16="http://schemas.microsoft.com/office/drawing/2014/main" xmlns="" id="{E35F01F7-BFAC-759D-6AB8-6D32D60CC53F}"/>
                </a:ext>
              </a:extLst>
            </p:cNvPr>
            <p:cNvSpPr/>
            <p:nvPr/>
          </p:nvSpPr>
          <p:spPr>
            <a:xfrm>
              <a:off x="3163450" y="2605150"/>
              <a:ext cx="985300" cy="1380900"/>
            </a:xfrm>
            <a:custGeom>
              <a:avLst/>
              <a:gdLst/>
              <a:ahLst/>
              <a:cxnLst/>
              <a:rect l="l" t="t" r="r" b="b"/>
              <a:pathLst>
                <a:path w="39412" h="55236" extrusionOk="0">
                  <a:moveTo>
                    <a:pt x="10727" y="2239"/>
                  </a:moveTo>
                  <a:cubicBezTo>
                    <a:pt x="10727" y="2239"/>
                    <a:pt x="10727" y="2239"/>
                    <a:pt x="10727" y="2239"/>
                  </a:cubicBezTo>
                  <a:lnTo>
                    <a:pt x="10727" y="2239"/>
                  </a:lnTo>
                  <a:lnTo>
                    <a:pt x="10727" y="2239"/>
                  </a:lnTo>
                  <a:close/>
                  <a:moveTo>
                    <a:pt x="21628" y="630"/>
                  </a:moveTo>
                  <a:cubicBezTo>
                    <a:pt x="23033" y="630"/>
                    <a:pt x="24475" y="777"/>
                    <a:pt x="25769" y="1147"/>
                  </a:cubicBezTo>
                  <a:cubicBezTo>
                    <a:pt x="28986" y="2108"/>
                    <a:pt x="31721" y="3402"/>
                    <a:pt x="33903" y="6582"/>
                  </a:cubicBezTo>
                  <a:cubicBezTo>
                    <a:pt x="36084" y="9761"/>
                    <a:pt x="37711" y="14826"/>
                    <a:pt x="38524" y="23293"/>
                  </a:cubicBezTo>
                  <a:cubicBezTo>
                    <a:pt x="38709" y="25178"/>
                    <a:pt x="38820" y="26990"/>
                    <a:pt x="38820" y="28764"/>
                  </a:cubicBezTo>
                  <a:cubicBezTo>
                    <a:pt x="38820" y="35789"/>
                    <a:pt x="37415" y="41852"/>
                    <a:pt x="35381" y="46325"/>
                  </a:cubicBezTo>
                  <a:cubicBezTo>
                    <a:pt x="33348" y="50799"/>
                    <a:pt x="30649" y="53646"/>
                    <a:pt x="28098" y="54348"/>
                  </a:cubicBezTo>
                  <a:cubicBezTo>
                    <a:pt x="27396" y="54533"/>
                    <a:pt x="26656" y="54644"/>
                    <a:pt x="25954" y="54644"/>
                  </a:cubicBezTo>
                  <a:cubicBezTo>
                    <a:pt x="23329" y="54644"/>
                    <a:pt x="20630" y="53424"/>
                    <a:pt x="18005" y="51538"/>
                  </a:cubicBezTo>
                  <a:cubicBezTo>
                    <a:pt x="15380" y="49690"/>
                    <a:pt x="12792" y="47176"/>
                    <a:pt x="10389" y="44588"/>
                  </a:cubicBezTo>
                  <a:cubicBezTo>
                    <a:pt x="5879" y="39745"/>
                    <a:pt x="629" y="30021"/>
                    <a:pt x="629" y="20852"/>
                  </a:cubicBezTo>
                  <a:cubicBezTo>
                    <a:pt x="629" y="19041"/>
                    <a:pt x="814" y="17303"/>
                    <a:pt x="1258" y="15566"/>
                  </a:cubicBezTo>
                  <a:cubicBezTo>
                    <a:pt x="2625" y="10316"/>
                    <a:pt x="5029" y="7136"/>
                    <a:pt x="7099" y="5251"/>
                  </a:cubicBezTo>
                  <a:cubicBezTo>
                    <a:pt x="8134" y="4327"/>
                    <a:pt x="9095" y="3698"/>
                    <a:pt x="9798" y="3328"/>
                  </a:cubicBezTo>
                  <a:cubicBezTo>
                    <a:pt x="10131" y="3144"/>
                    <a:pt x="10426" y="3033"/>
                    <a:pt x="10611" y="2922"/>
                  </a:cubicBezTo>
                  <a:cubicBezTo>
                    <a:pt x="10722" y="2885"/>
                    <a:pt x="10796" y="2885"/>
                    <a:pt x="10833" y="2848"/>
                  </a:cubicBezTo>
                  <a:lnTo>
                    <a:pt x="10870" y="2811"/>
                  </a:lnTo>
                  <a:lnTo>
                    <a:pt x="10907" y="2811"/>
                  </a:lnTo>
                  <a:cubicBezTo>
                    <a:pt x="10907" y="2811"/>
                    <a:pt x="10981" y="2774"/>
                    <a:pt x="11166" y="2737"/>
                  </a:cubicBezTo>
                  <a:cubicBezTo>
                    <a:pt x="12238" y="2293"/>
                    <a:pt x="16933" y="630"/>
                    <a:pt x="21628" y="630"/>
                  </a:cubicBezTo>
                  <a:close/>
                  <a:moveTo>
                    <a:pt x="21628" y="1"/>
                  </a:moveTo>
                  <a:cubicBezTo>
                    <a:pt x="16367" y="1"/>
                    <a:pt x="11239" y="2031"/>
                    <a:pt x="10727" y="2239"/>
                  </a:cubicBezTo>
                  <a:lnTo>
                    <a:pt x="10727" y="2239"/>
                  </a:lnTo>
                  <a:lnTo>
                    <a:pt x="10722" y="2219"/>
                  </a:lnTo>
                  <a:cubicBezTo>
                    <a:pt x="10685" y="2256"/>
                    <a:pt x="8874" y="2848"/>
                    <a:pt x="6692" y="4770"/>
                  </a:cubicBezTo>
                  <a:cubicBezTo>
                    <a:pt x="4548" y="6730"/>
                    <a:pt x="2034" y="10020"/>
                    <a:pt x="666" y="15418"/>
                  </a:cubicBezTo>
                  <a:cubicBezTo>
                    <a:pt x="222" y="17192"/>
                    <a:pt x="1" y="19004"/>
                    <a:pt x="1" y="20852"/>
                  </a:cubicBezTo>
                  <a:cubicBezTo>
                    <a:pt x="38" y="30280"/>
                    <a:pt x="5324" y="40040"/>
                    <a:pt x="9946" y="45031"/>
                  </a:cubicBezTo>
                  <a:cubicBezTo>
                    <a:pt x="12349" y="47582"/>
                    <a:pt x="14937" y="50133"/>
                    <a:pt x="17636" y="52056"/>
                  </a:cubicBezTo>
                  <a:cubicBezTo>
                    <a:pt x="20334" y="53978"/>
                    <a:pt x="23144" y="55235"/>
                    <a:pt x="25954" y="55235"/>
                  </a:cubicBezTo>
                  <a:cubicBezTo>
                    <a:pt x="26730" y="55235"/>
                    <a:pt x="27507" y="55161"/>
                    <a:pt x="28246" y="54939"/>
                  </a:cubicBezTo>
                  <a:cubicBezTo>
                    <a:pt x="31093" y="54163"/>
                    <a:pt x="33866" y="51131"/>
                    <a:pt x="35936" y="46584"/>
                  </a:cubicBezTo>
                  <a:cubicBezTo>
                    <a:pt x="38043" y="42037"/>
                    <a:pt x="39411" y="35863"/>
                    <a:pt x="39411" y="28764"/>
                  </a:cubicBezTo>
                  <a:cubicBezTo>
                    <a:pt x="39411" y="26990"/>
                    <a:pt x="39337" y="25141"/>
                    <a:pt x="39152" y="23219"/>
                  </a:cubicBezTo>
                  <a:cubicBezTo>
                    <a:pt x="38302" y="14715"/>
                    <a:pt x="36675" y="9539"/>
                    <a:pt x="34420" y="6212"/>
                  </a:cubicBezTo>
                  <a:cubicBezTo>
                    <a:pt x="32165" y="2922"/>
                    <a:pt x="29244" y="1517"/>
                    <a:pt x="25954" y="556"/>
                  </a:cubicBezTo>
                  <a:cubicBezTo>
                    <a:pt x="24549" y="149"/>
                    <a:pt x="23070" y="1"/>
                    <a:pt x="21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100;p53">
              <a:extLst>
                <a:ext uri="{FF2B5EF4-FFF2-40B4-BE49-F238E27FC236}">
                  <a16:creationId xmlns:a16="http://schemas.microsoft.com/office/drawing/2014/main" xmlns="" id="{92C6977F-00F8-4E0C-0564-6BDC10D70184}"/>
                </a:ext>
              </a:extLst>
            </p:cNvPr>
            <p:cNvSpPr/>
            <p:nvPr/>
          </p:nvSpPr>
          <p:spPr>
            <a:xfrm>
              <a:off x="3453475" y="3386675"/>
              <a:ext cx="194325" cy="64750"/>
            </a:xfrm>
            <a:custGeom>
              <a:avLst/>
              <a:gdLst/>
              <a:ahLst/>
              <a:cxnLst/>
              <a:rect l="l" t="t" r="r" b="b"/>
              <a:pathLst>
                <a:path w="7773" h="2590" extrusionOk="0">
                  <a:moveTo>
                    <a:pt x="3347" y="1"/>
                  </a:moveTo>
                  <a:cubicBezTo>
                    <a:pt x="2202" y="1"/>
                    <a:pt x="1019" y="559"/>
                    <a:pt x="45" y="2235"/>
                  </a:cubicBezTo>
                  <a:cubicBezTo>
                    <a:pt x="0" y="2497"/>
                    <a:pt x="210" y="2589"/>
                    <a:pt x="609" y="2589"/>
                  </a:cubicBezTo>
                  <a:cubicBezTo>
                    <a:pt x="1560" y="2589"/>
                    <a:pt x="3583" y="2066"/>
                    <a:pt x="5776" y="2066"/>
                  </a:cubicBezTo>
                  <a:cubicBezTo>
                    <a:pt x="6434" y="2066"/>
                    <a:pt x="7108" y="2113"/>
                    <a:pt x="7772" y="2235"/>
                  </a:cubicBezTo>
                  <a:cubicBezTo>
                    <a:pt x="7772" y="2235"/>
                    <a:pt x="5636" y="1"/>
                    <a:pt x="3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101;p53">
              <a:extLst>
                <a:ext uri="{FF2B5EF4-FFF2-40B4-BE49-F238E27FC236}">
                  <a16:creationId xmlns:a16="http://schemas.microsoft.com/office/drawing/2014/main" xmlns="" id="{73551C7B-A3FD-6F57-5C92-BF9DA21824F3}"/>
                </a:ext>
              </a:extLst>
            </p:cNvPr>
            <p:cNvSpPr/>
            <p:nvPr/>
          </p:nvSpPr>
          <p:spPr>
            <a:xfrm>
              <a:off x="3822450" y="3319600"/>
              <a:ext cx="191350" cy="102650"/>
            </a:xfrm>
            <a:custGeom>
              <a:avLst/>
              <a:gdLst/>
              <a:ahLst/>
              <a:cxnLst/>
              <a:rect l="l" t="t" r="r" b="b"/>
              <a:pathLst>
                <a:path w="7654" h="4106" extrusionOk="0">
                  <a:moveTo>
                    <a:pt x="4467" y="1"/>
                  </a:moveTo>
                  <a:cubicBezTo>
                    <a:pt x="1508" y="1"/>
                    <a:pt x="1" y="4105"/>
                    <a:pt x="1" y="4105"/>
                  </a:cubicBezTo>
                  <a:cubicBezTo>
                    <a:pt x="3217" y="1924"/>
                    <a:pt x="7654" y="1887"/>
                    <a:pt x="7099" y="1000"/>
                  </a:cubicBezTo>
                  <a:cubicBezTo>
                    <a:pt x="6122" y="284"/>
                    <a:pt x="5244" y="1"/>
                    <a:pt x="44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102;p53">
              <a:extLst>
                <a:ext uri="{FF2B5EF4-FFF2-40B4-BE49-F238E27FC236}">
                  <a16:creationId xmlns:a16="http://schemas.microsoft.com/office/drawing/2014/main" xmlns="" id="{6C51965B-FF66-8E53-3B93-4AE092FF7F19}"/>
                </a:ext>
              </a:extLst>
            </p:cNvPr>
            <p:cNvSpPr/>
            <p:nvPr/>
          </p:nvSpPr>
          <p:spPr>
            <a:xfrm>
              <a:off x="3781775" y="3303900"/>
              <a:ext cx="110950" cy="282850"/>
            </a:xfrm>
            <a:custGeom>
              <a:avLst/>
              <a:gdLst/>
              <a:ahLst/>
              <a:cxnLst/>
              <a:rect l="l" t="t" r="r" b="b"/>
              <a:pathLst>
                <a:path w="4438" h="11314" extrusionOk="0">
                  <a:moveTo>
                    <a:pt x="962" y="1"/>
                  </a:moveTo>
                  <a:cubicBezTo>
                    <a:pt x="777" y="1"/>
                    <a:pt x="629" y="112"/>
                    <a:pt x="629" y="297"/>
                  </a:cubicBezTo>
                  <a:cubicBezTo>
                    <a:pt x="629" y="297"/>
                    <a:pt x="408" y="2182"/>
                    <a:pt x="408" y="3846"/>
                  </a:cubicBezTo>
                  <a:cubicBezTo>
                    <a:pt x="408" y="4400"/>
                    <a:pt x="408" y="4955"/>
                    <a:pt x="482" y="5399"/>
                  </a:cubicBezTo>
                  <a:cubicBezTo>
                    <a:pt x="518" y="5620"/>
                    <a:pt x="555" y="5805"/>
                    <a:pt x="629" y="5990"/>
                  </a:cubicBezTo>
                  <a:cubicBezTo>
                    <a:pt x="703" y="6138"/>
                    <a:pt x="814" y="6323"/>
                    <a:pt x="962" y="6434"/>
                  </a:cubicBezTo>
                  <a:cubicBezTo>
                    <a:pt x="1369" y="6767"/>
                    <a:pt x="2108" y="7136"/>
                    <a:pt x="2737" y="7543"/>
                  </a:cubicBezTo>
                  <a:cubicBezTo>
                    <a:pt x="3069" y="7728"/>
                    <a:pt x="3328" y="7950"/>
                    <a:pt x="3550" y="8171"/>
                  </a:cubicBezTo>
                  <a:cubicBezTo>
                    <a:pt x="3735" y="8356"/>
                    <a:pt x="3809" y="8541"/>
                    <a:pt x="3809" y="8652"/>
                  </a:cubicBezTo>
                  <a:lnTo>
                    <a:pt x="3772" y="8800"/>
                  </a:lnTo>
                  <a:cubicBezTo>
                    <a:pt x="3698" y="8985"/>
                    <a:pt x="3513" y="9207"/>
                    <a:pt x="3254" y="9428"/>
                  </a:cubicBezTo>
                  <a:cubicBezTo>
                    <a:pt x="2848" y="9761"/>
                    <a:pt x="2293" y="10094"/>
                    <a:pt x="1739" y="10316"/>
                  </a:cubicBezTo>
                  <a:cubicBezTo>
                    <a:pt x="1184" y="10574"/>
                    <a:pt x="629" y="10685"/>
                    <a:pt x="297" y="10685"/>
                  </a:cubicBezTo>
                  <a:cubicBezTo>
                    <a:pt x="112" y="10685"/>
                    <a:pt x="1" y="10833"/>
                    <a:pt x="1" y="10981"/>
                  </a:cubicBezTo>
                  <a:cubicBezTo>
                    <a:pt x="1" y="11166"/>
                    <a:pt x="112" y="11314"/>
                    <a:pt x="297" y="11314"/>
                  </a:cubicBezTo>
                  <a:cubicBezTo>
                    <a:pt x="925" y="11314"/>
                    <a:pt x="1775" y="11018"/>
                    <a:pt x="2552" y="10611"/>
                  </a:cubicBezTo>
                  <a:cubicBezTo>
                    <a:pt x="2959" y="10427"/>
                    <a:pt x="3328" y="10168"/>
                    <a:pt x="3661" y="9909"/>
                  </a:cubicBezTo>
                  <a:cubicBezTo>
                    <a:pt x="3957" y="9650"/>
                    <a:pt x="4216" y="9354"/>
                    <a:pt x="4363" y="9022"/>
                  </a:cubicBezTo>
                  <a:cubicBezTo>
                    <a:pt x="4400" y="8911"/>
                    <a:pt x="4437" y="8800"/>
                    <a:pt x="4437" y="8652"/>
                  </a:cubicBezTo>
                  <a:cubicBezTo>
                    <a:pt x="4400" y="8319"/>
                    <a:pt x="4216" y="7987"/>
                    <a:pt x="3994" y="7728"/>
                  </a:cubicBezTo>
                  <a:cubicBezTo>
                    <a:pt x="3624" y="7358"/>
                    <a:pt x="3069" y="7025"/>
                    <a:pt x="2589" y="6693"/>
                  </a:cubicBezTo>
                  <a:cubicBezTo>
                    <a:pt x="2071" y="6397"/>
                    <a:pt x="1591" y="6138"/>
                    <a:pt x="1332" y="5953"/>
                  </a:cubicBezTo>
                  <a:cubicBezTo>
                    <a:pt x="1295" y="5916"/>
                    <a:pt x="1258" y="5879"/>
                    <a:pt x="1221" y="5768"/>
                  </a:cubicBezTo>
                  <a:cubicBezTo>
                    <a:pt x="1073" y="5399"/>
                    <a:pt x="999" y="4659"/>
                    <a:pt x="999" y="3846"/>
                  </a:cubicBezTo>
                  <a:cubicBezTo>
                    <a:pt x="999" y="3032"/>
                    <a:pt x="1073" y="2182"/>
                    <a:pt x="1110" y="1480"/>
                  </a:cubicBezTo>
                  <a:cubicBezTo>
                    <a:pt x="1147" y="1147"/>
                    <a:pt x="1184" y="888"/>
                    <a:pt x="1184" y="666"/>
                  </a:cubicBezTo>
                  <a:cubicBezTo>
                    <a:pt x="1221" y="481"/>
                    <a:pt x="1221" y="371"/>
                    <a:pt x="1221" y="371"/>
                  </a:cubicBezTo>
                  <a:cubicBezTo>
                    <a:pt x="1258" y="186"/>
                    <a:pt x="1147" y="38"/>
                    <a:pt x="9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103;p53">
              <a:extLst>
                <a:ext uri="{FF2B5EF4-FFF2-40B4-BE49-F238E27FC236}">
                  <a16:creationId xmlns:a16="http://schemas.microsoft.com/office/drawing/2014/main" xmlns="" id="{69B8A76A-8129-D90B-903C-B554D5DDA3F8}"/>
                </a:ext>
              </a:extLst>
            </p:cNvPr>
            <p:cNvSpPr/>
            <p:nvPr/>
          </p:nvSpPr>
          <p:spPr>
            <a:xfrm>
              <a:off x="3733725" y="3660000"/>
              <a:ext cx="153450" cy="58925"/>
            </a:xfrm>
            <a:custGeom>
              <a:avLst/>
              <a:gdLst/>
              <a:ahLst/>
              <a:cxnLst/>
              <a:rect l="l" t="t" r="r" b="b"/>
              <a:pathLst>
                <a:path w="6138" h="2357" extrusionOk="0">
                  <a:moveTo>
                    <a:pt x="5770" y="0"/>
                  </a:moveTo>
                  <a:cubicBezTo>
                    <a:pt x="5676" y="0"/>
                    <a:pt x="5591" y="49"/>
                    <a:pt x="5546" y="138"/>
                  </a:cubicBezTo>
                  <a:cubicBezTo>
                    <a:pt x="5472" y="175"/>
                    <a:pt x="4363" y="1728"/>
                    <a:pt x="1368" y="1728"/>
                  </a:cubicBezTo>
                  <a:cubicBezTo>
                    <a:pt x="1036" y="1728"/>
                    <a:pt x="703" y="1728"/>
                    <a:pt x="370" y="1691"/>
                  </a:cubicBezTo>
                  <a:cubicBezTo>
                    <a:pt x="351" y="1687"/>
                    <a:pt x="332" y="1685"/>
                    <a:pt x="313" y="1685"/>
                  </a:cubicBezTo>
                  <a:cubicBezTo>
                    <a:pt x="156" y="1685"/>
                    <a:pt x="37" y="1818"/>
                    <a:pt x="37" y="1950"/>
                  </a:cubicBezTo>
                  <a:cubicBezTo>
                    <a:pt x="0" y="2135"/>
                    <a:pt x="148" y="2283"/>
                    <a:pt x="296" y="2283"/>
                  </a:cubicBezTo>
                  <a:cubicBezTo>
                    <a:pt x="666" y="2320"/>
                    <a:pt x="1036" y="2357"/>
                    <a:pt x="1368" y="2357"/>
                  </a:cubicBezTo>
                  <a:cubicBezTo>
                    <a:pt x="4696" y="2357"/>
                    <a:pt x="5990" y="545"/>
                    <a:pt x="6027" y="471"/>
                  </a:cubicBezTo>
                  <a:cubicBezTo>
                    <a:pt x="6138" y="360"/>
                    <a:pt x="6101" y="175"/>
                    <a:pt x="5953" y="65"/>
                  </a:cubicBezTo>
                  <a:cubicBezTo>
                    <a:pt x="5894" y="21"/>
                    <a:pt x="5830" y="0"/>
                    <a:pt x="5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104;p53">
              <a:extLst>
                <a:ext uri="{FF2B5EF4-FFF2-40B4-BE49-F238E27FC236}">
                  <a16:creationId xmlns:a16="http://schemas.microsoft.com/office/drawing/2014/main" xmlns="" id="{F63A6966-091B-88C0-428F-EB33F40D5E5B}"/>
                </a:ext>
              </a:extLst>
            </p:cNvPr>
            <p:cNvSpPr/>
            <p:nvPr/>
          </p:nvSpPr>
          <p:spPr>
            <a:xfrm>
              <a:off x="3377875" y="3247525"/>
              <a:ext cx="252350" cy="93150"/>
            </a:xfrm>
            <a:custGeom>
              <a:avLst/>
              <a:gdLst/>
              <a:ahLst/>
              <a:cxnLst/>
              <a:rect l="l" t="t" r="r" b="b"/>
              <a:pathLst>
                <a:path w="10094" h="3726" extrusionOk="0">
                  <a:moveTo>
                    <a:pt x="5953" y="1"/>
                  </a:moveTo>
                  <a:cubicBezTo>
                    <a:pt x="4104" y="1"/>
                    <a:pt x="1923" y="703"/>
                    <a:pt x="75" y="3217"/>
                  </a:cubicBezTo>
                  <a:cubicBezTo>
                    <a:pt x="1" y="3365"/>
                    <a:pt x="38" y="3550"/>
                    <a:pt x="149" y="3661"/>
                  </a:cubicBezTo>
                  <a:cubicBezTo>
                    <a:pt x="207" y="3704"/>
                    <a:pt x="271" y="3725"/>
                    <a:pt x="334" y="3725"/>
                  </a:cubicBezTo>
                  <a:cubicBezTo>
                    <a:pt x="431" y="3725"/>
                    <a:pt x="525" y="3676"/>
                    <a:pt x="592" y="3587"/>
                  </a:cubicBezTo>
                  <a:cubicBezTo>
                    <a:pt x="2330" y="1221"/>
                    <a:pt x="4289" y="629"/>
                    <a:pt x="5953" y="629"/>
                  </a:cubicBezTo>
                  <a:cubicBezTo>
                    <a:pt x="6988" y="629"/>
                    <a:pt x="7912" y="851"/>
                    <a:pt x="8541" y="1110"/>
                  </a:cubicBezTo>
                  <a:cubicBezTo>
                    <a:pt x="8874" y="1221"/>
                    <a:pt x="9132" y="1332"/>
                    <a:pt x="9317" y="1443"/>
                  </a:cubicBezTo>
                  <a:cubicBezTo>
                    <a:pt x="9428" y="1479"/>
                    <a:pt x="9502" y="1516"/>
                    <a:pt x="9539" y="1553"/>
                  </a:cubicBezTo>
                  <a:lnTo>
                    <a:pt x="9576" y="1590"/>
                  </a:lnTo>
                  <a:lnTo>
                    <a:pt x="9613" y="1590"/>
                  </a:lnTo>
                  <a:cubicBezTo>
                    <a:pt x="9650" y="1615"/>
                    <a:pt x="9699" y="1627"/>
                    <a:pt x="9751" y="1627"/>
                  </a:cubicBezTo>
                  <a:cubicBezTo>
                    <a:pt x="9855" y="1627"/>
                    <a:pt x="9970" y="1578"/>
                    <a:pt x="10020" y="1479"/>
                  </a:cubicBezTo>
                  <a:cubicBezTo>
                    <a:pt x="10094" y="1332"/>
                    <a:pt x="10057" y="1147"/>
                    <a:pt x="9909" y="1073"/>
                  </a:cubicBezTo>
                  <a:cubicBezTo>
                    <a:pt x="9909" y="1036"/>
                    <a:pt x="8208" y="1"/>
                    <a:pt x="59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105;p53">
              <a:extLst>
                <a:ext uri="{FF2B5EF4-FFF2-40B4-BE49-F238E27FC236}">
                  <a16:creationId xmlns:a16="http://schemas.microsoft.com/office/drawing/2014/main" xmlns="" id="{1790AED6-B2E4-4566-B580-46BDF238C125}"/>
                </a:ext>
              </a:extLst>
            </p:cNvPr>
            <p:cNvSpPr/>
            <p:nvPr/>
          </p:nvSpPr>
          <p:spPr>
            <a:xfrm>
              <a:off x="3786400" y="3214250"/>
              <a:ext cx="126650" cy="52900"/>
            </a:xfrm>
            <a:custGeom>
              <a:avLst/>
              <a:gdLst/>
              <a:ahLst/>
              <a:cxnLst/>
              <a:rect l="l" t="t" r="r" b="b"/>
              <a:pathLst>
                <a:path w="5066" h="2116" extrusionOk="0">
                  <a:moveTo>
                    <a:pt x="2293" y="1"/>
                  </a:moveTo>
                  <a:cubicBezTo>
                    <a:pt x="1332" y="1"/>
                    <a:pt x="740" y="444"/>
                    <a:pt x="407" y="888"/>
                  </a:cubicBezTo>
                  <a:cubicBezTo>
                    <a:pt x="75" y="1332"/>
                    <a:pt x="38" y="1738"/>
                    <a:pt x="38" y="1775"/>
                  </a:cubicBezTo>
                  <a:cubicBezTo>
                    <a:pt x="1" y="1923"/>
                    <a:pt x="112" y="2108"/>
                    <a:pt x="260" y="2108"/>
                  </a:cubicBezTo>
                  <a:cubicBezTo>
                    <a:pt x="283" y="2113"/>
                    <a:pt x="307" y="2115"/>
                    <a:pt x="329" y="2115"/>
                  </a:cubicBezTo>
                  <a:cubicBezTo>
                    <a:pt x="481" y="2115"/>
                    <a:pt x="597" y="2010"/>
                    <a:pt x="629" y="1849"/>
                  </a:cubicBezTo>
                  <a:cubicBezTo>
                    <a:pt x="629" y="1849"/>
                    <a:pt x="703" y="1516"/>
                    <a:pt x="925" y="1221"/>
                  </a:cubicBezTo>
                  <a:cubicBezTo>
                    <a:pt x="1184" y="925"/>
                    <a:pt x="1554" y="629"/>
                    <a:pt x="2293" y="629"/>
                  </a:cubicBezTo>
                  <a:cubicBezTo>
                    <a:pt x="2847" y="629"/>
                    <a:pt x="3587" y="777"/>
                    <a:pt x="4585" y="1258"/>
                  </a:cubicBezTo>
                  <a:cubicBezTo>
                    <a:pt x="4625" y="1278"/>
                    <a:pt x="4667" y="1287"/>
                    <a:pt x="4709" y="1287"/>
                  </a:cubicBezTo>
                  <a:cubicBezTo>
                    <a:pt x="4824" y="1287"/>
                    <a:pt x="4938" y="1218"/>
                    <a:pt x="4992" y="1110"/>
                  </a:cubicBezTo>
                  <a:cubicBezTo>
                    <a:pt x="5066" y="962"/>
                    <a:pt x="4992" y="777"/>
                    <a:pt x="4844" y="703"/>
                  </a:cubicBezTo>
                  <a:cubicBezTo>
                    <a:pt x="3809" y="186"/>
                    <a:pt x="2958" y="1"/>
                    <a:pt x="22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106;p53">
              <a:extLst>
                <a:ext uri="{FF2B5EF4-FFF2-40B4-BE49-F238E27FC236}">
                  <a16:creationId xmlns:a16="http://schemas.microsoft.com/office/drawing/2014/main" xmlns="" id="{2B4E296A-DFA9-6361-9A88-AB1E07AD8132}"/>
                </a:ext>
              </a:extLst>
            </p:cNvPr>
            <p:cNvSpPr/>
            <p:nvPr/>
          </p:nvSpPr>
          <p:spPr>
            <a:xfrm>
              <a:off x="3152350" y="2612625"/>
              <a:ext cx="993625" cy="888175"/>
            </a:xfrm>
            <a:custGeom>
              <a:avLst/>
              <a:gdLst/>
              <a:ahLst/>
              <a:cxnLst/>
              <a:rect l="l" t="t" r="r" b="b"/>
              <a:pathLst>
                <a:path w="39745" h="35527" extrusionOk="0">
                  <a:moveTo>
                    <a:pt x="22052" y="0"/>
                  </a:moveTo>
                  <a:cubicBezTo>
                    <a:pt x="16595" y="0"/>
                    <a:pt x="11240" y="2216"/>
                    <a:pt x="11240" y="2216"/>
                  </a:cubicBezTo>
                  <a:cubicBezTo>
                    <a:pt x="11240" y="2216"/>
                    <a:pt x="4142" y="4545"/>
                    <a:pt x="1406" y="15193"/>
                  </a:cubicBezTo>
                  <a:cubicBezTo>
                    <a:pt x="1" y="20775"/>
                    <a:pt x="1073" y="26912"/>
                    <a:pt x="3217" y="32310"/>
                  </a:cubicBezTo>
                  <a:cubicBezTo>
                    <a:pt x="5990" y="29094"/>
                    <a:pt x="13976" y="19149"/>
                    <a:pt x="15011" y="10202"/>
                  </a:cubicBezTo>
                  <a:cubicBezTo>
                    <a:pt x="15011" y="10202"/>
                    <a:pt x="30243" y="27615"/>
                    <a:pt x="39079" y="35527"/>
                  </a:cubicBezTo>
                  <a:cubicBezTo>
                    <a:pt x="39596" y="31719"/>
                    <a:pt x="39744" y="27504"/>
                    <a:pt x="39301" y="22957"/>
                  </a:cubicBezTo>
                  <a:cubicBezTo>
                    <a:pt x="37600" y="5987"/>
                    <a:pt x="32794" y="2438"/>
                    <a:pt x="26324" y="552"/>
                  </a:cubicBezTo>
                  <a:cubicBezTo>
                    <a:pt x="24958" y="157"/>
                    <a:pt x="23502" y="0"/>
                    <a:pt x="220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107;p53">
              <a:extLst>
                <a:ext uri="{FF2B5EF4-FFF2-40B4-BE49-F238E27FC236}">
                  <a16:creationId xmlns:a16="http://schemas.microsoft.com/office/drawing/2014/main" xmlns="" id="{0480CC09-638E-22F0-B81B-B27107433EED}"/>
                </a:ext>
              </a:extLst>
            </p:cNvPr>
            <p:cNvSpPr/>
            <p:nvPr/>
          </p:nvSpPr>
          <p:spPr>
            <a:xfrm>
              <a:off x="3163450" y="2605150"/>
              <a:ext cx="985300" cy="903600"/>
            </a:xfrm>
            <a:custGeom>
              <a:avLst/>
              <a:gdLst/>
              <a:ahLst/>
              <a:cxnLst/>
              <a:rect l="l" t="t" r="r" b="b"/>
              <a:pathLst>
                <a:path w="39412" h="36144" extrusionOk="0">
                  <a:moveTo>
                    <a:pt x="21628" y="630"/>
                  </a:moveTo>
                  <a:cubicBezTo>
                    <a:pt x="23033" y="630"/>
                    <a:pt x="24475" y="777"/>
                    <a:pt x="25769" y="1147"/>
                  </a:cubicBezTo>
                  <a:cubicBezTo>
                    <a:pt x="28986" y="2108"/>
                    <a:pt x="31721" y="3402"/>
                    <a:pt x="33903" y="6582"/>
                  </a:cubicBezTo>
                  <a:cubicBezTo>
                    <a:pt x="36084" y="9761"/>
                    <a:pt x="37711" y="14826"/>
                    <a:pt x="38524" y="23293"/>
                  </a:cubicBezTo>
                  <a:cubicBezTo>
                    <a:pt x="38709" y="25141"/>
                    <a:pt x="38820" y="26990"/>
                    <a:pt x="38820" y="28727"/>
                  </a:cubicBezTo>
                  <a:cubicBezTo>
                    <a:pt x="38820" y="30999"/>
                    <a:pt x="38664" y="33177"/>
                    <a:pt x="38410" y="35233"/>
                  </a:cubicBezTo>
                  <a:lnTo>
                    <a:pt x="38410" y="35233"/>
                  </a:lnTo>
                  <a:cubicBezTo>
                    <a:pt x="34054" y="31261"/>
                    <a:pt x="28280" y="25161"/>
                    <a:pt x="23514" y="19965"/>
                  </a:cubicBezTo>
                  <a:cubicBezTo>
                    <a:pt x="21074" y="17303"/>
                    <a:pt x="18893" y="14863"/>
                    <a:pt x="17303" y="13126"/>
                  </a:cubicBezTo>
                  <a:cubicBezTo>
                    <a:pt x="16526" y="12238"/>
                    <a:pt x="15898" y="11536"/>
                    <a:pt x="15454" y="11055"/>
                  </a:cubicBezTo>
                  <a:cubicBezTo>
                    <a:pt x="15048" y="10538"/>
                    <a:pt x="14789" y="10279"/>
                    <a:pt x="14789" y="10279"/>
                  </a:cubicBezTo>
                  <a:cubicBezTo>
                    <a:pt x="14735" y="10225"/>
                    <a:pt x="14661" y="10190"/>
                    <a:pt x="14581" y="10190"/>
                  </a:cubicBezTo>
                  <a:cubicBezTo>
                    <a:pt x="14552" y="10190"/>
                    <a:pt x="14523" y="10195"/>
                    <a:pt x="14493" y="10205"/>
                  </a:cubicBezTo>
                  <a:cubicBezTo>
                    <a:pt x="14345" y="10242"/>
                    <a:pt x="14271" y="10316"/>
                    <a:pt x="14271" y="10464"/>
                  </a:cubicBezTo>
                  <a:cubicBezTo>
                    <a:pt x="13754" y="14863"/>
                    <a:pt x="11535" y="19559"/>
                    <a:pt x="9058" y="23551"/>
                  </a:cubicBezTo>
                  <a:cubicBezTo>
                    <a:pt x="6813" y="27225"/>
                    <a:pt x="4349" y="30273"/>
                    <a:pt x="2875" y="32004"/>
                  </a:cubicBezTo>
                  <a:lnTo>
                    <a:pt x="2875" y="32004"/>
                  </a:lnTo>
                  <a:cubicBezTo>
                    <a:pt x="1507" y="28443"/>
                    <a:pt x="629" y="24596"/>
                    <a:pt x="629" y="20816"/>
                  </a:cubicBezTo>
                  <a:cubicBezTo>
                    <a:pt x="629" y="19041"/>
                    <a:pt x="814" y="17303"/>
                    <a:pt x="1258" y="15566"/>
                  </a:cubicBezTo>
                  <a:cubicBezTo>
                    <a:pt x="2625" y="10316"/>
                    <a:pt x="5029" y="7136"/>
                    <a:pt x="7099" y="5251"/>
                  </a:cubicBezTo>
                  <a:cubicBezTo>
                    <a:pt x="8134" y="4327"/>
                    <a:pt x="9095" y="3698"/>
                    <a:pt x="9798" y="3328"/>
                  </a:cubicBezTo>
                  <a:cubicBezTo>
                    <a:pt x="10131" y="3144"/>
                    <a:pt x="10426" y="3033"/>
                    <a:pt x="10611" y="2922"/>
                  </a:cubicBezTo>
                  <a:cubicBezTo>
                    <a:pt x="10722" y="2885"/>
                    <a:pt x="10796" y="2885"/>
                    <a:pt x="10833" y="2848"/>
                  </a:cubicBezTo>
                  <a:lnTo>
                    <a:pt x="10870" y="2811"/>
                  </a:lnTo>
                  <a:lnTo>
                    <a:pt x="10907" y="2811"/>
                  </a:lnTo>
                  <a:cubicBezTo>
                    <a:pt x="10907" y="2811"/>
                    <a:pt x="10981" y="2774"/>
                    <a:pt x="11166" y="2737"/>
                  </a:cubicBezTo>
                  <a:cubicBezTo>
                    <a:pt x="12238" y="2293"/>
                    <a:pt x="16933" y="630"/>
                    <a:pt x="21628" y="630"/>
                  </a:cubicBezTo>
                  <a:close/>
                  <a:moveTo>
                    <a:pt x="21628" y="1"/>
                  </a:moveTo>
                  <a:cubicBezTo>
                    <a:pt x="16367" y="1"/>
                    <a:pt x="11239" y="2031"/>
                    <a:pt x="10727" y="2239"/>
                  </a:cubicBezTo>
                  <a:lnTo>
                    <a:pt x="10727" y="2239"/>
                  </a:lnTo>
                  <a:lnTo>
                    <a:pt x="10722" y="2219"/>
                  </a:lnTo>
                  <a:cubicBezTo>
                    <a:pt x="10685" y="2256"/>
                    <a:pt x="8874" y="2848"/>
                    <a:pt x="6692" y="4770"/>
                  </a:cubicBezTo>
                  <a:cubicBezTo>
                    <a:pt x="4548" y="6730"/>
                    <a:pt x="2034" y="10020"/>
                    <a:pt x="666" y="15418"/>
                  </a:cubicBezTo>
                  <a:cubicBezTo>
                    <a:pt x="222" y="17192"/>
                    <a:pt x="1" y="19004"/>
                    <a:pt x="1" y="20816"/>
                  </a:cubicBezTo>
                  <a:cubicBezTo>
                    <a:pt x="1" y="24882"/>
                    <a:pt x="999" y="28986"/>
                    <a:pt x="2478" y="32757"/>
                  </a:cubicBezTo>
                  <a:cubicBezTo>
                    <a:pt x="2515" y="32831"/>
                    <a:pt x="2625" y="32905"/>
                    <a:pt x="2699" y="32942"/>
                  </a:cubicBezTo>
                  <a:cubicBezTo>
                    <a:pt x="2810" y="32942"/>
                    <a:pt x="2921" y="32905"/>
                    <a:pt x="2995" y="32831"/>
                  </a:cubicBezTo>
                  <a:cubicBezTo>
                    <a:pt x="4400" y="31204"/>
                    <a:pt x="7099" y="27877"/>
                    <a:pt x="9576" y="23847"/>
                  </a:cubicBezTo>
                  <a:cubicBezTo>
                    <a:pt x="11972" y="20006"/>
                    <a:pt x="14133" y="15528"/>
                    <a:pt x="14779" y="11179"/>
                  </a:cubicBezTo>
                  <a:lnTo>
                    <a:pt x="14779" y="11179"/>
                  </a:lnTo>
                  <a:cubicBezTo>
                    <a:pt x="17321" y="14066"/>
                    <a:pt x="30459" y="28892"/>
                    <a:pt x="38413" y="36047"/>
                  </a:cubicBezTo>
                  <a:cubicBezTo>
                    <a:pt x="38483" y="36118"/>
                    <a:pt x="38554" y="36144"/>
                    <a:pt x="38624" y="36144"/>
                  </a:cubicBezTo>
                  <a:cubicBezTo>
                    <a:pt x="38665" y="36144"/>
                    <a:pt x="38705" y="36135"/>
                    <a:pt x="38746" y="36121"/>
                  </a:cubicBezTo>
                  <a:cubicBezTo>
                    <a:pt x="38857" y="36084"/>
                    <a:pt x="38931" y="35974"/>
                    <a:pt x="38931" y="35863"/>
                  </a:cubicBezTo>
                  <a:cubicBezTo>
                    <a:pt x="39263" y="33644"/>
                    <a:pt x="39411" y="31241"/>
                    <a:pt x="39411" y="28727"/>
                  </a:cubicBezTo>
                  <a:cubicBezTo>
                    <a:pt x="39411" y="26953"/>
                    <a:pt x="39337" y="25104"/>
                    <a:pt x="39152" y="23219"/>
                  </a:cubicBezTo>
                  <a:cubicBezTo>
                    <a:pt x="38302" y="14715"/>
                    <a:pt x="36675" y="9539"/>
                    <a:pt x="34420" y="6212"/>
                  </a:cubicBezTo>
                  <a:cubicBezTo>
                    <a:pt x="32165" y="2922"/>
                    <a:pt x="29244" y="1517"/>
                    <a:pt x="25954" y="556"/>
                  </a:cubicBezTo>
                  <a:cubicBezTo>
                    <a:pt x="24549" y="149"/>
                    <a:pt x="23070" y="1"/>
                    <a:pt x="21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108;p53">
              <a:extLst>
                <a:ext uri="{FF2B5EF4-FFF2-40B4-BE49-F238E27FC236}">
                  <a16:creationId xmlns:a16="http://schemas.microsoft.com/office/drawing/2014/main" xmlns="" id="{9090A07F-61C5-62D9-B21A-A6224BD207ED}"/>
                </a:ext>
              </a:extLst>
            </p:cNvPr>
            <p:cNvSpPr/>
            <p:nvPr/>
          </p:nvSpPr>
          <p:spPr>
            <a:xfrm>
              <a:off x="3529450" y="2791150"/>
              <a:ext cx="720050" cy="688850"/>
            </a:xfrm>
            <a:custGeom>
              <a:avLst/>
              <a:gdLst/>
              <a:ahLst/>
              <a:cxnLst/>
              <a:rect l="l" t="t" r="r" b="b"/>
              <a:pathLst>
                <a:path w="28802" h="27554" extrusionOk="0">
                  <a:moveTo>
                    <a:pt x="358" y="0"/>
                  </a:moveTo>
                  <a:cubicBezTo>
                    <a:pt x="243" y="0"/>
                    <a:pt x="129" y="69"/>
                    <a:pt x="75" y="177"/>
                  </a:cubicBezTo>
                  <a:cubicBezTo>
                    <a:pt x="1" y="325"/>
                    <a:pt x="38" y="510"/>
                    <a:pt x="186" y="584"/>
                  </a:cubicBezTo>
                  <a:cubicBezTo>
                    <a:pt x="186" y="584"/>
                    <a:pt x="260" y="621"/>
                    <a:pt x="371" y="695"/>
                  </a:cubicBezTo>
                  <a:cubicBezTo>
                    <a:pt x="2256" y="1730"/>
                    <a:pt x="17858" y="10751"/>
                    <a:pt x="28173" y="27424"/>
                  </a:cubicBezTo>
                  <a:cubicBezTo>
                    <a:pt x="28245" y="27497"/>
                    <a:pt x="28348" y="27553"/>
                    <a:pt x="28453" y="27553"/>
                  </a:cubicBezTo>
                  <a:cubicBezTo>
                    <a:pt x="28509" y="27553"/>
                    <a:pt x="28565" y="27537"/>
                    <a:pt x="28616" y="27498"/>
                  </a:cubicBezTo>
                  <a:cubicBezTo>
                    <a:pt x="28727" y="27424"/>
                    <a:pt x="28801" y="27240"/>
                    <a:pt x="28690" y="27092"/>
                  </a:cubicBezTo>
                  <a:cubicBezTo>
                    <a:pt x="17562" y="9161"/>
                    <a:pt x="519" y="66"/>
                    <a:pt x="482" y="29"/>
                  </a:cubicBezTo>
                  <a:cubicBezTo>
                    <a:pt x="442" y="9"/>
                    <a:pt x="400" y="0"/>
                    <a:pt x="3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109;p53">
              <a:extLst>
                <a:ext uri="{FF2B5EF4-FFF2-40B4-BE49-F238E27FC236}">
                  <a16:creationId xmlns:a16="http://schemas.microsoft.com/office/drawing/2014/main" xmlns="" id="{7B26B31D-4280-5FDA-8F6B-33C5FDA801AA}"/>
                </a:ext>
              </a:extLst>
            </p:cNvPr>
            <p:cNvSpPr/>
            <p:nvPr/>
          </p:nvSpPr>
          <p:spPr>
            <a:xfrm>
              <a:off x="4136700" y="3509800"/>
              <a:ext cx="248650" cy="242625"/>
            </a:xfrm>
            <a:custGeom>
              <a:avLst/>
              <a:gdLst/>
              <a:ahLst/>
              <a:cxnLst/>
              <a:rect l="l" t="t" r="r" b="b"/>
              <a:pathLst>
                <a:path w="9946" h="9705" extrusionOk="0">
                  <a:moveTo>
                    <a:pt x="347" y="0"/>
                  </a:moveTo>
                  <a:cubicBezTo>
                    <a:pt x="269" y="0"/>
                    <a:pt x="185" y="28"/>
                    <a:pt x="112" y="83"/>
                  </a:cubicBezTo>
                  <a:cubicBezTo>
                    <a:pt x="1" y="231"/>
                    <a:pt x="1" y="416"/>
                    <a:pt x="148" y="527"/>
                  </a:cubicBezTo>
                  <a:lnTo>
                    <a:pt x="9391" y="9622"/>
                  </a:lnTo>
                  <a:cubicBezTo>
                    <a:pt x="9447" y="9677"/>
                    <a:pt x="9521" y="9705"/>
                    <a:pt x="9599" y="9705"/>
                  </a:cubicBezTo>
                  <a:cubicBezTo>
                    <a:pt x="9678" y="9705"/>
                    <a:pt x="9761" y="9677"/>
                    <a:pt x="9835" y="9622"/>
                  </a:cubicBezTo>
                  <a:cubicBezTo>
                    <a:pt x="9946" y="9511"/>
                    <a:pt x="9946" y="9289"/>
                    <a:pt x="9835" y="9178"/>
                  </a:cubicBezTo>
                  <a:lnTo>
                    <a:pt x="555" y="83"/>
                  </a:lnTo>
                  <a:cubicBezTo>
                    <a:pt x="500" y="28"/>
                    <a:pt x="426" y="0"/>
                    <a:pt x="3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110;p53">
              <a:extLst>
                <a:ext uri="{FF2B5EF4-FFF2-40B4-BE49-F238E27FC236}">
                  <a16:creationId xmlns:a16="http://schemas.microsoft.com/office/drawing/2014/main" xmlns="" id="{D4658D45-8AB7-A6AD-8DF8-DD6F9E11D6EB}"/>
                </a:ext>
              </a:extLst>
            </p:cNvPr>
            <p:cNvSpPr/>
            <p:nvPr/>
          </p:nvSpPr>
          <p:spPr>
            <a:xfrm>
              <a:off x="3141275" y="2787075"/>
              <a:ext cx="342925" cy="519425"/>
            </a:xfrm>
            <a:custGeom>
              <a:avLst/>
              <a:gdLst/>
              <a:ahLst/>
              <a:cxnLst/>
              <a:rect l="l" t="t" r="r" b="b"/>
              <a:pathLst>
                <a:path w="13717" h="20777" extrusionOk="0">
                  <a:moveTo>
                    <a:pt x="13364" y="0"/>
                  </a:moveTo>
                  <a:cubicBezTo>
                    <a:pt x="13236" y="0"/>
                    <a:pt x="13120" y="105"/>
                    <a:pt x="13088" y="266"/>
                  </a:cubicBezTo>
                  <a:cubicBezTo>
                    <a:pt x="13088" y="266"/>
                    <a:pt x="13088" y="303"/>
                    <a:pt x="13051" y="451"/>
                  </a:cubicBezTo>
                  <a:cubicBezTo>
                    <a:pt x="12903" y="1301"/>
                    <a:pt x="12127" y="5294"/>
                    <a:pt x="10167" y="9546"/>
                  </a:cubicBezTo>
                  <a:cubicBezTo>
                    <a:pt x="8208" y="13834"/>
                    <a:pt x="5065" y="18308"/>
                    <a:pt x="222" y="20193"/>
                  </a:cubicBezTo>
                  <a:cubicBezTo>
                    <a:pt x="74" y="20230"/>
                    <a:pt x="0" y="20415"/>
                    <a:pt x="37" y="20563"/>
                  </a:cubicBezTo>
                  <a:cubicBezTo>
                    <a:pt x="92" y="20700"/>
                    <a:pt x="208" y="20776"/>
                    <a:pt x="324" y="20776"/>
                  </a:cubicBezTo>
                  <a:cubicBezTo>
                    <a:pt x="365" y="20776"/>
                    <a:pt x="406" y="20767"/>
                    <a:pt x="444" y="20748"/>
                  </a:cubicBezTo>
                  <a:cubicBezTo>
                    <a:pt x="5842" y="18640"/>
                    <a:pt x="9169" y="13502"/>
                    <a:pt x="11128" y="8954"/>
                  </a:cubicBezTo>
                  <a:cubicBezTo>
                    <a:pt x="13088" y="4407"/>
                    <a:pt x="13679" y="377"/>
                    <a:pt x="13679" y="340"/>
                  </a:cubicBezTo>
                  <a:cubicBezTo>
                    <a:pt x="13716" y="192"/>
                    <a:pt x="13605" y="44"/>
                    <a:pt x="13421" y="7"/>
                  </a:cubicBezTo>
                  <a:cubicBezTo>
                    <a:pt x="13402" y="2"/>
                    <a:pt x="13382" y="0"/>
                    <a:pt x="1336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111;p53">
              <a:extLst>
                <a:ext uri="{FF2B5EF4-FFF2-40B4-BE49-F238E27FC236}">
                  <a16:creationId xmlns:a16="http://schemas.microsoft.com/office/drawing/2014/main" xmlns="" id="{21D778EA-0B75-F9FC-0B5E-EA1D8EBB7219}"/>
                </a:ext>
              </a:extLst>
            </p:cNvPr>
            <p:cNvSpPr/>
            <p:nvPr/>
          </p:nvSpPr>
          <p:spPr>
            <a:xfrm>
              <a:off x="3546100" y="2738250"/>
              <a:ext cx="603575" cy="246025"/>
            </a:xfrm>
            <a:custGeom>
              <a:avLst/>
              <a:gdLst/>
              <a:ahLst/>
              <a:cxnLst/>
              <a:rect l="l" t="t" r="r" b="b"/>
              <a:pathLst>
                <a:path w="24143" h="9841" extrusionOk="0">
                  <a:moveTo>
                    <a:pt x="2810" y="1"/>
                  </a:moveTo>
                  <a:cubicBezTo>
                    <a:pt x="1257" y="1"/>
                    <a:pt x="296" y="149"/>
                    <a:pt x="296" y="149"/>
                  </a:cubicBezTo>
                  <a:cubicBezTo>
                    <a:pt x="148" y="149"/>
                    <a:pt x="0" y="297"/>
                    <a:pt x="37" y="481"/>
                  </a:cubicBezTo>
                  <a:cubicBezTo>
                    <a:pt x="37" y="614"/>
                    <a:pt x="185" y="746"/>
                    <a:pt x="322" y="746"/>
                  </a:cubicBezTo>
                  <a:cubicBezTo>
                    <a:pt x="338" y="746"/>
                    <a:pt x="354" y="744"/>
                    <a:pt x="370" y="740"/>
                  </a:cubicBezTo>
                  <a:lnTo>
                    <a:pt x="555" y="740"/>
                  </a:lnTo>
                  <a:cubicBezTo>
                    <a:pt x="851" y="703"/>
                    <a:pt x="1664" y="629"/>
                    <a:pt x="2810" y="629"/>
                  </a:cubicBezTo>
                  <a:cubicBezTo>
                    <a:pt x="5102" y="629"/>
                    <a:pt x="8762" y="888"/>
                    <a:pt x="12570" y="2145"/>
                  </a:cubicBezTo>
                  <a:cubicBezTo>
                    <a:pt x="16415" y="3402"/>
                    <a:pt x="20445" y="5694"/>
                    <a:pt x="23551" y="9724"/>
                  </a:cubicBezTo>
                  <a:cubicBezTo>
                    <a:pt x="23610" y="9803"/>
                    <a:pt x="23691" y="9840"/>
                    <a:pt x="23776" y="9840"/>
                  </a:cubicBezTo>
                  <a:cubicBezTo>
                    <a:pt x="23849" y="9840"/>
                    <a:pt x="23926" y="9813"/>
                    <a:pt x="23994" y="9761"/>
                  </a:cubicBezTo>
                  <a:cubicBezTo>
                    <a:pt x="24142" y="9687"/>
                    <a:pt x="24142" y="9465"/>
                    <a:pt x="24031" y="9354"/>
                  </a:cubicBezTo>
                  <a:cubicBezTo>
                    <a:pt x="20852" y="5177"/>
                    <a:pt x="16674" y="2848"/>
                    <a:pt x="12755" y="1554"/>
                  </a:cubicBezTo>
                  <a:cubicBezTo>
                    <a:pt x="8836" y="260"/>
                    <a:pt x="5139" y="38"/>
                    <a:pt x="28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112;p53">
              <a:extLst>
                <a:ext uri="{FF2B5EF4-FFF2-40B4-BE49-F238E27FC236}">
                  <a16:creationId xmlns:a16="http://schemas.microsoft.com/office/drawing/2014/main" xmlns="" id="{D87D6ADE-C94C-A661-32BF-5D6A12B2AAF3}"/>
                </a:ext>
              </a:extLst>
            </p:cNvPr>
            <p:cNvSpPr/>
            <p:nvPr/>
          </p:nvSpPr>
          <p:spPr>
            <a:xfrm>
              <a:off x="4974075" y="1207325"/>
              <a:ext cx="1045375" cy="1662200"/>
            </a:xfrm>
            <a:custGeom>
              <a:avLst/>
              <a:gdLst/>
              <a:ahLst/>
              <a:cxnLst/>
              <a:rect l="l" t="t" r="r" b="b"/>
              <a:pathLst>
                <a:path w="41815" h="66488" extrusionOk="0">
                  <a:moveTo>
                    <a:pt x="20208" y="0"/>
                  </a:moveTo>
                  <a:cubicBezTo>
                    <a:pt x="17407" y="0"/>
                    <a:pt x="14564" y="635"/>
                    <a:pt x="11795" y="2122"/>
                  </a:cubicBezTo>
                  <a:cubicBezTo>
                    <a:pt x="3735" y="6484"/>
                    <a:pt x="2071" y="17464"/>
                    <a:pt x="2071" y="17464"/>
                  </a:cubicBezTo>
                  <a:lnTo>
                    <a:pt x="1" y="66081"/>
                  </a:lnTo>
                  <a:lnTo>
                    <a:pt x="32091" y="66488"/>
                  </a:lnTo>
                  <a:cubicBezTo>
                    <a:pt x="32091" y="66488"/>
                    <a:pt x="39301" y="32955"/>
                    <a:pt x="40558" y="26744"/>
                  </a:cubicBezTo>
                  <a:cubicBezTo>
                    <a:pt x="41815" y="20533"/>
                    <a:pt x="41371" y="10218"/>
                    <a:pt x="34975" y="5449"/>
                  </a:cubicBezTo>
                  <a:cubicBezTo>
                    <a:pt x="30753" y="2318"/>
                    <a:pt x="25558" y="0"/>
                    <a:pt x="202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113;p53">
              <a:extLst>
                <a:ext uri="{FF2B5EF4-FFF2-40B4-BE49-F238E27FC236}">
                  <a16:creationId xmlns:a16="http://schemas.microsoft.com/office/drawing/2014/main" xmlns="" id="{A2DB2CEA-4522-FFE3-3C97-6EEB078709E1}"/>
                </a:ext>
              </a:extLst>
            </p:cNvPr>
            <p:cNvSpPr/>
            <p:nvPr/>
          </p:nvSpPr>
          <p:spPr>
            <a:xfrm>
              <a:off x="4966700" y="1199350"/>
              <a:ext cx="1042575" cy="1677575"/>
            </a:xfrm>
            <a:custGeom>
              <a:avLst/>
              <a:gdLst/>
              <a:ahLst/>
              <a:cxnLst/>
              <a:rect l="l" t="t" r="r" b="b"/>
              <a:pathLst>
                <a:path w="41703" h="67103" extrusionOk="0">
                  <a:moveTo>
                    <a:pt x="20519" y="629"/>
                  </a:moveTo>
                  <a:cubicBezTo>
                    <a:pt x="25769" y="629"/>
                    <a:pt x="30908" y="2921"/>
                    <a:pt x="35085" y="6027"/>
                  </a:cubicBezTo>
                  <a:cubicBezTo>
                    <a:pt x="37340" y="7690"/>
                    <a:pt x="38856" y="10094"/>
                    <a:pt x="39781" y="12792"/>
                  </a:cubicBezTo>
                  <a:cubicBezTo>
                    <a:pt x="40742" y="15454"/>
                    <a:pt x="41111" y="18412"/>
                    <a:pt x="41111" y="21222"/>
                  </a:cubicBezTo>
                  <a:cubicBezTo>
                    <a:pt x="41111" y="23329"/>
                    <a:pt x="40890" y="25325"/>
                    <a:pt x="40557" y="27026"/>
                  </a:cubicBezTo>
                  <a:cubicBezTo>
                    <a:pt x="39928" y="30095"/>
                    <a:pt x="37821" y="40040"/>
                    <a:pt x="35825" y="49209"/>
                  </a:cubicBezTo>
                  <a:cubicBezTo>
                    <a:pt x="34863" y="53793"/>
                    <a:pt x="33902" y="58155"/>
                    <a:pt x="33200" y="61409"/>
                  </a:cubicBezTo>
                  <a:cubicBezTo>
                    <a:pt x="32867" y="63036"/>
                    <a:pt x="32571" y="64367"/>
                    <a:pt x="32386" y="65291"/>
                  </a:cubicBezTo>
                  <a:cubicBezTo>
                    <a:pt x="32257" y="65829"/>
                    <a:pt x="32166" y="66230"/>
                    <a:pt x="32112" y="66470"/>
                  </a:cubicBezTo>
                  <a:lnTo>
                    <a:pt x="32112" y="66470"/>
                  </a:lnTo>
                  <a:lnTo>
                    <a:pt x="629" y="66067"/>
                  </a:lnTo>
                  <a:lnTo>
                    <a:pt x="2661" y="17820"/>
                  </a:lnTo>
                  <a:lnTo>
                    <a:pt x="2661" y="17820"/>
                  </a:lnTo>
                  <a:lnTo>
                    <a:pt x="2662" y="17820"/>
                  </a:lnTo>
                  <a:cubicBezTo>
                    <a:pt x="2662" y="17820"/>
                    <a:pt x="2662" y="17783"/>
                    <a:pt x="2699" y="17710"/>
                  </a:cubicBezTo>
                  <a:cubicBezTo>
                    <a:pt x="2810" y="17118"/>
                    <a:pt x="3328" y="14345"/>
                    <a:pt x="4769" y="11240"/>
                  </a:cubicBezTo>
                  <a:cubicBezTo>
                    <a:pt x="6211" y="8134"/>
                    <a:pt x="8540" y="4733"/>
                    <a:pt x="12237" y="2736"/>
                  </a:cubicBezTo>
                  <a:cubicBezTo>
                    <a:pt x="14973" y="1258"/>
                    <a:pt x="17746" y="629"/>
                    <a:pt x="20519" y="629"/>
                  </a:cubicBezTo>
                  <a:close/>
                  <a:moveTo>
                    <a:pt x="20519" y="1"/>
                  </a:moveTo>
                  <a:cubicBezTo>
                    <a:pt x="17672" y="1"/>
                    <a:pt x="14751" y="666"/>
                    <a:pt x="11942" y="2182"/>
                  </a:cubicBezTo>
                  <a:cubicBezTo>
                    <a:pt x="7838" y="4400"/>
                    <a:pt x="5361" y="8282"/>
                    <a:pt x="3919" y="11609"/>
                  </a:cubicBezTo>
                  <a:cubicBezTo>
                    <a:pt x="2477" y="14937"/>
                    <a:pt x="2071" y="17710"/>
                    <a:pt x="2071" y="17710"/>
                  </a:cubicBezTo>
                  <a:lnTo>
                    <a:pt x="2071" y="17746"/>
                  </a:lnTo>
                  <a:lnTo>
                    <a:pt x="0" y="66363"/>
                  </a:lnTo>
                  <a:cubicBezTo>
                    <a:pt x="0" y="66474"/>
                    <a:pt x="0" y="66548"/>
                    <a:pt x="74" y="66585"/>
                  </a:cubicBezTo>
                  <a:cubicBezTo>
                    <a:pt x="148" y="66659"/>
                    <a:pt x="222" y="66696"/>
                    <a:pt x="296" y="66696"/>
                  </a:cubicBezTo>
                  <a:lnTo>
                    <a:pt x="32349" y="67102"/>
                  </a:lnTo>
                  <a:cubicBezTo>
                    <a:pt x="32497" y="67102"/>
                    <a:pt x="32645" y="66991"/>
                    <a:pt x="32682" y="66881"/>
                  </a:cubicBezTo>
                  <a:cubicBezTo>
                    <a:pt x="32682" y="66881"/>
                    <a:pt x="39891" y="33348"/>
                    <a:pt x="41148" y="27137"/>
                  </a:cubicBezTo>
                  <a:cubicBezTo>
                    <a:pt x="41481" y="25399"/>
                    <a:pt x="41703" y="23366"/>
                    <a:pt x="41703" y="21222"/>
                  </a:cubicBezTo>
                  <a:cubicBezTo>
                    <a:pt x="41703" y="18375"/>
                    <a:pt x="41333" y="15343"/>
                    <a:pt x="40372" y="12571"/>
                  </a:cubicBezTo>
                  <a:cubicBezTo>
                    <a:pt x="39411" y="9798"/>
                    <a:pt x="37821" y="7284"/>
                    <a:pt x="35455" y="5509"/>
                  </a:cubicBezTo>
                  <a:cubicBezTo>
                    <a:pt x="31203" y="2367"/>
                    <a:pt x="25954" y="1"/>
                    <a:pt x="205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114;p53">
              <a:extLst>
                <a:ext uri="{FF2B5EF4-FFF2-40B4-BE49-F238E27FC236}">
                  <a16:creationId xmlns:a16="http://schemas.microsoft.com/office/drawing/2014/main" xmlns="" id="{6E252436-2171-58E1-1CB2-67207C5BC497}"/>
                </a:ext>
              </a:extLst>
            </p:cNvPr>
            <p:cNvSpPr/>
            <p:nvPr/>
          </p:nvSpPr>
          <p:spPr>
            <a:xfrm>
              <a:off x="5233800" y="1302875"/>
              <a:ext cx="183025" cy="263600"/>
            </a:xfrm>
            <a:custGeom>
              <a:avLst/>
              <a:gdLst/>
              <a:ahLst/>
              <a:cxnLst/>
              <a:rect l="l" t="t" r="r" b="b"/>
              <a:pathLst>
                <a:path w="7321" h="10544" extrusionOk="0">
                  <a:moveTo>
                    <a:pt x="6959" y="0"/>
                  </a:moveTo>
                  <a:cubicBezTo>
                    <a:pt x="6906" y="0"/>
                    <a:pt x="6853" y="13"/>
                    <a:pt x="6803" y="37"/>
                  </a:cubicBezTo>
                  <a:cubicBezTo>
                    <a:pt x="6803" y="37"/>
                    <a:pt x="5472" y="777"/>
                    <a:pt x="3994" y="2403"/>
                  </a:cubicBezTo>
                  <a:cubicBezTo>
                    <a:pt x="2478" y="4030"/>
                    <a:pt x="814" y="6544"/>
                    <a:pt x="38" y="10167"/>
                  </a:cubicBezTo>
                  <a:cubicBezTo>
                    <a:pt x="1" y="10315"/>
                    <a:pt x="112" y="10500"/>
                    <a:pt x="296" y="10537"/>
                  </a:cubicBezTo>
                  <a:cubicBezTo>
                    <a:pt x="316" y="10542"/>
                    <a:pt x="335" y="10544"/>
                    <a:pt x="355" y="10544"/>
                  </a:cubicBezTo>
                  <a:cubicBezTo>
                    <a:pt x="490" y="10544"/>
                    <a:pt x="634" y="10439"/>
                    <a:pt x="666" y="10278"/>
                  </a:cubicBezTo>
                  <a:cubicBezTo>
                    <a:pt x="1369" y="6803"/>
                    <a:pt x="2995" y="4363"/>
                    <a:pt x="4437" y="2810"/>
                  </a:cubicBezTo>
                  <a:cubicBezTo>
                    <a:pt x="5140" y="2034"/>
                    <a:pt x="5842" y="1479"/>
                    <a:pt x="6323" y="1109"/>
                  </a:cubicBezTo>
                  <a:cubicBezTo>
                    <a:pt x="6581" y="925"/>
                    <a:pt x="6766" y="777"/>
                    <a:pt x="6914" y="703"/>
                  </a:cubicBezTo>
                  <a:cubicBezTo>
                    <a:pt x="6988" y="666"/>
                    <a:pt x="7025" y="629"/>
                    <a:pt x="7062" y="629"/>
                  </a:cubicBezTo>
                  <a:lnTo>
                    <a:pt x="7099" y="592"/>
                  </a:lnTo>
                  <a:cubicBezTo>
                    <a:pt x="7247" y="518"/>
                    <a:pt x="7321" y="296"/>
                    <a:pt x="7247" y="148"/>
                  </a:cubicBezTo>
                  <a:cubicBezTo>
                    <a:pt x="7173" y="50"/>
                    <a:pt x="7066" y="0"/>
                    <a:pt x="69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115;p53">
              <a:extLst>
                <a:ext uri="{FF2B5EF4-FFF2-40B4-BE49-F238E27FC236}">
                  <a16:creationId xmlns:a16="http://schemas.microsoft.com/office/drawing/2014/main" xmlns="" id="{47EC025C-48E8-7620-BF2D-CA1874AAEF4F}"/>
                </a:ext>
              </a:extLst>
            </p:cNvPr>
            <p:cNvSpPr/>
            <p:nvPr/>
          </p:nvSpPr>
          <p:spPr>
            <a:xfrm>
              <a:off x="5395550" y="1619900"/>
              <a:ext cx="20350" cy="70250"/>
            </a:xfrm>
            <a:custGeom>
              <a:avLst/>
              <a:gdLst/>
              <a:ahLst/>
              <a:cxnLst/>
              <a:rect l="l" t="t" r="r" b="b"/>
              <a:pathLst>
                <a:path w="814" h="2810" extrusionOk="0">
                  <a:moveTo>
                    <a:pt x="555" y="0"/>
                  </a:moveTo>
                  <a:cubicBezTo>
                    <a:pt x="370" y="0"/>
                    <a:pt x="222" y="111"/>
                    <a:pt x="185" y="259"/>
                  </a:cubicBezTo>
                  <a:cubicBezTo>
                    <a:pt x="74" y="1072"/>
                    <a:pt x="1" y="1812"/>
                    <a:pt x="1" y="2514"/>
                  </a:cubicBezTo>
                  <a:cubicBezTo>
                    <a:pt x="1" y="2662"/>
                    <a:pt x="148" y="2810"/>
                    <a:pt x="333" y="2810"/>
                  </a:cubicBezTo>
                  <a:cubicBezTo>
                    <a:pt x="481" y="2810"/>
                    <a:pt x="629" y="2662"/>
                    <a:pt x="629" y="2514"/>
                  </a:cubicBezTo>
                  <a:cubicBezTo>
                    <a:pt x="629" y="1849"/>
                    <a:pt x="703" y="1109"/>
                    <a:pt x="814" y="370"/>
                  </a:cubicBezTo>
                  <a:cubicBezTo>
                    <a:pt x="814" y="185"/>
                    <a:pt x="703" y="37"/>
                    <a:pt x="5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116;p53">
              <a:extLst>
                <a:ext uri="{FF2B5EF4-FFF2-40B4-BE49-F238E27FC236}">
                  <a16:creationId xmlns:a16="http://schemas.microsoft.com/office/drawing/2014/main" xmlns="" id="{646133D4-5FAB-EC7F-C8F4-059DCEDE10FF}"/>
                </a:ext>
              </a:extLst>
            </p:cNvPr>
            <p:cNvSpPr/>
            <p:nvPr/>
          </p:nvSpPr>
          <p:spPr>
            <a:xfrm>
              <a:off x="5410350" y="1315075"/>
              <a:ext cx="105375" cy="267125"/>
            </a:xfrm>
            <a:custGeom>
              <a:avLst/>
              <a:gdLst/>
              <a:ahLst/>
              <a:cxnLst/>
              <a:rect l="l" t="t" r="r" b="b"/>
              <a:pathLst>
                <a:path w="4215" h="10685" extrusionOk="0">
                  <a:moveTo>
                    <a:pt x="3869" y="1"/>
                  </a:moveTo>
                  <a:cubicBezTo>
                    <a:pt x="3754" y="1"/>
                    <a:pt x="3640" y="69"/>
                    <a:pt x="3586" y="178"/>
                  </a:cubicBezTo>
                  <a:cubicBezTo>
                    <a:pt x="3586" y="215"/>
                    <a:pt x="1183" y="5391"/>
                    <a:pt x="37" y="10308"/>
                  </a:cubicBezTo>
                  <a:cubicBezTo>
                    <a:pt x="0" y="10493"/>
                    <a:pt x="74" y="10640"/>
                    <a:pt x="259" y="10677"/>
                  </a:cubicBezTo>
                  <a:cubicBezTo>
                    <a:pt x="278" y="10682"/>
                    <a:pt x="298" y="10685"/>
                    <a:pt x="319" y="10685"/>
                  </a:cubicBezTo>
                  <a:cubicBezTo>
                    <a:pt x="453" y="10685"/>
                    <a:pt x="596" y="10584"/>
                    <a:pt x="629" y="10456"/>
                  </a:cubicBezTo>
                  <a:cubicBezTo>
                    <a:pt x="1183" y="8052"/>
                    <a:pt x="2070" y="5538"/>
                    <a:pt x="2810" y="3616"/>
                  </a:cubicBezTo>
                  <a:cubicBezTo>
                    <a:pt x="3180" y="2692"/>
                    <a:pt x="3512" y="1878"/>
                    <a:pt x="3771" y="1324"/>
                  </a:cubicBezTo>
                  <a:cubicBezTo>
                    <a:pt x="3882" y="1065"/>
                    <a:pt x="3956" y="843"/>
                    <a:pt x="4030" y="695"/>
                  </a:cubicBezTo>
                  <a:cubicBezTo>
                    <a:pt x="4104" y="510"/>
                    <a:pt x="4141" y="437"/>
                    <a:pt x="4141" y="437"/>
                  </a:cubicBezTo>
                  <a:cubicBezTo>
                    <a:pt x="4215" y="289"/>
                    <a:pt x="4141" y="104"/>
                    <a:pt x="3993" y="30"/>
                  </a:cubicBezTo>
                  <a:cubicBezTo>
                    <a:pt x="3953" y="10"/>
                    <a:pt x="3911" y="1"/>
                    <a:pt x="38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117;p53">
              <a:extLst>
                <a:ext uri="{FF2B5EF4-FFF2-40B4-BE49-F238E27FC236}">
                  <a16:creationId xmlns:a16="http://schemas.microsoft.com/office/drawing/2014/main" xmlns="" id="{F651354A-4EFE-572E-06E9-2809797BFC43}"/>
                </a:ext>
              </a:extLst>
            </p:cNvPr>
            <p:cNvSpPr/>
            <p:nvPr/>
          </p:nvSpPr>
          <p:spPr>
            <a:xfrm>
              <a:off x="5622925" y="1315675"/>
              <a:ext cx="36075" cy="432025"/>
            </a:xfrm>
            <a:custGeom>
              <a:avLst/>
              <a:gdLst/>
              <a:ahLst/>
              <a:cxnLst/>
              <a:rect l="l" t="t" r="r" b="b"/>
              <a:pathLst>
                <a:path w="1443" h="17281" extrusionOk="0">
                  <a:moveTo>
                    <a:pt x="1019" y="0"/>
                  </a:moveTo>
                  <a:cubicBezTo>
                    <a:pt x="1000" y="0"/>
                    <a:pt x="981" y="2"/>
                    <a:pt x="962" y="6"/>
                  </a:cubicBezTo>
                  <a:cubicBezTo>
                    <a:pt x="777" y="6"/>
                    <a:pt x="666" y="154"/>
                    <a:pt x="666" y="302"/>
                  </a:cubicBezTo>
                  <a:cubicBezTo>
                    <a:pt x="666" y="302"/>
                    <a:pt x="666" y="486"/>
                    <a:pt x="703" y="782"/>
                  </a:cubicBezTo>
                  <a:cubicBezTo>
                    <a:pt x="740" y="1670"/>
                    <a:pt x="851" y="3814"/>
                    <a:pt x="851" y="6365"/>
                  </a:cubicBezTo>
                  <a:cubicBezTo>
                    <a:pt x="851" y="9766"/>
                    <a:pt x="666" y="13907"/>
                    <a:pt x="37" y="16938"/>
                  </a:cubicBezTo>
                  <a:cubicBezTo>
                    <a:pt x="0" y="17086"/>
                    <a:pt x="74" y="17271"/>
                    <a:pt x="259" y="17271"/>
                  </a:cubicBezTo>
                  <a:cubicBezTo>
                    <a:pt x="284" y="17277"/>
                    <a:pt x="309" y="17280"/>
                    <a:pt x="335" y="17280"/>
                  </a:cubicBezTo>
                  <a:cubicBezTo>
                    <a:pt x="464" y="17280"/>
                    <a:pt x="598" y="17203"/>
                    <a:pt x="629" y="17049"/>
                  </a:cubicBezTo>
                  <a:cubicBezTo>
                    <a:pt x="1294" y="13944"/>
                    <a:pt x="1442" y="9766"/>
                    <a:pt x="1442" y="6365"/>
                  </a:cubicBezTo>
                  <a:cubicBezTo>
                    <a:pt x="1442" y="2927"/>
                    <a:pt x="1294" y="265"/>
                    <a:pt x="1294" y="265"/>
                  </a:cubicBezTo>
                  <a:cubicBezTo>
                    <a:pt x="1294" y="132"/>
                    <a:pt x="1176" y="0"/>
                    <a:pt x="10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118;p53">
              <a:extLst>
                <a:ext uri="{FF2B5EF4-FFF2-40B4-BE49-F238E27FC236}">
                  <a16:creationId xmlns:a16="http://schemas.microsoft.com/office/drawing/2014/main" xmlns="" id="{45CAFAF8-BFC5-17B3-54D0-AA5B518B9CF2}"/>
                </a:ext>
              </a:extLst>
            </p:cNvPr>
            <p:cNvSpPr/>
            <p:nvPr/>
          </p:nvSpPr>
          <p:spPr>
            <a:xfrm>
              <a:off x="5800375" y="1685525"/>
              <a:ext cx="26825" cy="66750"/>
            </a:xfrm>
            <a:custGeom>
              <a:avLst/>
              <a:gdLst/>
              <a:ahLst/>
              <a:cxnLst/>
              <a:rect l="l" t="t" r="r" b="b"/>
              <a:pathLst>
                <a:path w="1073" h="2670" extrusionOk="0">
                  <a:moveTo>
                    <a:pt x="777" y="0"/>
                  </a:moveTo>
                  <a:cubicBezTo>
                    <a:pt x="629" y="0"/>
                    <a:pt x="444" y="111"/>
                    <a:pt x="444" y="259"/>
                  </a:cubicBezTo>
                  <a:cubicBezTo>
                    <a:pt x="333" y="924"/>
                    <a:pt x="222" y="1590"/>
                    <a:pt x="38" y="2292"/>
                  </a:cubicBezTo>
                  <a:cubicBezTo>
                    <a:pt x="1" y="2440"/>
                    <a:pt x="75" y="2625"/>
                    <a:pt x="259" y="2662"/>
                  </a:cubicBezTo>
                  <a:cubicBezTo>
                    <a:pt x="279" y="2667"/>
                    <a:pt x="299" y="2669"/>
                    <a:pt x="319" y="2669"/>
                  </a:cubicBezTo>
                  <a:cubicBezTo>
                    <a:pt x="453" y="2669"/>
                    <a:pt x="597" y="2569"/>
                    <a:pt x="629" y="2440"/>
                  </a:cubicBezTo>
                  <a:cubicBezTo>
                    <a:pt x="814" y="1738"/>
                    <a:pt x="962" y="1035"/>
                    <a:pt x="1036" y="370"/>
                  </a:cubicBezTo>
                  <a:cubicBezTo>
                    <a:pt x="1073" y="185"/>
                    <a:pt x="962" y="37"/>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119;p53">
              <a:extLst>
                <a:ext uri="{FF2B5EF4-FFF2-40B4-BE49-F238E27FC236}">
                  <a16:creationId xmlns:a16="http://schemas.microsoft.com/office/drawing/2014/main" xmlns="" id="{FD8921B0-8AEA-EC6C-9ADF-C54DFA721A8F}"/>
                </a:ext>
              </a:extLst>
            </p:cNvPr>
            <p:cNvSpPr/>
            <p:nvPr/>
          </p:nvSpPr>
          <p:spPr>
            <a:xfrm>
              <a:off x="5754175" y="1336150"/>
              <a:ext cx="77650" cy="296700"/>
            </a:xfrm>
            <a:custGeom>
              <a:avLst/>
              <a:gdLst/>
              <a:ahLst/>
              <a:cxnLst/>
              <a:rect l="l" t="t" r="r" b="b"/>
              <a:pathLst>
                <a:path w="3106" h="11868" extrusionOk="0">
                  <a:moveTo>
                    <a:pt x="377" y="0"/>
                  </a:moveTo>
                  <a:cubicBezTo>
                    <a:pt x="325" y="0"/>
                    <a:pt x="271" y="13"/>
                    <a:pt x="222" y="37"/>
                  </a:cubicBezTo>
                  <a:cubicBezTo>
                    <a:pt x="74" y="111"/>
                    <a:pt x="0" y="296"/>
                    <a:pt x="74" y="444"/>
                  </a:cubicBezTo>
                  <a:lnTo>
                    <a:pt x="111" y="481"/>
                  </a:lnTo>
                  <a:cubicBezTo>
                    <a:pt x="370" y="1035"/>
                    <a:pt x="2514" y="5583"/>
                    <a:pt x="2514" y="11202"/>
                  </a:cubicBezTo>
                  <a:cubicBezTo>
                    <a:pt x="2514" y="11313"/>
                    <a:pt x="2514" y="11424"/>
                    <a:pt x="2514" y="11535"/>
                  </a:cubicBezTo>
                  <a:cubicBezTo>
                    <a:pt x="2514" y="11720"/>
                    <a:pt x="2625" y="11868"/>
                    <a:pt x="2810" y="11868"/>
                  </a:cubicBezTo>
                  <a:cubicBezTo>
                    <a:pt x="2995" y="11868"/>
                    <a:pt x="3106" y="11720"/>
                    <a:pt x="3106" y="11535"/>
                  </a:cubicBezTo>
                  <a:cubicBezTo>
                    <a:pt x="3106" y="11424"/>
                    <a:pt x="3106" y="11313"/>
                    <a:pt x="3106" y="11202"/>
                  </a:cubicBezTo>
                  <a:cubicBezTo>
                    <a:pt x="3106" y="5028"/>
                    <a:pt x="629" y="185"/>
                    <a:pt x="629" y="148"/>
                  </a:cubicBezTo>
                  <a:cubicBezTo>
                    <a:pt x="579" y="50"/>
                    <a:pt x="481" y="0"/>
                    <a:pt x="3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120;p53">
              <a:extLst>
                <a:ext uri="{FF2B5EF4-FFF2-40B4-BE49-F238E27FC236}">
                  <a16:creationId xmlns:a16="http://schemas.microsoft.com/office/drawing/2014/main" xmlns="" id="{117CD641-6A1D-29FE-4610-3F0FCE2FE8EA}"/>
                </a:ext>
              </a:extLst>
            </p:cNvPr>
            <p:cNvSpPr/>
            <p:nvPr/>
          </p:nvSpPr>
          <p:spPr>
            <a:xfrm>
              <a:off x="4617325" y="2545375"/>
              <a:ext cx="1541700" cy="1176325"/>
            </a:xfrm>
            <a:custGeom>
              <a:avLst/>
              <a:gdLst/>
              <a:ahLst/>
              <a:cxnLst/>
              <a:rect l="l" t="t" r="r" b="b"/>
              <a:pathLst>
                <a:path w="61668" h="47053" extrusionOk="0">
                  <a:moveTo>
                    <a:pt x="29743" y="0"/>
                  </a:moveTo>
                  <a:cubicBezTo>
                    <a:pt x="28951" y="0"/>
                    <a:pt x="28542" y="137"/>
                    <a:pt x="28542" y="137"/>
                  </a:cubicBezTo>
                  <a:cubicBezTo>
                    <a:pt x="28542" y="137"/>
                    <a:pt x="5990" y="9010"/>
                    <a:pt x="4326" y="11524"/>
                  </a:cubicBezTo>
                  <a:cubicBezTo>
                    <a:pt x="2699" y="14001"/>
                    <a:pt x="0" y="23243"/>
                    <a:pt x="0" y="23243"/>
                  </a:cubicBezTo>
                  <a:lnTo>
                    <a:pt x="58451" y="47053"/>
                  </a:lnTo>
                  <a:lnTo>
                    <a:pt x="61667" y="37292"/>
                  </a:lnTo>
                  <a:cubicBezTo>
                    <a:pt x="61667" y="37292"/>
                    <a:pt x="58340" y="18142"/>
                    <a:pt x="56270" y="14814"/>
                  </a:cubicBezTo>
                  <a:cubicBezTo>
                    <a:pt x="54199" y="11524"/>
                    <a:pt x="37452" y="2392"/>
                    <a:pt x="33939" y="950"/>
                  </a:cubicBezTo>
                  <a:cubicBezTo>
                    <a:pt x="32063" y="180"/>
                    <a:pt x="30651" y="0"/>
                    <a:pt x="297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121;p53">
              <a:extLst>
                <a:ext uri="{FF2B5EF4-FFF2-40B4-BE49-F238E27FC236}">
                  <a16:creationId xmlns:a16="http://schemas.microsoft.com/office/drawing/2014/main" xmlns="" id="{C1106233-B8BF-B490-34C4-B4908A7DADC4}"/>
                </a:ext>
              </a:extLst>
            </p:cNvPr>
            <p:cNvSpPr/>
            <p:nvPr/>
          </p:nvSpPr>
          <p:spPr>
            <a:xfrm>
              <a:off x="4608075" y="2537700"/>
              <a:ext cx="1558325" cy="1192100"/>
            </a:xfrm>
            <a:custGeom>
              <a:avLst/>
              <a:gdLst/>
              <a:ahLst/>
              <a:cxnLst/>
              <a:rect l="l" t="t" r="r" b="b"/>
              <a:pathLst>
                <a:path w="62333" h="47684" extrusionOk="0">
                  <a:moveTo>
                    <a:pt x="30095" y="629"/>
                  </a:moveTo>
                  <a:cubicBezTo>
                    <a:pt x="30945" y="629"/>
                    <a:pt x="32313" y="777"/>
                    <a:pt x="34198" y="1553"/>
                  </a:cubicBezTo>
                  <a:cubicBezTo>
                    <a:pt x="35049" y="1886"/>
                    <a:pt x="36749" y="2736"/>
                    <a:pt x="38857" y="3845"/>
                  </a:cubicBezTo>
                  <a:cubicBezTo>
                    <a:pt x="41962" y="5509"/>
                    <a:pt x="45992" y="7764"/>
                    <a:pt x="49430" y="9945"/>
                  </a:cubicBezTo>
                  <a:cubicBezTo>
                    <a:pt x="51131" y="11017"/>
                    <a:pt x="52721" y="12053"/>
                    <a:pt x="53941" y="12977"/>
                  </a:cubicBezTo>
                  <a:cubicBezTo>
                    <a:pt x="55161" y="13901"/>
                    <a:pt x="56048" y="14751"/>
                    <a:pt x="56381" y="15306"/>
                  </a:cubicBezTo>
                  <a:cubicBezTo>
                    <a:pt x="56603" y="15676"/>
                    <a:pt x="56898" y="16304"/>
                    <a:pt x="57194" y="17155"/>
                  </a:cubicBezTo>
                  <a:cubicBezTo>
                    <a:pt x="58192" y="20038"/>
                    <a:pt x="59301" y="25177"/>
                    <a:pt x="60189" y="29577"/>
                  </a:cubicBezTo>
                  <a:cubicBezTo>
                    <a:pt x="60632" y="31795"/>
                    <a:pt x="61039" y="33791"/>
                    <a:pt x="61298" y="35270"/>
                  </a:cubicBezTo>
                  <a:cubicBezTo>
                    <a:pt x="61532" y="36610"/>
                    <a:pt x="61676" y="37464"/>
                    <a:pt x="61701" y="37613"/>
                  </a:cubicBezTo>
                  <a:lnTo>
                    <a:pt x="61701" y="37613"/>
                  </a:lnTo>
                  <a:lnTo>
                    <a:pt x="58636" y="46953"/>
                  </a:lnTo>
                  <a:lnTo>
                    <a:pt x="740" y="23360"/>
                  </a:lnTo>
                  <a:lnTo>
                    <a:pt x="740" y="23360"/>
                  </a:lnTo>
                  <a:cubicBezTo>
                    <a:pt x="811" y="23110"/>
                    <a:pt x="935" y="22693"/>
                    <a:pt x="1110" y="22146"/>
                  </a:cubicBezTo>
                  <a:cubicBezTo>
                    <a:pt x="1516" y="20815"/>
                    <a:pt x="2182" y="18707"/>
                    <a:pt x="2884" y="16711"/>
                  </a:cubicBezTo>
                  <a:cubicBezTo>
                    <a:pt x="3624" y="14751"/>
                    <a:pt x="4400" y="12866"/>
                    <a:pt x="4955" y="11979"/>
                  </a:cubicBezTo>
                  <a:cubicBezTo>
                    <a:pt x="5029" y="11868"/>
                    <a:pt x="5213" y="11720"/>
                    <a:pt x="5435" y="11535"/>
                  </a:cubicBezTo>
                  <a:cubicBezTo>
                    <a:pt x="6360" y="10796"/>
                    <a:pt x="8319" y="9723"/>
                    <a:pt x="10722" y="8577"/>
                  </a:cubicBezTo>
                  <a:cubicBezTo>
                    <a:pt x="14308" y="6840"/>
                    <a:pt x="18893" y="4880"/>
                    <a:pt x="22553" y="3364"/>
                  </a:cubicBezTo>
                  <a:cubicBezTo>
                    <a:pt x="24401" y="2588"/>
                    <a:pt x="26028" y="1923"/>
                    <a:pt x="27174" y="1479"/>
                  </a:cubicBezTo>
                  <a:cubicBezTo>
                    <a:pt x="28320" y="998"/>
                    <a:pt x="29023" y="740"/>
                    <a:pt x="29023" y="740"/>
                  </a:cubicBezTo>
                  <a:cubicBezTo>
                    <a:pt x="29023" y="740"/>
                    <a:pt x="29392" y="629"/>
                    <a:pt x="30095" y="629"/>
                  </a:cubicBezTo>
                  <a:close/>
                  <a:moveTo>
                    <a:pt x="30095" y="0"/>
                  </a:moveTo>
                  <a:cubicBezTo>
                    <a:pt x="29281" y="0"/>
                    <a:pt x="28838" y="148"/>
                    <a:pt x="28838" y="148"/>
                  </a:cubicBezTo>
                  <a:lnTo>
                    <a:pt x="28801" y="148"/>
                  </a:lnTo>
                  <a:cubicBezTo>
                    <a:pt x="28801" y="148"/>
                    <a:pt x="23181" y="2366"/>
                    <a:pt x="17303" y="4917"/>
                  </a:cubicBezTo>
                  <a:cubicBezTo>
                    <a:pt x="14382" y="6174"/>
                    <a:pt x="11425" y="7542"/>
                    <a:pt x="9058" y="8725"/>
                  </a:cubicBezTo>
                  <a:cubicBezTo>
                    <a:pt x="7875" y="9317"/>
                    <a:pt x="6840" y="9871"/>
                    <a:pt x="6064" y="10352"/>
                  </a:cubicBezTo>
                  <a:cubicBezTo>
                    <a:pt x="5657" y="10611"/>
                    <a:pt x="5324" y="10833"/>
                    <a:pt x="5066" y="11054"/>
                  </a:cubicBezTo>
                  <a:cubicBezTo>
                    <a:pt x="4807" y="11239"/>
                    <a:pt x="4585" y="11461"/>
                    <a:pt x="4474" y="11646"/>
                  </a:cubicBezTo>
                  <a:cubicBezTo>
                    <a:pt x="4030" y="12311"/>
                    <a:pt x="3550" y="13347"/>
                    <a:pt x="3032" y="14567"/>
                  </a:cubicBezTo>
                  <a:cubicBezTo>
                    <a:pt x="1590" y="18264"/>
                    <a:pt x="75" y="23477"/>
                    <a:pt x="75" y="23477"/>
                  </a:cubicBezTo>
                  <a:cubicBezTo>
                    <a:pt x="1" y="23624"/>
                    <a:pt x="75" y="23772"/>
                    <a:pt x="222" y="23846"/>
                  </a:cubicBezTo>
                  <a:lnTo>
                    <a:pt x="58673" y="47655"/>
                  </a:lnTo>
                  <a:cubicBezTo>
                    <a:pt x="58728" y="47674"/>
                    <a:pt x="58775" y="47683"/>
                    <a:pt x="58816" y="47683"/>
                  </a:cubicBezTo>
                  <a:cubicBezTo>
                    <a:pt x="58858" y="47683"/>
                    <a:pt x="58895" y="47674"/>
                    <a:pt x="58932" y="47655"/>
                  </a:cubicBezTo>
                  <a:cubicBezTo>
                    <a:pt x="59006" y="47618"/>
                    <a:pt x="59080" y="47544"/>
                    <a:pt x="59117" y="47471"/>
                  </a:cubicBezTo>
                  <a:lnTo>
                    <a:pt x="62333" y="37710"/>
                  </a:lnTo>
                  <a:lnTo>
                    <a:pt x="62333" y="37562"/>
                  </a:lnTo>
                  <a:cubicBezTo>
                    <a:pt x="62333" y="37562"/>
                    <a:pt x="61483" y="32756"/>
                    <a:pt x="60411" y="27543"/>
                  </a:cubicBezTo>
                  <a:cubicBezTo>
                    <a:pt x="59856" y="24918"/>
                    <a:pt x="59264" y="22220"/>
                    <a:pt x="58673" y="19964"/>
                  </a:cubicBezTo>
                  <a:cubicBezTo>
                    <a:pt x="58340" y="18818"/>
                    <a:pt x="58044" y="17783"/>
                    <a:pt x="57749" y="16933"/>
                  </a:cubicBezTo>
                  <a:cubicBezTo>
                    <a:pt x="57453" y="16082"/>
                    <a:pt x="57194" y="15417"/>
                    <a:pt x="56898" y="14973"/>
                  </a:cubicBezTo>
                  <a:cubicBezTo>
                    <a:pt x="56603" y="14493"/>
                    <a:pt x="56122" y="13975"/>
                    <a:pt x="55420" y="13421"/>
                  </a:cubicBezTo>
                  <a:cubicBezTo>
                    <a:pt x="53090" y="11387"/>
                    <a:pt x="48617" y="8614"/>
                    <a:pt x="44328" y="6174"/>
                  </a:cubicBezTo>
                  <a:cubicBezTo>
                    <a:pt x="40040" y="3734"/>
                    <a:pt x="35973" y="1627"/>
                    <a:pt x="34420" y="998"/>
                  </a:cubicBezTo>
                  <a:cubicBezTo>
                    <a:pt x="32498" y="185"/>
                    <a:pt x="31019" y="0"/>
                    <a:pt x="300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122;p53">
              <a:extLst>
                <a:ext uri="{FF2B5EF4-FFF2-40B4-BE49-F238E27FC236}">
                  <a16:creationId xmlns:a16="http://schemas.microsoft.com/office/drawing/2014/main" xmlns="" id="{2E2EB2ED-8A52-DD3E-595F-E9498B28BBC2}"/>
                </a:ext>
              </a:extLst>
            </p:cNvPr>
            <p:cNvSpPr/>
            <p:nvPr/>
          </p:nvSpPr>
          <p:spPr>
            <a:xfrm>
              <a:off x="5740300" y="3100400"/>
              <a:ext cx="98925" cy="490225"/>
            </a:xfrm>
            <a:custGeom>
              <a:avLst/>
              <a:gdLst/>
              <a:ahLst/>
              <a:cxnLst/>
              <a:rect l="l" t="t" r="r" b="b"/>
              <a:pathLst>
                <a:path w="3957" h="19609" extrusionOk="0">
                  <a:moveTo>
                    <a:pt x="3628" y="0"/>
                  </a:moveTo>
                  <a:cubicBezTo>
                    <a:pt x="3476" y="0"/>
                    <a:pt x="3360" y="105"/>
                    <a:pt x="3328" y="266"/>
                  </a:cubicBezTo>
                  <a:lnTo>
                    <a:pt x="38" y="19269"/>
                  </a:lnTo>
                  <a:cubicBezTo>
                    <a:pt x="1" y="19417"/>
                    <a:pt x="111" y="19565"/>
                    <a:pt x="259" y="19602"/>
                  </a:cubicBezTo>
                  <a:cubicBezTo>
                    <a:pt x="283" y="19607"/>
                    <a:pt x="307" y="19609"/>
                    <a:pt x="329" y="19609"/>
                  </a:cubicBezTo>
                  <a:cubicBezTo>
                    <a:pt x="481" y="19609"/>
                    <a:pt x="597" y="19504"/>
                    <a:pt x="629" y="19343"/>
                  </a:cubicBezTo>
                  <a:lnTo>
                    <a:pt x="3919" y="377"/>
                  </a:lnTo>
                  <a:cubicBezTo>
                    <a:pt x="3956" y="192"/>
                    <a:pt x="3846" y="44"/>
                    <a:pt x="3698" y="7"/>
                  </a:cubicBezTo>
                  <a:cubicBezTo>
                    <a:pt x="3674" y="3"/>
                    <a:pt x="3650" y="0"/>
                    <a:pt x="36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123;p53">
              <a:extLst>
                <a:ext uri="{FF2B5EF4-FFF2-40B4-BE49-F238E27FC236}">
                  <a16:creationId xmlns:a16="http://schemas.microsoft.com/office/drawing/2014/main" xmlns="" id="{6328FA80-06ED-F121-CB33-0E940A3D9F81}"/>
                </a:ext>
              </a:extLst>
            </p:cNvPr>
            <p:cNvSpPr/>
            <p:nvPr/>
          </p:nvSpPr>
          <p:spPr>
            <a:xfrm>
              <a:off x="4761500" y="2545375"/>
              <a:ext cx="1016725" cy="1045075"/>
            </a:xfrm>
            <a:custGeom>
              <a:avLst/>
              <a:gdLst/>
              <a:ahLst/>
              <a:cxnLst/>
              <a:rect l="l" t="t" r="r" b="b"/>
              <a:pathLst>
                <a:path w="40669" h="41803" extrusionOk="0">
                  <a:moveTo>
                    <a:pt x="23976" y="0"/>
                  </a:moveTo>
                  <a:cubicBezTo>
                    <a:pt x="23184" y="0"/>
                    <a:pt x="22775" y="137"/>
                    <a:pt x="22775" y="137"/>
                  </a:cubicBezTo>
                  <a:cubicBezTo>
                    <a:pt x="22775" y="137"/>
                    <a:pt x="15307" y="3094"/>
                    <a:pt x="8652" y="6052"/>
                  </a:cubicBezTo>
                  <a:cubicBezTo>
                    <a:pt x="7617" y="9638"/>
                    <a:pt x="5435" y="16219"/>
                    <a:pt x="1886" y="22060"/>
                  </a:cubicBezTo>
                  <a:cubicBezTo>
                    <a:pt x="1147" y="23243"/>
                    <a:pt x="518" y="24427"/>
                    <a:pt x="1" y="25610"/>
                  </a:cubicBezTo>
                  <a:lnTo>
                    <a:pt x="39707" y="41803"/>
                  </a:lnTo>
                  <a:cubicBezTo>
                    <a:pt x="39929" y="36442"/>
                    <a:pt x="40188" y="26978"/>
                    <a:pt x="39744" y="20212"/>
                  </a:cubicBezTo>
                  <a:cubicBezTo>
                    <a:pt x="39411" y="14592"/>
                    <a:pt x="40040" y="10341"/>
                    <a:pt x="40668" y="7642"/>
                  </a:cubicBezTo>
                  <a:cubicBezTo>
                    <a:pt x="35529" y="4610"/>
                    <a:pt x="30021" y="1727"/>
                    <a:pt x="28172" y="950"/>
                  </a:cubicBezTo>
                  <a:cubicBezTo>
                    <a:pt x="26296" y="180"/>
                    <a:pt x="24884" y="0"/>
                    <a:pt x="23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124;p53">
              <a:extLst>
                <a:ext uri="{FF2B5EF4-FFF2-40B4-BE49-F238E27FC236}">
                  <a16:creationId xmlns:a16="http://schemas.microsoft.com/office/drawing/2014/main" xmlns="" id="{28834199-0A1A-0C2A-56BF-4C168DA64DE4}"/>
                </a:ext>
              </a:extLst>
            </p:cNvPr>
            <p:cNvSpPr/>
            <p:nvPr/>
          </p:nvSpPr>
          <p:spPr>
            <a:xfrm>
              <a:off x="4752275" y="2537700"/>
              <a:ext cx="1034275" cy="1060150"/>
            </a:xfrm>
            <a:custGeom>
              <a:avLst/>
              <a:gdLst/>
              <a:ahLst/>
              <a:cxnLst/>
              <a:rect l="l" t="t" r="r" b="b"/>
              <a:pathLst>
                <a:path w="41371" h="42406" extrusionOk="0">
                  <a:moveTo>
                    <a:pt x="24327" y="0"/>
                  </a:moveTo>
                  <a:cubicBezTo>
                    <a:pt x="23513" y="0"/>
                    <a:pt x="23070" y="148"/>
                    <a:pt x="23070" y="148"/>
                  </a:cubicBezTo>
                  <a:lnTo>
                    <a:pt x="23033" y="148"/>
                  </a:lnTo>
                  <a:cubicBezTo>
                    <a:pt x="23033" y="148"/>
                    <a:pt x="15565" y="3106"/>
                    <a:pt x="8873" y="6100"/>
                  </a:cubicBezTo>
                  <a:cubicBezTo>
                    <a:pt x="8799" y="6137"/>
                    <a:pt x="8762" y="6174"/>
                    <a:pt x="8725" y="6285"/>
                  </a:cubicBezTo>
                  <a:cubicBezTo>
                    <a:pt x="7690" y="9834"/>
                    <a:pt x="5509" y="16415"/>
                    <a:pt x="1996" y="22220"/>
                  </a:cubicBezTo>
                  <a:cubicBezTo>
                    <a:pt x="1257" y="23403"/>
                    <a:pt x="629" y="24586"/>
                    <a:pt x="74" y="25769"/>
                  </a:cubicBezTo>
                  <a:cubicBezTo>
                    <a:pt x="0" y="25917"/>
                    <a:pt x="74" y="26101"/>
                    <a:pt x="222" y="26175"/>
                  </a:cubicBezTo>
                  <a:cubicBezTo>
                    <a:pt x="261" y="26195"/>
                    <a:pt x="304" y="26204"/>
                    <a:pt x="346" y="26204"/>
                  </a:cubicBezTo>
                  <a:cubicBezTo>
                    <a:pt x="461" y="26204"/>
                    <a:pt x="574" y="26136"/>
                    <a:pt x="629" y="26028"/>
                  </a:cubicBezTo>
                  <a:cubicBezTo>
                    <a:pt x="1183" y="24881"/>
                    <a:pt x="1812" y="23698"/>
                    <a:pt x="2514" y="22515"/>
                  </a:cubicBezTo>
                  <a:cubicBezTo>
                    <a:pt x="6047" y="16760"/>
                    <a:pt x="8217" y="10215"/>
                    <a:pt x="9270" y="6593"/>
                  </a:cubicBezTo>
                  <a:lnTo>
                    <a:pt x="9270" y="6593"/>
                  </a:lnTo>
                  <a:cubicBezTo>
                    <a:pt x="12557" y="5134"/>
                    <a:pt x="16046" y="3645"/>
                    <a:pt x="18707" y="2588"/>
                  </a:cubicBezTo>
                  <a:cubicBezTo>
                    <a:pt x="20038" y="2034"/>
                    <a:pt x="21184" y="1553"/>
                    <a:pt x="21998" y="1220"/>
                  </a:cubicBezTo>
                  <a:cubicBezTo>
                    <a:pt x="22811" y="924"/>
                    <a:pt x="23255" y="740"/>
                    <a:pt x="23255" y="740"/>
                  </a:cubicBezTo>
                  <a:cubicBezTo>
                    <a:pt x="23255" y="740"/>
                    <a:pt x="23624" y="629"/>
                    <a:pt x="24327" y="629"/>
                  </a:cubicBezTo>
                  <a:cubicBezTo>
                    <a:pt x="25177" y="629"/>
                    <a:pt x="26545" y="777"/>
                    <a:pt x="28430" y="1553"/>
                  </a:cubicBezTo>
                  <a:cubicBezTo>
                    <a:pt x="29318" y="1923"/>
                    <a:pt x="31166" y="2847"/>
                    <a:pt x="33421" y="4030"/>
                  </a:cubicBezTo>
                  <a:cubicBezTo>
                    <a:pt x="35592" y="5187"/>
                    <a:pt x="38187" y="6628"/>
                    <a:pt x="40687" y="8109"/>
                  </a:cubicBezTo>
                  <a:lnTo>
                    <a:pt x="40687" y="8109"/>
                  </a:lnTo>
                  <a:cubicBezTo>
                    <a:pt x="40188" y="10284"/>
                    <a:pt x="39706" y="13416"/>
                    <a:pt x="39706" y="17339"/>
                  </a:cubicBezTo>
                  <a:cubicBezTo>
                    <a:pt x="39706" y="18375"/>
                    <a:pt x="39743" y="19410"/>
                    <a:pt x="39817" y="20519"/>
                  </a:cubicBezTo>
                  <a:cubicBezTo>
                    <a:pt x="39965" y="23218"/>
                    <a:pt x="40039" y="26360"/>
                    <a:pt x="40039" y="29503"/>
                  </a:cubicBezTo>
                  <a:cubicBezTo>
                    <a:pt x="40039" y="34198"/>
                    <a:pt x="39891" y="38893"/>
                    <a:pt x="39780" y="42073"/>
                  </a:cubicBezTo>
                  <a:cubicBezTo>
                    <a:pt x="39780" y="42258"/>
                    <a:pt x="39891" y="42406"/>
                    <a:pt x="40076" y="42406"/>
                  </a:cubicBezTo>
                  <a:cubicBezTo>
                    <a:pt x="40261" y="42406"/>
                    <a:pt x="40372" y="42258"/>
                    <a:pt x="40409" y="42110"/>
                  </a:cubicBezTo>
                  <a:cubicBezTo>
                    <a:pt x="40520" y="38893"/>
                    <a:pt x="40668" y="34198"/>
                    <a:pt x="40668" y="29503"/>
                  </a:cubicBezTo>
                  <a:cubicBezTo>
                    <a:pt x="40668" y="26360"/>
                    <a:pt x="40594" y="23218"/>
                    <a:pt x="40409" y="20482"/>
                  </a:cubicBezTo>
                  <a:cubicBezTo>
                    <a:pt x="40372" y="19373"/>
                    <a:pt x="40335" y="18338"/>
                    <a:pt x="40335" y="17339"/>
                  </a:cubicBezTo>
                  <a:cubicBezTo>
                    <a:pt x="40335" y="13310"/>
                    <a:pt x="40816" y="10167"/>
                    <a:pt x="41333" y="8023"/>
                  </a:cubicBezTo>
                  <a:cubicBezTo>
                    <a:pt x="41370" y="7912"/>
                    <a:pt x="41296" y="7764"/>
                    <a:pt x="41185" y="7690"/>
                  </a:cubicBezTo>
                  <a:cubicBezTo>
                    <a:pt x="38634" y="6174"/>
                    <a:pt x="35972" y="4695"/>
                    <a:pt x="33680" y="3475"/>
                  </a:cubicBezTo>
                  <a:cubicBezTo>
                    <a:pt x="31425" y="2292"/>
                    <a:pt x="29613" y="1368"/>
                    <a:pt x="28652" y="998"/>
                  </a:cubicBezTo>
                  <a:cubicBezTo>
                    <a:pt x="26730" y="185"/>
                    <a:pt x="25251" y="0"/>
                    <a:pt x="24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125;p53">
              <a:extLst>
                <a:ext uri="{FF2B5EF4-FFF2-40B4-BE49-F238E27FC236}">
                  <a16:creationId xmlns:a16="http://schemas.microsoft.com/office/drawing/2014/main" xmlns="" id="{4296CE37-A715-6DAD-50EF-9A19DFF93D7B}"/>
                </a:ext>
              </a:extLst>
            </p:cNvPr>
            <p:cNvSpPr/>
            <p:nvPr/>
          </p:nvSpPr>
          <p:spPr>
            <a:xfrm>
              <a:off x="5094250" y="2545375"/>
              <a:ext cx="577675" cy="805200"/>
            </a:xfrm>
            <a:custGeom>
              <a:avLst/>
              <a:gdLst/>
              <a:ahLst/>
              <a:cxnLst/>
              <a:rect l="l" t="t" r="r" b="b"/>
              <a:pathLst>
                <a:path w="23107" h="32208" extrusionOk="0">
                  <a:moveTo>
                    <a:pt x="10666" y="0"/>
                  </a:moveTo>
                  <a:cubicBezTo>
                    <a:pt x="9874" y="0"/>
                    <a:pt x="9465" y="137"/>
                    <a:pt x="9465" y="137"/>
                  </a:cubicBezTo>
                  <a:cubicBezTo>
                    <a:pt x="9465" y="137"/>
                    <a:pt x="5435" y="1727"/>
                    <a:pt x="629" y="3760"/>
                  </a:cubicBezTo>
                  <a:cubicBezTo>
                    <a:pt x="259" y="7494"/>
                    <a:pt x="0" y="13040"/>
                    <a:pt x="998" y="17735"/>
                  </a:cubicBezTo>
                  <a:cubicBezTo>
                    <a:pt x="2616" y="25355"/>
                    <a:pt x="4793" y="32207"/>
                    <a:pt x="6815" y="32207"/>
                  </a:cubicBezTo>
                  <a:cubicBezTo>
                    <a:pt x="6873" y="32207"/>
                    <a:pt x="6930" y="32202"/>
                    <a:pt x="6988" y="32190"/>
                  </a:cubicBezTo>
                  <a:cubicBezTo>
                    <a:pt x="9021" y="31784"/>
                    <a:pt x="19742" y="13003"/>
                    <a:pt x="23107" y="5202"/>
                  </a:cubicBezTo>
                  <a:cubicBezTo>
                    <a:pt x="19447" y="3168"/>
                    <a:pt x="16193" y="1505"/>
                    <a:pt x="14862" y="950"/>
                  </a:cubicBezTo>
                  <a:cubicBezTo>
                    <a:pt x="12986" y="180"/>
                    <a:pt x="11574" y="0"/>
                    <a:pt x="106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126;p53">
              <a:extLst>
                <a:ext uri="{FF2B5EF4-FFF2-40B4-BE49-F238E27FC236}">
                  <a16:creationId xmlns:a16="http://schemas.microsoft.com/office/drawing/2014/main" xmlns="" id="{25F9F70F-322F-71A5-74CA-E1622928252E}"/>
                </a:ext>
              </a:extLst>
            </p:cNvPr>
            <p:cNvSpPr/>
            <p:nvPr/>
          </p:nvSpPr>
          <p:spPr>
            <a:xfrm>
              <a:off x="5094250" y="2537700"/>
              <a:ext cx="586000" cy="820775"/>
            </a:xfrm>
            <a:custGeom>
              <a:avLst/>
              <a:gdLst/>
              <a:ahLst/>
              <a:cxnLst/>
              <a:rect l="l" t="t" r="r" b="b"/>
              <a:pathLst>
                <a:path w="23440" h="32831" extrusionOk="0">
                  <a:moveTo>
                    <a:pt x="10648" y="629"/>
                  </a:moveTo>
                  <a:cubicBezTo>
                    <a:pt x="11498" y="629"/>
                    <a:pt x="12866" y="777"/>
                    <a:pt x="14751" y="1553"/>
                  </a:cubicBezTo>
                  <a:cubicBezTo>
                    <a:pt x="16014" y="2094"/>
                    <a:pt x="19179" y="3692"/>
                    <a:pt x="22698" y="5659"/>
                  </a:cubicBezTo>
                  <a:lnTo>
                    <a:pt x="22698" y="5659"/>
                  </a:lnTo>
                  <a:cubicBezTo>
                    <a:pt x="20993" y="9573"/>
                    <a:pt x="17561" y="16060"/>
                    <a:pt x="14271" y="21628"/>
                  </a:cubicBezTo>
                  <a:cubicBezTo>
                    <a:pt x="12607" y="24475"/>
                    <a:pt x="10980" y="27100"/>
                    <a:pt x="9649" y="29059"/>
                  </a:cubicBezTo>
                  <a:cubicBezTo>
                    <a:pt x="8984" y="30020"/>
                    <a:pt x="8355" y="30797"/>
                    <a:pt x="7875" y="31351"/>
                  </a:cubicBezTo>
                  <a:cubicBezTo>
                    <a:pt x="7653" y="31610"/>
                    <a:pt x="7431" y="31832"/>
                    <a:pt x="7283" y="31980"/>
                  </a:cubicBezTo>
                  <a:cubicBezTo>
                    <a:pt x="7098" y="32128"/>
                    <a:pt x="6951" y="32202"/>
                    <a:pt x="6914" y="32202"/>
                  </a:cubicBezTo>
                  <a:lnTo>
                    <a:pt x="6803" y="32202"/>
                  </a:lnTo>
                  <a:cubicBezTo>
                    <a:pt x="6655" y="32202"/>
                    <a:pt x="6470" y="32165"/>
                    <a:pt x="6248" y="31980"/>
                  </a:cubicBezTo>
                  <a:cubicBezTo>
                    <a:pt x="5841" y="31684"/>
                    <a:pt x="5398" y="31056"/>
                    <a:pt x="4991" y="30205"/>
                  </a:cubicBezTo>
                  <a:cubicBezTo>
                    <a:pt x="3660" y="27617"/>
                    <a:pt x="2329" y="22959"/>
                    <a:pt x="1294" y="17968"/>
                  </a:cubicBezTo>
                  <a:cubicBezTo>
                    <a:pt x="777" y="15565"/>
                    <a:pt x="629" y="12940"/>
                    <a:pt x="629" y="10426"/>
                  </a:cubicBezTo>
                  <a:cubicBezTo>
                    <a:pt x="629" y="8178"/>
                    <a:pt x="766" y="6033"/>
                    <a:pt x="942" y="4290"/>
                  </a:cubicBezTo>
                  <a:lnTo>
                    <a:pt x="942" y="4290"/>
                  </a:lnTo>
                  <a:cubicBezTo>
                    <a:pt x="3246" y="3286"/>
                    <a:pt x="5398" y="2425"/>
                    <a:pt x="6951" y="1775"/>
                  </a:cubicBezTo>
                  <a:cubicBezTo>
                    <a:pt x="7764" y="1442"/>
                    <a:pt x="8429" y="1183"/>
                    <a:pt x="8873" y="998"/>
                  </a:cubicBezTo>
                  <a:cubicBezTo>
                    <a:pt x="9317" y="813"/>
                    <a:pt x="9576" y="740"/>
                    <a:pt x="9576" y="740"/>
                  </a:cubicBezTo>
                  <a:cubicBezTo>
                    <a:pt x="9576" y="740"/>
                    <a:pt x="9945" y="629"/>
                    <a:pt x="10648" y="629"/>
                  </a:cubicBezTo>
                  <a:close/>
                  <a:moveTo>
                    <a:pt x="10648" y="0"/>
                  </a:moveTo>
                  <a:cubicBezTo>
                    <a:pt x="9834" y="0"/>
                    <a:pt x="9391" y="148"/>
                    <a:pt x="9391" y="148"/>
                  </a:cubicBezTo>
                  <a:lnTo>
                    <a:pt x="9354" y="148"/>
                  </a:lnTo>
                  <a:cubicBezTo>
                    <a:pt x="9354" y="148"/>
                    <a:pt x="5324" y="1738"/>
                    <a:pt x="518" y="3771"/>
                  </a:cubicBezTo>
                  <a:cubicBezTo>
                    <a:pt x="407" y="3808"/>
                    <a:pt x="333" y="3919"/>
                    <a:pt x="333" y="4030"/>
                  </a:cubicBezTo>
                  <a:cubicBezTo>
                    <a:pt x="148" y="5842"/>
                    <a:pt x="0" y="8060"/>
                    <a:pt x="0" y="10426"/>
                  </a:cubicBezTo>
                  <a:cubicBezTo>
                    <a:pt x="0" y="12977"/>
                    <a:pt x="185" y="15639"/>
                    <a:pt x="703" y="18079"/>
                  </a:cubicBezTo>
                  <a:cubicBezTo>
                    <a:pt x="1479" y="21924"/>
                    <a:pt x="2440" y="25547"/>
                    <a:pt x="3475" y="28246"/>
                  </a:cubicBezTo>
                  <a:cubicBezTo>
                    <a:pt x="3956" y="29614"/>
                    <a:pt x="4474" y="30723"/>
                    <a:pt x="5028" y="31499"/>
                  </a:cubicBezTo>
                  <a:cubicBezTo>
                    <a:pt x="5287" y="31906"/>
                    <a:pt x="5583" y="32239"/>
                    <a:pt x="5841" y="32460"/>
                  </a:cubicBezTo>
                  <a:cubicBezTo>
                    <a:pt x="6137" y="32682"/>
                    <a:pt x="6470" y="32830"/>
                    <a:pt x="6803" y="32830"/>
                  </a:cubicBezTo>
                  <a:cubicBezTo>
                    <a:pt x="6877" y="32830"/>
                    <a:pt x="6988" y="32830"/>
                    <a:pt x="7062" y="32793"/>
                  </a:cubicBezTo>
                  <a:cubicBezTo>
                    <a:pt x="7283" y="32756"/>
                    <a:pt x="7468" y="32645"/>
                    <a:pt x="7653" y="32460"/>
                  </a:cubicBezTo>
                  <a:cubicBezTo>
                    <a:pt x="8060" y="32128"/>
                    <a:pt x="8540" y="31573"/>
                    <a:pt x="9058" y="30871"/>
                  </a:cubicBezTo>
                  <a:cubicBezTo>
                    <a:pt x="12903" y="25843"/>
                    <a:pt x="20593" y="12090"/>
                    <a:pt x="23403" y="5657"/>
                  </a:cubicBezTo>
                  <a:cubicBezTo>
                    <a:pt x="23439" y="5509"/>
                    <a:pt x="23403" y="5324"/>
                    <a:pt x="23255" y="5250"/>
                  </a:cubicBezTo>
                  <a:cubicBezTo>
                    <a:pt x="19595" y="3217"/>
                    <a:pt x="16341" y="1553"/>
                    <a:pt x="14973" y="998"/>
                  </a:cubicBezTo>
                  <a:cubicBezTo>
                    <a:pt x="13051" y="185"/>
                    <a:pt x="11572" y="0"/>
                    <a:pt x="106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127;p53">
              <a:extLst>
                <a:ext uri="{FF2B5EF4-FFF2-40B4-BE49-F238E27FC236}">
                  <a16:creationId xmlns:a16="http://schemas.microsoft.com/office/drawing/2014/main" xmlns="" id="{F0120460-F018-B653-7C8B-C01C60767C7A}"/>
                </a:ext>
              </a:extLst>
            </p:cNvPr>
            <p:cNvSpPr/>
            <p:nvPr/>
          </p:nvSpPr>
          <p:spPr>
            <a:xfrm>
              <a:off x="5119200" y="2918725"/>
              <a:ext cx="92450" cy="65175"/>
            </a:xfrm>
            <a:custGeom>
              <a:avLst/>
              <a:gdLst/>
              <a:ahLst/>
              <a:cxnLst/>
              <a:rect l="l" t="t" r="r" b="b"/>
              <a:pathLst>
                <a:path w="3698" h="2607" extrusionOk="0">
                  <a:moveTo>
                    <a:pt x="335" y="1"/>
                  </a:moveTo>
                  <a:cubicBezTo>
                    <a:pt x="241" y="1"/>
                    <a:pt x="156" y="49"/>
                    <a:pt x="111" y="139"/>
                  </a:cubicBezTo>
                  <a:cubicBezTo>
                    <a:pt x="0" y="287"/>
                    <a:pt x="37" y="472"/>
                    <a:pt x="185" y="546"/>
                  </a:cubicBezTo>
                  <a:lnTo>
                    <a:pt x="3180" y="2542"/>
                  </a:lnTo>
                  <a:cubicBezTo>
                    <a:pt x="3224" y="2586"/>
                    <a:pt x="3285" y="2607"/>
                    <a:pt x="3347" y="2607"/>
                  </a:cubicBezTo>
                  <a:cubicBezTo>
                    <a:pt x="3443" y="2607"/>
                    <a:pt x="3542" y="2558"/>
                    <a:pt x="3586" y="2468"/>
                  </a:cubicBezTo>
                  <a:cubicBezTo>
                    <a:pt x="3697" y="2320"/>
                    <a:pt x="3660" y="2135"/>
                    <a:pt x="3513" y="2024"/>
                  </a:cubicBezTo>
                  <a:lnTo>
                    <a:pt x="518" y="65"/>
                  </a:lnTo>
                  <a:cubicBezTo>
                    <a:pt x="460" y="21"/>
                    <a:pt x="396" y="1"/>
                    <a:pt x="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128;p53">
              <a:extLst>
                <a:ext uri="{FF2B5EF4-FFF2-40B4-BE49-F238E27FC236}">
                  <a16:creationId xmlns:a16="http://schemas.microsoft.com/office/drawing/2014/main" xmlns="" id="{A267C3FC-11C5-631F-7324-4AA4CCF40DCF}"/>
                </a:ext>
              </a:extLst>
            </p:cNvPr>
            <p:cNvSpPr/>
            <p:nvPr/>
          </p:nvSpPr>
          <p:spPr>
            <a:xfrm>
              <a:off x="5342875" y="3001500"/>
              <a:ext cx="140500" cy="31800"/>
            </a:xfrm>
            <a:custGeom>
              <a:avLst/>
              <a:gdLst/>
              <a:ahLst/>
              <a:cxnLst/>
              <a:rect l="l" t="t" r="r" b="b"/>
              <a:pathLst>
                <a:path w="5620" h="1272" extrusionOk="0">
                  <a:moveTo>
                    <a:pt x="313" y="0"/>
                  </a:moveTo>
                  <a:cubicBezTo>
                    <a:pt x="186" y="0"/>
                    <a:pt x="69" y="105"/>
                    <a:pt x="37" y="266"/>
                  </a:cubicBezTo>
                  <a:cubicBezTo>
                    <a:pt x="0" y="414"/>
                    <a:pt x="148" y="599"/>
                    <a:pt x="296" y="599"/>
                  </a:cubicBezTo>
                  <a:lnTo>
                    <a:pt x="5250" y="1264"/>
                  </a:lnTo>
                  <a:cubicBezTo>
                    <a:pt x="5274" y="1269"/>
                    <a:pt x="5297" y="1272"/>
                    <a:pt x="5320" y="1272"/>
                  </a:cubicBezTo>
                  <a:cubicBezTo>
                    <a:pt x="5471" y="1272"/>
                    <a:pt x="5588" y="1167"/>
                    <a:pt x="5620" y="1006"/>
                  </a:cubicBezTo>
                  <a:cubicBezTo>
                    <a:pt x="5620" y="821"/>
                    <a:pt x="5509" y="673"/>
                    <a:pt x="5361" y="673"/>
                  </a:cubicBezTo>
                  <a:lnTo>
                    <a:pt x="370" y="7"/>
                  </a:lnTo>
                  <a:cubicBezTo>
                    <a:pt x="351" y="3"/>
                    <a:pt x="332" y="0"/>
                    <a:pt x="3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129;p53">
              <a:extLst>
                <a:ext uri="{FF2B5EF4-FFF2-40B4-BE49-F238E27FC236}">
                  <a16:creationId xmlns:a16="http://schemas.microsoft.com/office/drawing/2014/main" xmlns="" id="{53A4982B-E59F-1C05-7444-3CDBC08025F8}"/>
                </a:ext>
              </a:extLst>
            </p:cNvPr>
            <p:cNvSpPr/>
            <p:nvPr/>
          </p:nvSpPr>
          <p:spPr>
            <a:xfrm>
              <a:off x="5162625" y="2357450"/>
              <a:ext cx="406700" cy="418725"/>
            </a:xfrm>
            <a:custGeom>
              <a:avLst/>
              <a:gdLst/>
              <a:ahLst/>
              <a:cxnLst/>
              <a:rect l="l" t="t" r="r" b="b"/>
              <a:pathLst>
                <a:path w="16268" h="16749" extrusionOk="0">
                  <a:moveTo>
                    <a:pt x="519" y="1"/>
                  </a:moveTo>
                  <a:lnTo>
                    <a:pt x="519" y="1"/>
                  </a:lnTo>
                  <a:cubicBezTo>
                    <a:pt x="519" y="1"/>
                    <a:pt x="556" y="7062"/>
                    <a:pt x="334" y="9502"/>
                  </a:cubicBezTo>
                  <a:cubicBezTo>
                    <a:pt x="112" y="11573"/>
                    <a:pt x="1" y="16749"/>
                    <a:pt x="1" y="16749"/>
                  </a:cubicBezTo>
                  <a:lnTo>
                    <a:pt x="14789" y="15492"/>
                  </a:lnTo>
                  <a:lnTo>
                    <a:pt x="16268" y="1849"/>
                  </a:lnTo>
                  <a:lnTo>
                    <a:pt x="51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130;p53">
              <a:extLst>
                <a:ext uri="{FF2B5EF4-FFF2-40B4-BE49-F238E27FC236}">
                  <a16:creationId xmlns:a16="http://schemas.microsoft.com/office/drawing/2014/main" xmlns="" id="{558CAE67-8DA8-6323-D4FE-9F8F20C7F0C8}"/>
                </a:ext>
              </a:extLst>
            </p:cNvPr>
            <p:cNvSpPr/>
            <p:nvPr/>
          </p:nvSpPr>
          <p:spPr>
            <a:xfrm>
              <a:off x="5170025" y="2357450"/>
              <a:ext cx="399300" cy="360500"/>
            </a:xfrm>
            <a:custGeom>
              <a:avLst/>
              <a:gdLst/>
              <a:ahLst/>
              <a:cxnLst/>
              <a:rect l="l" t="t" r="r" b="b"/>
              <a:pathLst>
                <a:path w="15972" h="14420" extrusionOk="0">
                  <a:moveTo>
                    <a:pt x="223" y="1"/>
                  </a:moveTo>
                  <a:lnTo>
                    <a:pt x="223" y="1"/>
                  </a:lnTo>
                  <a:cubicBezTo>
                    <a:pt x="223" y="1"/>
                    <a:pt x="260" y="7062"/>
                    <a:pt x="38" y="9502"/>
                  </a:cubicBezTo>
                  <a:cubicBezTo>
                    <a:pt x="38" y="9576"/>
                    <a:pt x="1" y="9650"/>
                    <a:pt x="1" y="9761"/>
                  </a:cubicBezTo>
                  <a:cubicBezTo>
                    <a:pt x="1590" y="11905"/>
                    <a:pt x="3920" y="14419"/>
                    <a:pt x="5990" y="14419"/>
                  </a:cubicBezTo>
                  <a:cubicBezTo>
                    <a:pt x="8023" y="14419"/>
                    <a:pt x="11868" y="12497"/>
                    <a:pt x="15011" y="10685"/>
                  </a:cubicBezTo>
                  <a:lnTo>
                    <a:pt x="15972" y="1849"/>
                  </a:lnTo>
                  <a:lnTo>
                    <a:pt x="22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131;p53">
              <a:extLst>
                <a:ext uri="{FF2B5EF4-FFF2-40B4-BE49-F238E27FC236}">
                  <a16:creationId xmlns:a16="http://schemas.microsoft.com/office/drawing/2014/main" xmlns="" id="{E05228F1-B203-2F67-927A-0B8991BE63B6}"/>
                </a:ext>
              </a:extLst>
            </p:cNvPr>
            <p:cNvSpPr/>
            <p:nvPr/>
          </p:nvSpPr>
          <p:spPr>
            <a:xfrm>
              <a:off x="5170025" y="2435100"/>
              <a:ext cx="386375" cy="282850"/>
            </a:xfrm>
            <a:custGeom>
              <a:avLst/>
              <a:gdLst/>
              <a:ahLst/>
              <a:cxnLst/>
              <a:rect l="l" t="t" r="r" b="b"/>
              <a:pathLst>
                <a:path w="15455" h="11314" extrusionOk="0">
                  <a:moveTo>
                    <a:pt x="223" y="0"/>
                  </a:moveTo>
                  <a:cubicBezTo>
                    <a:pt x="223" y="2219"/>
                    <a:pt x="149" y="5028"/>
                    <a:pt x="38" y="6396"/>
                  </a:cubicBezTo>
                  <a:cubicBezTo>
                    <a:pt x="38" y="6433"/>
                    <a:pt x="38" y="6433"/>
                    <a:pt x="38" y="6470"/>
                  </a:cubicBezTo>
                  <a:cubicBezTo>
                    <a:pt x="1" y="6507"/>
                    <a:pt x="1" y="6581"/>
                    <a:pt x="1" y="6655"/>
                  </a:cubicBezTo>
                  <a:cubicBezTo>
                    <a:pt x="1590" y="8799"/>
                    <a:pt x="3920" y="11313"/>
                    <a:pt x="5990" y="11313"/>
                  </a:cubicBezTo>
                  <a:cubicBezTo>
                    <a:pt x="8023" y="11313"/>
                    <a:pt x="11868" y="9391"/>
                    <a:pt x="15011" y="7579"/>
                  </a:cubicBezTo>
                  <a:lnTo>
                    <a:pt x="15454" y="3402"/>
                  </a:lnTo>
                  <a:lnTo>
                    <a:pt x="15454" y="3402"/>
                  </a:lnTo>
                  <a:cubicBezTo>
                    <a:pt x="12164" y="5805"/>
                    <a:pt x="8282" y="7986"/>
                    <a:pt x="6286" y="7986"/>
                  </a:cubicBezTo>
                  <a:cubicBezTo>
                    <a:pt x="6027" y="7986"/>
                    <a:pt x="5805" y="7949"/>
                    <a:pt x="5620" y="7838"/>
                  </a:cubicBezTo>
                  <a:cubicBezTo>
                    <a:pt x="4215" y="7284"/>
                    <a:pt x="2071" y="3808"/>
                    <a:pt x="2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132;p53">
              <a:extLst>
                <a:ext uri="{FF2B5EF4-FFF2-40B4-BE49-F238E27FC236}">
                  <a16:creationId xmlns:a16="http://schemas.microsoft.com/office/drawing/2014/main" xmlns="" id="{C4328613-10A5-E587-1C26-57FB75875540}"/>
                </a:ext>
              </a:extLst>
            </p:cNvPr>
            <p:cNvSpPr/>
            <p:nvPr/>
          </p:nvSpPr>
          <p:spPr>
            <a:xfrm>
              <a:off x="5155250" y="2349700"/>
              <a:ext cx="421475" cy="433875"/>
            </a:xfrm>
            <a:custGeom>
              <a:avLst/>
              <a:gdLst/>
              <a:ahLst/>
              <a:cxnLst/>
              <a:rect l="l" t="t" r="r" b="b"/>
              <a:pathLst>
                <a:path w="16859" h="17355" extrusionOk="0">
                  <a:moveTo>
                    <a:pt x="791" y="1"/>
                  </a:moveTo>
                  <a:cubicBezTo>
                    <a:pt x="737" y="1"/>
                    <a:pt x="683" y="35"/>
                    <a:pt x="629" y="89"/>
                  </a:cubicBezTo>
                  <a:cubicBezTo>
                    <a:pt x="555" y="126"/>
                    <a:pt x="518" y="200"/>
                    <a:pt x="518" y="311"/>
                  </a:cubicBezTo>
                  <a:cubicBezTo>
                    <a:pt x="518" y="311"/>
                    <a:pt x="518" y="496"/>
                    <a:pt x="518" y="865"/>
                  </a:cubicBezTo>
                  <a:cubicBezTo>
                    <a:pt x="518" y="2603"/>
                    <a:pt x="518" y="7816"/>
                    <a:pt x="296" y="9775"/>
                  </a:cubicBezTo>
                  <a:cubicBezTo>
                    <a:pt x="111" y="11883"/>
                    <a:pt x="0" y="17059"/>
                    <a:pt x="0" y="17059"/>
                  </a:cubicBezTo>
                  <a:cubicBezTo>
                    <a:pt x="0" y="17206"/>
                    <a:pt x="148" y="17354"/>
                    <a:pt x="296" y="17354"/>
                  </a:cubicBezTo>
                  <a:cubicBezTo>
                    <a:pt x="481" y="17354"/>
                    <a:pt x="629" y="17243"/>
                    <a:pt x="629" y="17059"/>
                  </a:cubicBezTo>
                  <a:cubicBezTo>
                    <a:pt x="629" y="17059"/>
                    <a:pt x="666" y="15765"/>
                    <a:pt x="703" y="14212"/>
                  </a:cubicBezTo>
                  <a:cubicBezTo>
                    <a:pt x="740" y="12659"/>
                    <a:pt x="814" y="10884"/>
                    <a:pt x="924" y="9849"/>
                  </a:cubicBezTo>
                  <a:cubicBezTo>
                    <a:pt x="1109" y="7816"/>
                    <a:pt x="1146" y="2603"/>
                    <a:pt x="1146" y="865"/>
                  </a:cubicBezTo>
                  <a:lnTo>
                    <a:pt x="1146" y="650"/>
                  </a:lnTo>
                  <a:lnTo>
                    <a:pt x="1146" y="650"/>
                  </a:lnTo>
                  <a:lnTo>
                    <a:pt x="16193" y="2418"/>
                  </a:lnTo>
                  <a:lnTo>
                    <a:pt x="14788" y="15802"/>
                  </a:lnTo>
                  <a:cubicBezTo>
                    <a:pt x="14788" y="15949"/>
                    <a:pt x="14899" y="16097"/>
                    <a:pt x="15084" y="16134"/>
                  </a:cubicBezTo>
                  <a:cubicBezTo>
                    <a:pt x="15232" y="16134"/>
                    <a:pt x="15380" y="16023"/>
                    <a:pt x="15417" y="15839"/>
                  </a:cubicBezTo>
                  <a:lnTo>
                    <a:pt x="16859" y="2196"/>
                  </a:lnTo>
                  <a:cubicBezTo>
                    <a:pt x="16859" y="2048"/>
                    <a:pt x="16748" y="1864"/>
                    <a:pt x="16600" y="1864"/>
                  </a:cubicBezTo>
                  <a:lnTo>
                    <a:pt x="851" y="15"/>
                  </a:lnTo>
                  <a:cubicBezTo>
                    <a:pt x="831" y="5"/>
                    <a:pt x="811" y="1"/>
                    <a:pt x="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133;p53">
              <a:extLst>
                <a:ext uri="{FF2B5EF4-FFF2-40B4-BE49-F238E27FC236}">
                  <a16:creationId xmlns:a16="http://schemas.microsoft.com/office/drawing/2014/main" xmlns="" id="{140FE008-858F-9B1A-C49B-FD9ACDD6F498}"/>
                </a:ext>
              </a:extLst>
            </p:cNvPr>
            <p:cNvSpPr/>
            <p:nvPr/>
          </p:nvSpPr>
          <p:spPr>
            <a:xfrm>
              <a:off x="5072050" y="1720650"/>
              <a:ext cx="755150" cy="913375"/>
            </a:xfrm>
            <a:custGeom>
              <a:avLst/>
              <a:gdLst/>
              <a:ahLst/>
              <a:cxnLst/>
              <a:rect l="l" t="t" r="r" b="b"/>
              <a:pathLst>
                <a:path w="30206" h="36535" extrusionOk="0">
                  <a:moveTo>
                    <a:pt x="2293" y="0"/>
                  </a:moveTo>
                  <a:cubicBezTo>
                    <a:pt x="2293" y="0"/>
                    <a:pt x="2034" y="1553"/>
                    <a:pt x="1701" y="3845"/>
                  </a:cubicBezTo>
                  <a:cubicBezTo>
                    <a:pt x="962" y="8651"/>
                    <a:pt x="1" y="16711"/>
                    <a:pt x="851" y="20075"/>
                  </a:cubicBezTo>
                  <a:cubicBezTo>
                    <a:pt x="2071" y="25066"/>
                    <a:pt x="7062" y="35381"/>
                    <a:pt x="9539" y="36416"/>
                  </a:cubicBezTo>
                  <a:cubicBezTo>
                    <a:pt x="9732" y="36497"/>
                    <a:pt x="9963" y="36535"/>
                    <a:pt x="10228" y="36535"/>
                  </a:cubicBezTo>
                  <a:cubicBezTo>
                    <a:pt x="13367" y="36535"/>
                    <a:pt x="21168" y="31189"/>
                    <a:pt x="24032" y="27950"/>
                  </a:cubicBezTo>
                  <a:cubicBezTo>
                    <a:pt x="27137" y="24438"/>
                    <a:pt x="30206" y="7875"/>
                    <a:pt x="30206" y="7875"/>
                  </a:cubicBezTo>
                  <a:lnTo>
                    <a:pt x="30206" y="7875"/>
                  </a:lnTo>
                  <a:lnTo>
                    <a:pt x="23810" y="8097"/>
                  </a:lnTo>
                  <a:lnTo>
                    <a:pt x="24032" y="4363"/>
                  </a:lnTo>
                  <a:lnTo>
                    <a:pt x="22775" y="7875"/>
                  </a:lnTo>
                  <a:lnTo>
                    <a:pt x="12645" y="6211"/>
                  </a:lnTo>
                  <a:lnTo>
                    <a:pt x="13051" y="2292"/>
                  </a:lnTo>
                  <a:lnTo>
                    <a:pt x="10759" y="6026"/>
                  </a:lnTo>
                  <a:lnTo>
                    <a:pt x="3957" y="4141"/>
                  </a:lnTo>
                  <a:lnTo>
                    <a:pt x="3957" y="850"/>
                  </a:lnTo>
                  <a:lnTo>
                    <a:pt x="2515" y="4141"/>
                  </a:lnTo>
                  <a:lnTo>
                    <a:pt x="22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134;p53">
              <a:extLst>
                <a:ext uri="{FF2B5EF4-FFF2-40B4-BE49-F238E27FC236}">
                  <a16:creationId xmlns:a16="http://schemas.microsoft.com/office/drawing/2014/main" xmlns="" id="{81E841B8-3EB7-4737-26CD-A5DB6E3A8129}"/>
                </a:ext>
              </a:extLst>
            </p:cNvPr>
            <p:cNvSpPr/>
            <p:nvPr/>
          </p:nvSpPr>
          <p:spPr>
            <a:xfrm>
              <a:off x="5108100" y="1720650"/>
              <a:ext cx="719100" cy="278650"/>
            </a:xfrm>
            <a:custGeom>
              <a:avLst/>
              <a:gdLst/>
              <a:ahLst/>
              <a:cxnLst/>
              <a:rect l="l" t="t" r="r" b="b"/>
              <a:pathLst>
                <a:path w="28764" h="11146" extrusionOk="0">
                  <a:moveTo>
                    <a:pt x="851" y="0"/>
                  </a:moveTo>
                  <a:cubicBezTo>
                    <a:pt x="851" y="0"/>
                    <a:pt x="592" y="1553"/>
                    <a:pt x="259" y="3845"/>
                  </a:cubicBezTo>
                  <a:cubicBezTo>
                    <a:pt x="149" y="4400"/>
                    <a:pt x="75" y="4991"/>
                    <a:pt x="1" y="5620"/>
                  </a:cubicBezTo>
                  <a:cubicBezTo>
                    <a:pt x="2289" y="6883"/>
                    <a:pt x="11236" y="11145"/>
                    <a:pt x="24713" y="11145"/>
                  </a:cubicBezTo>
                  <a:cubicBezTo>
                    <a:pt x="25824" y="11145"/>
                    <a:pt x="26965" y="11116"/>
                    <a:pt x="28135" y="11054"/>
                  </a:cubicBezTo>
                  <a:cubicBezTo>
                    <a:pt x="28542" y="9132"/>
                    <a:pt x="28764" y="7875"/>
                    <a:pt x="28764" y="7875"/>
                  </a:cubicBezTo>
                  <a:lnTo>
                    <a:pt x="28764" y="7875"/>
                  </a:lnTo>
                  <a:lnTo>
                    <a:pt x="22368" y="8097"/>
                  </a:lnTo>
                  <a:lnTo>
                    <a:pt x="22590" y="4363"/>
                  </a:lnTo>
                  <a:lnTo>
                    <a:pt x="21333" y="7875"/>
                  </a:lnTo>
                  <a:lnTo>
                    <a:pt x="11203" y="6211"/>
                  </a:lnTo>
                  <a:lnTo>
                    <a:pt x="11609" y="2292"/>
                  </a:lnTo>
                  <a:lnTo>
                    <a:pt x="9317" y="6026"/>
                  </a:lnTo>
                  <a:lnTo>
                    <a:pt x="2515" y="4141"/>
                  </a:lnTo>
                  <a:lnTo>
                    <a:pt x="2515" y="850"/>
                  </a:lnTo>
                  <a:lnTo>
                    <a:pt x="1073" y="4141"/>
                  </a:lnTo>
                  <a:lnTo>
                    <a:pt x="8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135;p53">
              <a:extLst>
                <a:ext uri="{FF2B5EF4-FFF2-40B4-BE49-F238E27FC236}">
                  <a16:creationId xmlns:a16="http://schemas.microsoft.com/office/drawing/2014/main" xmlns="" id="{E87D217D-97E2-17E7-E9DE-3D87A757217E}"/>
                </a:ext>
              </a:extLst>
            </p:cNvPr>
            <p:cNvSpPr/>
            <p:nvPr/>
          </p:nvSpPr>
          <p:spPr>
            <a:xfrm>
              <a:off x="5118275" y="1741900"/>
              <a:ext cx="705225" cy="256975"/>
            </a:xfrm>
            <a:custGeom>
              <a:avLst/>
              <a:gdLst/>
              <a:ahLst/>
              <a:cxnLst/>
              <a:rect l="l" t="t" r="r" b="b"/>
              <a:pathLst>
                <a:path w="28209" h="10279" extrusionOk="0">
                  <a:moveTo>
                    <a:pt x="2108" y="0"/>
                  </a:moveTo>
                  <a:lnTo>
                    <a:pt x="666" y="3291"/>
                  </a:lnTo>
                  <a:lnTo>
                    <a:pt x="518" y="851"/>
                  </a:lnTo>
                  <a:cubicBezTo>
                    <a:pt x="370" y="2219"/>
                    <a:pt x="185" y="3623"/>
                    <a:pt x="0" y="4991"/>
                  </a:cubicBezTo>
                  <a:cubicBezTo>
                    <a:pt x="2847" y="6470"/>
                    <a:pt x="11535" y="10278"/>
                    <a:pt x="24253" y="10278"/>
                  </a:cubicBezTo>
                  <a:cubicBezTo>
                    <a:pt x="25214" y="10278"/>
                    <a:pt x="26213" y="10278"/>
                    <a:pt x="27211" y="10204"/>
                  </a:cubicBezTo>
                  <a:cubicBezTo>
                    <a:pt x="27580" y="9021"/>
                    <a:pt x="27913" y="7949"/>
                    <a:pt x="28209" y="7025"/>
                  </a:cubicBezTo>
                  <a:lnTo>
                    <a:pt x="28209" y="7025"/>
                  </a:lnTo>
                  <a:lnTo>
                    <a:pt x="21961" y="7247"/>
                  </a:lnTo>
                  <a:lnTo>
                    <a:pt x="22183" y="3513"/>
                  </a:lnTo>
                  <a:lnTo>
                    <a:pt x="20926" y="7025"/>
                  </a:lnTo>
                  <a:lnTo>
                    <a:pt x="10796" y="5361"/>
                  </a:lnTo>
                  <a:lnTo>
                    <a:pt x="11202" y="1442"/>
                  </a:lnTo>
                  <a:lnTo>
                    <a:pt x="8910" y="5176"/>
                  </a:lnTo>
                  <a:lnTo>
                    <a:pt x="2108" y="3291"/>
                  </a:lnTo>
                  <a:lnTo>
                    <a:pt x="21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136;p53">
              <a:extLst>
                <a:ext uri="{FF2B5EF4-FFF2-40B4-BE49-F238E27FC236}">
                  <a16:creationId xmlns:a16="http://schemas.microsoft.com/office/drawing/2014/main" xmlns="" id="{3DB6B0FB-E877-6427-C1FA-0C563B903954}"/>
                </a:ext>
              </a:extLst>
            </p:cNvPr>
            <p:cNvSpPr/>
            <p:nvPr/>
          </p:nvSpPr>
          <p:spPr>
            <a:xfrm>
              <a:off x="5077600" y="1713250"/>
              <a:ext cx="757925" cy="928900"/>
            </a:xfrm>
            <a:custGeom>
              <a:avLst/>
              <a:gdLst/>
              <a:ahLst/>
              <a:cxnLst/>
              <a:rect l="l" t="t" r="r" b="b"/>
              <a:pathLst>
                <a:path w="30317" h="37156" extrusionOk="0">
                  <a:moveTo>
                    <a:pt x="3402" y="2625"/>
                  </a:moveTo>
                  <a:lnTo>
                    <a:pt x="3402" y="4437"/>
                  </a:lnTo>
                  <a:cubicBezTo>
                    <a:pt x="3402" y="4585"/>
                    <a:pt x="3513" y="4696"/>
                    <a:pt x="3661" y="4733"/>
                  </a:cubicBezTo>
                  <a:lnTo>
                    <a:pt x="10463" y="6618"/>
                  </a:lnTo>
                  <a:cubicBezTo>
                    <a:pt x="10490" y="6625"/>
                    <a:pt x="10516" y="6628"/>
                    <a:pt x="10542" y="6628"/>
                  </a:cubicBezTo>
                  <a:cubicBezTo>
                    <a:pt x="10661" y="6628"/>
                    <a:pt x="10772" y="6561"/>
                    <a:pt x="10833" y="6470"/>
                  </a:cubicBezTo>
                  <a:lnTo>
                    <a:pt x="12386" y="3919"/>
                  </a:lnTo>
                  <a:lnTo>
                    <a:pt x="12090" y="6470"/>
                  </a:lnTo>
                  <a:cubicBezTo>
                    <a:pt x="12090" y="6655"/>
                    <a:pt x="12201" y="6803"/>
                    <a:pt x="12349" y="6840"/>
                  </a:cubicBezTo>
                  <a:lnTo>
                    <a:pt x="22516" y="8467"/>
                  </a:lnTo>
                  <a:cubicBezTo>
                    <a:pt x="22541" y="8473"/>
                    <a:pt x="22566" y="8476"/>
                    <a:pt x="22591" y="8476"/>
                  </a:cubicBezTo>
                  <a:cubicBezTo>
                    <a:pt x="22711" y="8476"/>
                    <a:pt x="22818" y="8404"/>
                    <a:pt x="22848" y="8282"/>
                  </a:cubicBezTo>
                  <a:lnTo>
                    <a:pt x="23366" y="6803"/>
                  </a:lnTo>
                  <a:lnTo>
                    <a:pt x="23292" y="8356"/>
                  </a:lnTo>
                  <a:cubicBezTo>
                    <a:pt x="23292" y="8467"/>
                    <a:pt x="23292" y="8540"/>
                    <a:pt x="23366" y="8614"/>
                  </a:cubicBezTo>
                  <a:cubicBezTo>
                    <a:pt x="23440" y="8651"/>
                    <a:pt x="23514" y="8688"/>
                    <a:pt x="23588" y="8688"/>
                  </a:cubicBezTo>
                  <a:lnTo>
                    <a:pt x="29635" y="8480"/>
                  </a:lnTo>
                  <a:lnTo>
                    <a:pt x="29635" y="8480"/>
                  </a:lnTo>
                  <a:cubicBezTo>
                    <a:pt x="29619" y="8580"/>
                    <a:pt x="29600" y="8699"/>
                    <a:pt x="29577" y="8836"/>
                  </a:cubicBezTo>
                  <a:cubicBezTo>
                    <a:pt x="29244" y="10426"/>
                    <a:pt x="28394" y="14493"/>
                    <a:pt x="27322" y="18523"/>
                  </a:cubicBezTo>
                  <a:cubicBezTo>
                    <a:pt x="26767" y="20556"/>
                    <a:pt x="26139" y="22589"/>
                    <a:pt x="25510" y="24253"/>
                  </a:cubicBezTo>
                  <a:cubicBezTo>
                    <a:pt x="24882" y="25954"/>
                    <a:pt x="24179" y="27322"/>
                    <a:pt x="23551" y="28024"/>
                  </a:cubicBezTo>
                  <a:cubicBezTo>
                    <a:pt x="22183" y="29614"/>
                    <a:pt x="19521" y="31758"/>
                    <a:pt x="16822" y="33496"/>
                  </a:cubicBezTo>
                  <a:cubicBezTo>
                    <a:pt x="15491" y="34383"/>
                    <a:pt x="14160" y="35122"/>
                    <a:pt x="12940" y="35677"/>
                  </a:cubicBezTo>
                  <a:cubicBezTo>
                    <a:pt x="11757" y="36232"/>
                    <a:pt x="10685" y="36527"/>
                    <a:pt x="9983" y="36527"/>
                  </a:cubicBezTo>
                  <a:cubicBezTo>
                    <a:pt x="9761" y="36527"/>
                    <a:pt x="9576" y="36490"/>
                    <a:pt x="9428" y="36453"/>
                  </a:cubicBezTo>
                  <a:cubicBezTo>
                    <a:pt x="9169" y="36342"/>
                    <a:pt x="8874" y="36084"/>
                    <a:pt x="8504" y="35714"/>
                  </a:cubicBezTo>
                  <a:cubicBezTo>
                    <a:pt x="7247" y="34383"/>
                    <a:pt x="5583" y="31610"/>
                    <a:pt x="4141" y="28616"/>
                  </a:cubicBezTo>
                  <a:cubicBezTo>
                    <a:pt x="2700" y="25621"/>
                    <a:pt x="1443" y="22441"/>
                    <a:pt x="925" y="20297"/>
                  </a:cubicBezTo>
                  <a:cubicBezTo>
                    <a:pt x="703" y="19410"/>
                    <a:pt x="592" y="18153"/>
                    <a:pt x="592" y="16674"/>
                  </a:cubicBezTo>
                  <a:cubicBezTo>
                    <a:pt x="592" y="12829"/>
                    <a:pt x="1258" y="7653"/>
                    <a:pt x="1775" y="4178"/>
                  </a:cubicBezTo>
                  <a:cubicBezTo>
                    <a:pt x="1819" y="3842"/>
                    <a:pt x="1862" y="3523"/>
                    <a:pt x="1904" y="3222"/>
                  </a:cubicBezTo>
                  <a:lnTo>
                    <a:pt x="1904" y="3222"/>
                  </a:lnTo>
                  <a:lnTo>
                    <a:pt x="1960" y="4474"/>
                  </a:lnTo>
                  <a:cubicBezTo>
                    <a:pt x="1960" y="4622"/>
                    <a:pt x="2071" y="4733"/>
                    <a:pt x="2219" y="4769"/>
                  </a:cubicBezTo>
                  <a:cubicBezTo>
                    <a:pt x="2367" y="4769"/>
                    <a:pt x="2515" y="4696"/>
                    <a:pt x="2552" y="4585"/>
                  </a:cubicBezTo>
                  <a:lnTo>
                    <a:pt x="3402" y="2625"/>
                  </a:lnTo>
                  <a:close/>
                  <a:moveTo>
                    <a:pt x="2071" y="0"/>
                  </a:moveTo>
                  <a:cubicBezTo>
                    <a:pt x="1923" y="0"/>
                    <a:pt x="1812" y="111"/>
                    <a:pt x="1775" y="259"/>
                  </a:cubicBezTo>
                  <a:cubicBezTo>
                    <a:pt x="1775" y="259"/>
                    <a:pt x="1479" y="1812"/>
                    <a:pt x="1147" y="4067"/>
                  </a:cubicBezTo>
                  <a:cubicBezTo>
                    <a:pt x="629" y="7579"/>
                    <a:pt x="1" y="12755"/>
                    <a:pt x="1" y="16674"/>
                  </a:cubicBezTo>
                  <a:cubicBezTo>
                    <a:pt x="1" y="18190"/>
                    <a:pt x="75" y="19484"/>
                    <a:pt x="333" y="20445"/>
                  </a:cubicBezTo>
                  <a:cubicBezTo>
                    <a:pt x="962" y="22996"/>
                    <a:pt x="2515" y="26804"/>
                    <a:pt x="4215" y="30168"/>
                  </a:cubicBezTo>
                  <a:cubicBezTo>
                    <a:pt x="5103" y="31832"/>
                    <a:pt x="5990" y="33385"/>
                    <a:pt x="6840" y="34605"/>
                  </a:cubicBezTo>
                  <a:cubicBezTo>
                    <a:pt x="7247" y="35233"/>
                    <a:pt x="7654" y="35751"/>
                    <a:pt x="8060" y="36158"/>
                  </a:cubicBezTo>
                  <a:cubicBezTo>
                    <a:pt x="8430" y="36564"/>
                    <a:pt x="8800" y="36860"/>
                    <a:pt x="9206" y="37008"/>
                  </a:cubicBezTo>
                  <a:cubicBezTo>
                    <a:pt x="9428" y="37119"/>
                    <a:pt x="9724" y="37156"/>
                    <a:pt x="9983" y="37156"/>
                  </a:cubicBezTo>
                  <a:cubicBezTo>
                    <a:pt x="10870" y="37156"/>
                    <a:pt x="11979" y="36786"/>
                    <a:pt x="13199" y="36232"/>
                  </a:cubicBezTo>
                  <a:cubicBezTo>
                    <a:pt x="16896" y="34531"/>
                    <a:pt x="21813" y="30945"/>
                    <a:pt x="24032" y="28431"/>
                  </a:cubicBezTo>
                  <a:cubicBezTo>
                    <a:pt x="24845" y="27506"/>
                    <a:pt x="25621" y="25806"/>
                    <a:pt x="26361" y="23735"/>
                  </a:cubicBezTo>
                  <a:cubicBezTo>
                    <a:pt x="28542" y="17561"/>
                    <a:pt x="30317" y="8245"/>
                    <a:pt x="30317" y="8245"/>
                  </a:cubicBezTo>
                  <a:cubicBezTo>
                    <a:pt x="30317" y="8134"/>
                    <a:pt x="30280" y="8060"/>
                    <a:pt x="30243" y="7986"/>
                  </a:cubicBezTo>
                  <a:cubicBezTo>
                    <a:pt x="30169" y="7912"/>
                    <a:pt x="30095" y="7875"/>
                    <a:pt x="29984" y="7875"/>
                  </a:cubicBezTo>
                  <a:lnTo>
                    <a:pt x="23921" y="8060"/>
                  </a:lnTo>
                  <a:lnTo>
                    <a:pt x="24105" y="4659"/>
                  </a:lnTo>
                  <a:cubicBezTo>
                    <a:pt x="24105" y="4511"/>
                    <a:pt x="23995" y="4400"/>
                    <a:pt x="23847" y="4363"/>
                  </a:cubicBezTo>
                  <a:cubicBezTo>
                    <a:pt x="23821" y="4356"/>
                    <a:pt x="23796" y="4353"/>
                    <a:pt x="23771" y="4353"/>
                  </a:cubicBezTo>
                  <a:cubicBezTo>
                    <a:pt x="23651" y="4353"/>
                    <a:pt x="23545" y="4425"/>
                    <a:pt x="23514" y="4548"/>
                  </a:cubicBezTo>
                  <a:lnTo>
                    <a:pt x="22331" y="7838"/>
                  </a:lnTo>
                  <a:lnTo>
                    <a:pt x="12756" y="6248"/>
                  </a:lnTo>
                  <a:lnTo>
                    <a:pt x="13125" y="2625"/>
                  </a:lnTo>
                  <a:cubicBezTo>
                    <a:pt x="13162" y="2477"/>
                    <a:pt x="13051" y="2329"/>
                    <a:pt x="12940" y="2292"/>
                  </a:cubicBezTo>
                  <a:cubicBezTo>
                    <a:pt x="12905" y="2284"/>
                    <a:pt x="12871" y="2279"/>
                    <a:pt x="12837" y="2279"/>
                  </a:cubicBezTo>
                  <a:cubicBezTo>
                    <a:pt x="12727" y="2279"/>
                    <a:pt x="12627" y="2327"/>
                    <a:pt x="12571" y="2440"/>
                  </a:cubicBezTo>
                  <a:lnTo>
                    <a:pt x="10426" y="5953"/>
                  </a:lnTo>
                  <a:lnTo>
                    <a:pt x="4030" y="4215"/>
                  </a:lnTo>
                  <a:lnTo>
                    <a:pt x="4030" y="1146"/>
                  </a:lnTo>
                  <a:cubicBezTo>
                    <a:pt x="4030" y="998"/>
                    <a:pt x="3920" y="851"/>
                    <a:pt x="3772" y="851"/>
                  </a:cubicBezTo>
                  <a:cubicBezTo>
                    <a:pt x="3752" y="844"/>
                    <a:pt x="3731" y="841"/>
                    <a:pt x="3710" y="841"/>
                  </a:cubicBezTo>
                  <a:cubicBezTo>
                    <a:pt x="3611" y="841"/>
                    <a:pt x="3500" y="907"/>
                    <a:pt x="3439" y="998"/>
                  </a:cubicBezTo>
                  <a:lnTo>
                    <a:pt x="2515" y="3143"/>
                  </a:lnTo>
                  <a:lnTo>
                    <a:pt x="2367" y="296"/>
                  </a:lnTo>
                  <a:cubicBezTo>
                    <a:pt x="2367" y="148"/>
                    <a:pt x="2256" y="0"/>
                    <a:pt x="20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137;p53">
              <a:extLst>
                <a:ext uri="{FF2B5EF4-FFF2-40B4-BE49-F238E27FC236}">
                  <a16:creationId xmlns:a16="http://schemas.microsoft.com/office/drawing/2014/main" xmlns="" id="{BBA68A49-5331-2498-77BB-A750986770F1}"/>
                </a:ext>
              </a:extLst>
            </p:cNvPr>
            <p:cNvSpPr/>
            <p:nvPr/>
          </p:nvSpPr>
          <p:spPr>
            <a:xfrm>
              <a:off x="5244900" y="1952525"/>
              <a:ext cx="58250" cy="99150"/>
            </a:xfrm>
            <a:custGeom>
              <a:avLst/>
              <a:gdLst/>
              <a:ahLst/>
              <a:cxnLst/>
              <a:rect l="l" t="t" r="r" b="b"/>
              <a:pathLst>
                <a:path w="2330" h="3966" extrusionOk="0">
                  <a:moveTo>
                    <a:pt x="1335" y="0"/>
                  </a:moveTo>
                  <a:cubicBezTo>
                    <a:pt x="801" y="0"/>
                    <a:pt x="253" y="791"/>
                    <a:pt x="111" y="1853"/>
                  </a:cubicBezTo>
                  <a:cubicBezTo>
                    <a:pt x="0" y="2962"/>
                    <a:pt x="333" y="3887"/>
                    <a:pt x="888" y="3961"/>
                  </a:cubicBezTo>
                  <a:cubicBezTo>
                    <a:pt x="913" y="3964"/>
                    <a:pt x="938" y="3965"/>
                    <a:pt x="962" y="3965"/>
                  </a:cubicBezTo>
                  <a:cubicBezTo>
                    <a:pt x="1525" y="3965"/>
                    <a:pt x="2040" y="3174"/>
                    <a:pt x="2182" y="2112"/>
                  </a:cubicBezTo>
                  <a:cubicBezTo>
                    <a:pt x="2329" y="1040"/>
                    <a:pt x="1960" y="79"/>
                    <a:pt x="1405" y="5"/>
                  </a:cubicBezTo>
                  <a:cubicBezTo>
                    <a:pt x="1382" y="2"/>
                    <a:pt x="1358" y="0"/>
                    <a:pt x="1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138;p53">
              <a:extLst>
                <a:ext uri="{FF2B5EF4-FFF2-40B4-BE49-F238E27FC236}">
                  <a16:creationId xmlns:a16="http://schemas.microsoft.com/office/drawing/2014/main" xmlns="" id="{357F3753-DF86-3CFC-E828-BB0DA6FF11DA}"/>
                </a:ext>
              </a:extLst>
            </p:cNvPr>
            <p:cNvSpPr/>
            <p:nvPr/>
          </p:nvSpPr>
          <p:spPr>
            <a:xfrm>
              <a:off x="5536975" y="2026450"/>
              <a:ext cx="58250" cy="99150"/>
            </a:xfrm>
            <a:custGeom>
              <a:avLst/>
              <a:gdLst/>
              <a:ahLst/>
              <a:cxnLst/>
              <a:rect l="l" t="t" r="r" b="b"/>
              <a:pathLst>
                <a:path w="2330" h="3966" extrusionOk="0">
                  <a:moveTo>
                    <a:pt x="1337" y="1"/>
                  </a:moveTo>
                  <a:cubicBezTo>
                    <a:pt x="803" y="1"/>
                    <a:pt x="253" y="825"/>
                    <a:pt x="111" y="1854"/>
                  </a:cubicBezTo>
                  <a:cubicBezTo>
                    <a:pt x="0" y="2963"/>
                    <a:pt x="333" y="3887"/>
                    <a:pt x="887" y="3961"/>
                  </a:cubicBezTo>
                  <a:cubicBezTo>
                    <a:pt x="912" y="3964"/>
                    <a:pt x="937" y="3966"/>
                    <a:pt x="962" y="3966"/>
                  </a:cubicBezTo>
                  <a:cubicBezTo>
                    <a:pt x="1525" y="3966"/>
                    <a:pt x="2040" y="3175"/>
                    <a:pt x="2181" y="2113"/>
                  </a:cubicBezTo>
                  <a:cubicBezTo>
                    <a:pt x="2329" y="1041"/>
                    <a:pt x="1959" y="79"/>
                    <a:pt x="1405" y="5"/>
                  </a:cubicBezTo>
                  <a:cubicBezTo>
                    <a:pt x="1382" y="2"/>
                    <a:pt x="1360" y="1"/>
                    <a:pt x="13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139;p53">
              <a:extLst>
                <a:ext uri="{FF2B5EF4-FFF2-40B4-BE49-F238E27FC236}">
                  <a16:creationId xmlns:a16="http://schemas.microsoft.com/office/drawing/2014/main" xmlns="" id="{84518810-59B9-4A48-B511-45E32277676B}"/>
                </a:ext>
              </a:extLst>
            </p:cNvPr>
            <p:cNvSpPr/>
            <p:nvPr/>
          </p:nvSpPr>
          <p:spPr>
            <a:xfrm>
              <a:off x="5310525" y="1973900"/>
              <a:ext cx="115550" cy="226450"/>
            </a:xfrm>
            <a:custGeom>
              <a:avLst/>
              <a:gdLst/>
              <a:ahLst/>
              <a:cxnLst/>
              <a:rect l="l" t="t" r="r" b="b"/>
              <a:pathLst>
                <a:path w="4622" h="9058" extrusionOk="0">
                  <a:moveTo>
                    <a:pt x="4326" y="0"/>
                  </a:moveTo>
                  <a:cubicBezTo>
                    <a:pt x="4141" y="0"/>
                    <a:pt x="3993" y="111"/>
                    <a:pt x="3993" y="296"/>
                  </a:cubicBezTo>
                  <a:cubicBezTo>
                    <a:pt x="3993" y="296"/>
                    <a:pt x="3993" y="333"/>
                    <a:pt x="3993" y="444"/>
                  </a:cubicBezTo>
                  <a:cubicBezTo>
                    <a:pt x="3956" y="739"/>
                    <a:pt x="3845" y="1516"/>
                    <a:pt x="3660" y="2292"/>
                  </a:cubicBezTo>
                  <a:cubicBezTo>
                    <a:pt x="3586" y="2699"/>
                    <a:pt x="3475" y="3106"/>
                    <a:pt x="3328" y="3401"/>
                  </a:cubicBezTo>
                  <a:cubicBezTo>
                    <a:pt x="3217" y="3734"/>
                    <a:pt x="3032" y="3956"/>
                    <a:pt x="2921" y="4067"/>
                  </a:cubicBezTo>
                  <a:cubicBezTo>
                    <a:pt x="2477" y="4436"/>
                    <a:pt x="1775" y="4917"/>
                    <a:pt x="1183" y="5398"/>
                  </a:cubicBezTo>
                  <a:cubicBezTo>
                    <a:pt x="888" y="5657"/>
                    <a:pt x="592" y="5915"/>
                    <a:pt x="370" y="6137"/>
                  </a:cubicBezTo>
                  <a:cubicBezTo>
                    <a:pt x="185" y="6396"/>
                    <a:pt x="0" y="6655"/>
                    <a:pt x="0" y="6987"/>
                  </a:cubicBezTo>
                  <a:cubicBezTo>
                    <a:pt x="0" y="7468"/>
                    <a:pt x="296" y="7949"/>
                    <a:pt x="814" y="8355"/>
                  </a:cubicBezTo>
                  <a:cubicBezTo>
                    <a:pt x="1331" y="8762"/>
                    <a:pt x="2071" y="9058"/>
                    <a:pt x="3069" y="9058"/>
                  </a:cubicBezTo>
                  <a:lnTo>
                    <a:pt x="3439" y="9058"/>
                  </a:lnTo>
                  <a:cubicBezTo>
                    <a:pt x="3586" y="9058"/>
                    <a:pt x="3734" y="8910"/>
                    <a:pt x="3734" y="8725"/>
                  </a:cubicBezTo>
                  <a:cubicBezTo>
                    <a:pt x="3697" y="8540"/>
                    <a:pt x="3549" y="8429"/>
                    <a:pt x="3402" y="8429"/>
                  </a:cubicBezTo>
                  <a:cubicBezTo>
                    <a:pt x="3291" y="8466"/>
                    <a:pt x="3180" y="8466"/>
                    <a:pt x="3069" y="8466"/>
                  </a:cubicBezTo>
                  <a:cubicBezTo>
                    <a:pt x="2218" y="8466"/>
                    <a:pt x="1590" y="8208"/>
                    <a:pt x="1183" y="7875"/>
                  </a:cubicBezTo>
                  <a:cubicBezTo>
                    <a:pt x="777" y="7579"/>
                    <a:pt x="592" y="7172"/>
                    <a:pt x="629" y="6987"/>
                  </a:cubicBezTo>
                  <a:cubicBezTo>
                    <a:pt x="592" y="6914"/>
                    <a:pt x="666" y="6766"/>
                    <a:pt x="851" y="6544"/>
                  </a:cubicBezTo>
                  <a:cubicBezTo>
                    <a:pt x="1109" y="6248"/>
                    <a:pt x="1553" y="5878"/>
                    <a:pt x="2034" y="5546"/>
                  </a:cubicBezTo>
                  <a:cubicBezTo>
                    <a:pt x="2477" y="5176"/>
                    <a:pt x="2958" y="4843"/>
                    <a:pt x="3328" y="4547"/>
                  </a:cubicBezTo>
                  <a:cubicBezTo>
                    <a:pt x="3623" y="4289"/>
                    <a:pt x="3808" y="3919"/>
                    <a:pt x="3956" y="3475"/>
                  </a:cubicBezTo>
                  <a:cubicBezTo>
                    <a:pt x="4437" y="2181"/>
                    <a:pt x="4585" y="370"/>
                    <a:pt x="4622" y="333"/>
                  </a:cubicBezTo>
                  <a:cubicBezTo>
                    <a:pt x="4622" y="185"/>
                    <a:pt x="4511" y="37"/>
                    <a:pt x="4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140;p53">
              <a:extLst>
                <a:ext uri="{FF2B5EF4-FFF2-40B4-BE49-F238E27FC236}">
                  <a16:creationId xmlns:a16="http://schemas.microsoft.com/office/drawing/2014/main" xmlns="" id="{89FC774A-A611-7821-BA2D-BCD999FB238C}"/>
                </a:ext>
              </a:extLst>
            </p:cNvPr>
            <p:cNvSpPr/>
            <p:nvPr/>
          </p:nvSpPr>
          <p:spPr>
            <a:xfrm>
              <a:off x="5280025" y="2266300"/>
              <a:ext cx="187650" cy="53300"/>
            </a:xfrm>
            <a:custGeom>
              <a:avLst/>
              <a:gdLst/>
              <a:ahLst/>
              <a:cxnLst/>
              <a:rect l="l" t="t" r="r" b="b"/>
              <a:pathLst>
                <a:path w="7506" h="2132" extrusionOk="0">
                  <a:moveTo>
                    <a:pt x="330" y="0"/>
                  </a:moveTo>
                  <a:cubicBezTo>
                    <a:pt x="257" y="0"/>
                    <a:pt x="180" y="29"/>
                    <a:pt x="111" y="98"/>
                  </a:cubicBezTo>
                  <a:cubicBezTo>
                    <a:pt x="0" y="209"/>
                    <a:pt x="0" y="393"/>
                    <a:pt x="111" y="504"/>
                  </a:cubicBezTo>
                  <a:cubicBezTo>
                    <a:pt x="148" y="541"/>
                    <a:pt x="518" y="911"/>
                    <a:pt x="1183" y="1318"/>
                  </a:cubicBezTo>
                  <a:cubicBezTo>
                    <a:pt x="1886" y="1724"/>
                    <a:pt x="2884" y="2131"/>
                    <a:pt x="4141" y="2131"/>
                  </a:cubicBezTo>
                  <a:cubicBezTo>
                    <a:pt x="5065" y="2131"/>
                    <a:pt x="6137" y="1909"/>
                    <a:pt x="7283" y="1318"/>
                  </a:cubicBezTo>
                  <a:cubicBezTo>
                    <a:pt x="7431" y="1244"/>
                    <a:pt x="7505" y="1059"/>
                    <a:pt x="7431" y="911"/>
                  </a:cubicBezTo>
                  <a:cubicBezTo>
                    <a:pt x="7377" y="803"/>
                    <a:pt x="7264" y="734"/>
                    <a:pt x="7149" y="734"/>
                  </a:cubicBezTo>
                  <a:cubicBezTo>
                    <a:pt x="7107" y="734"/>
                    <a:pt x="7064" y="743"/>
                    <a:pt x="7025" y="763"/>
                  </a:cubicBezTo>
                  <a:cubicBezTo>
                    <a:pt x="5916" y="1318"/>
                    <a:pt x="4954" y="1503"/>
                    <a:pt x="4141" y="1503"/>
                  </a:cubicBezTo>
                  <a:cubicBezTo>
                    <a:pt x="3032" y="1503"/>
                    <a:pt x="2108" y="1133"/>
                    <a:pt x="1516" y="800"/>
                  </a:cubicBezTo>
                  <a:cubicBezTo>
                    <a:pt x="1183" y="615"/>
                    <a:pt x="961" y="430"/>
                    <a:pt x="814" y="319"/>
                  </a:cubicBezTo>
                  <a:cubicBezTo>
                    <a:pt x="703" y="246"/>
                    <a:pt x="666" y="172"/>
                    <a:pt x="629" y="135"/>
                  </a:cubicBezTo>
                  <a:lnTo>
                    <a:pt x="592" y="98"/>
                  </a:lnTo>
                  <a:lnTo>
                    <a:pt x="555" y="98"/>
                  </a:lnTo>
                  <a:cubicBezTo>
                    <a:pt x="495" y="38"/>
                    <a:pt x="415" y="0"/>
                    <a:pt x="3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141;p53">
              <a:extLst>
                <a:ext uri="{FF2B5EF4-FFF2-40B4-BE49-F238E27FC236}">
                  <a16:creationId xmlns:a16="http://schemas.microsoft.com/office/drawing/2014/main" xmlns="" id="{29ED684A-995D-FDF3-E250-A809D744E368}"/>
                </a:ext>
              </a:extLst>
            </p:cNvPr>
            <p:cNvSpPr/>
            <p:nvPr/>
          </p:nvSpPr>
          <p:spPr>
            <a:xfrm>
              <a:off x="5198675" y="1847275"/>
              <a:ext cx="183950" cy="47850"/>
            </a:xfrm>
            <a:custGeom>
              <a:avLst/>
              <a:gdLst/>
              <a:ahLst/>
              <a:cxnLst/>
              <a:rect l="l" t="t" r="r" b="b"/>
              <a:pathLst>
                <a:path w="7358" h="1914" extrusionOk="0">
                  <a:moveTo>
                    <a:pt x="3180" y="0"/>
                  </a:moveTo>
                  <a:cubicBezTo>
                    <a:pt x="1369" y="0"/>
                    <a:pt x="186" y="850"/>
                    <a:pt x="149" y="850"/>
                  </a:cubicBezTo>
                  <a:cubicBezTo>
                    <a:pt x="38" y="961"/>
                    <a:pt x="1" y="1146"/>
                    <a:pt x="75" y="1294"/>
                  </a:cubicBezTo>
                  <a:cubicBezTo>
                    <a:pt x="140" y="1381"/>
                    <a:pt x="230" y="1416"/>
                    <a:pt x="323" y="1416"/>
                  </a:cubicBezTo>
                  <a:cubicBezTo>
                    <a:pt x="390" y="1416"/>
                    <a:pt x="457" y="1399"/>
                    <a:pt x="518" y="1368"/>
                  </a:cubicBezTo>
                  <a:cubicBezTo>
                    <a:pt x="629" y="1294"/>
                    <a:pt x="1664" y="592"/>
                    <a:pt x="3180" y="592"/>
                  </a:cubicBezTo>
                  <a:cubicBezTo>
                    <a:pt x="4215" y="592"/>
                    <a:pt x="5435" y="887"/>
                    <a:pt x="6803" y="1849"/>
                  </a:cubicBezTo>
                  <a:cubicBezTo>
                    <a:pt x="6862" y="1892"/>
                    <a:pt x="6926" y="1913"/>
                    <a:pt x="6989" y="1913"/>
                  </a:cubicBezTo>
                  <a:cubicBezTo>
                    <a:pt x="7086" y="1913"/>
                    <a:pt x="7180" y="1864"/>
                    <a:pt x="7247" y="1775"/>
                  </a:cubicBezTo>
                  <a:cubicBezTo>
                    <a:pt x="7358" y="1627"/>
                    <a:pt x="7321" y="1442"/>
                    <a:pt x="7173" y="1331"/>
                  </a:cubicBezTo>
                  <a:cubicBezTo>
                    <a:pt x="5694" y="333"/>
                    <a:pt x="4326" y="0"/>
                    <a:pt x="31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142;p53">
              <a:extLst>
                <a:ext uri="{FF2B5EF4-FFF2-40B4-BE49-F238E27FC236}">
                  <a16:creationId xmlns:a16="http://schemas.microsoft.com/office/drawing/2014/main" xmlns="" id="{EAE58E00-963B-7E7B-2D87-16A0CF691107}"/>
                </a:ext>
              </a:extLst>
            </p:cNvPr>
            <p:cNvSpPr/>
            <p:nvPr/>
          </p:nvSpPr>
          <p:spPr>
            <a:xfrm>
              <a:off x="5505550" y="1911950"/>
              <a:ext cx="212600" cy="70275"/>
            </a:xfrm>
            <a:custGeom>
              <a:avLst/>
              <a:gdLst/>
              <a:ahLst/>
              <a:cxnLst/>
              <a:rect l="l" t="t" r="r" b="b"/>
              <a:pathLst>
                <a:path w="8504" h="2811" extrusionOk="0">
                  <a:moveTo>
                    <a:pt x="3290" y="1"/>
                  </a:moveTo>
                  <a:cubicBezTo>
                    <a:pt x="1479" y="1"/>
                    <a:pt x="222" y="740"/>
                    <a:pt x="185" y="740"/>
                  </a:cubicBezTo>
                  <a:cubicBezTo>
                    <a:pt x="37" y="851"/>
                    <a:pt x="0" y="1036"/>
                    <a:pt x="74" y="1184"/>
                  </a:cubicBezTo>
                  <a:cubicBezTo>
                    <a:pt x="123" y="1283"/>
                    <a:pt x="238" y="1332"/>
                    <a:pt x="342" y="1332"/>
                  </a:cubicBezTo>
                  <a:cubicBezTo>
                    <a:pt x="394" y="1332"/>
                    <a:pt x="444" y="1320"/>
                    <a:pt x="481" y="1295"/>
                  </a:cubicBezTo>
                  <a:lnTo>
                    <a:pt x="518" y="1295"/>
                  </a:lnTo>
                  <a:cubicBezTo>
                    <a:pt x="629" y="1221"/>
                    <a:pt x="1738" y="592"/>
                    <a:pt x="3290" y="592"/>
                  </a:cubicBezTo>
                  <a:cubicBezTo>
                    <a:pt x="4621" y="629"/>
                    <a:pt x="6285" y="1036"/>
                    <a:pt x="7949" y="2700"/>
                  </a:cubicBezTo>
                  <a:cubicBezTo>
                    <a:pt x="8023" y="2774"/>
                    <a:pt x="8106" y="2811"/>
                    <a:pt x="8184" y="2811"/>
                  </a:cubicBezTo>
                  <a:cubicBezTo>
                    <a:pt x="8263" y="2811"/>
                    <a:pt x="8337" y="2774"/>
                    <a:pt x="8392" y="2700"/>
                  </a:cubicBezTo>
                  <a:cubicBezTo>
                    <a:pt x="8503" y="2589"/>
                    <a:pt x="8503" y="2404"/>
                    <a:pt x="8392" y="2293"/>
                  </a:cubicBezTo>
                  <a:cubicBezTo>
                    <a:pt x="6618" y="519"/>
                    <a:pt x="4769" y="1"/>
                    <a:pt x="32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143;p53">
              <a:extLst>
                <a:ext uri="{FF2B5EF4-FFF2-40B4-BE49-F238E27FC236}">
                  <a16:creationId xmlns:a16="http://schemas.microsoft.com/office/drawing/2014/main" xmlns="" id="{3CCC7241-5F84-8CEB-0423-C1AE88590178}"/>
                </a:ext>
              </a:extLst>
            </p:cNvPr>
            <p:cNvSpPr/>
            <p:nvPr/>
          </p:nvSpPr>
          <p:spPr>
            <a:xfrm>
              <a:off x="5480575" y="1777950"/>
              <a:ext cx="517625" cy="1736725"/>
            </a:xfrm>
            <a:custGeom>
              <a:avLst/>
              <a:gdLst/>
              <a:ahLst/>
              <a:cxnLst/>
              <a:rect l="l" t="t" r="r" b="b"/>
              <a:pathLst>
                <a:path w="20705" h="69469" extrusionOk="0">
                  <a:moveTo>
                    <a:pt x="20704" y="0"/>
                  </a:moveTo>
                  <a:lnTo>
                    <a:pt x="14900" y="1849"/>
                  </a:lnTo>
                  <a:cubicBezTo>
                    <a:pt x="14900" y="1849"/>
                    <a:pt x="7247" y="25251"/>
                    <a:pt x="4363" y="37858"/>
                  </a:cubicBezTo>
                  <a:cubicBezTo>
                    <a:pt x="1480" y="50465"/>
                    <a:pt x="1" y="64181"/>
                    <a:pt x="223" y="68100"/>
                  </a:cubicBezTo>
                  <a:lnTo>
                    <a:pt x="3587" y="69468"/>
                  </a:lnTo>
                  <a:cubicBezTo>
                    <a:pt x="6508" y="64144"/>
                    <a:pt x="14345" y="44550"/>
                    <a:pt x="16157" y="33718"/>
                  </a:cubicBezTo>
                  <a:cubicBezTo>
                    <a:pt x="18006" y="22552"/>
                    <a:pt x="20704" y="4363"/>
                    <a:pt x="207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144;p53">
              <a:extLst>
                <a:ext uri="{FF2B5EF4-FFF2-40B4-BE49-F238E27FC236}">
                  <a16:creationId xmlns:a16="http://schemas.microsoft.com/office/drawing/2014/main" xmlns="" id="{CCCCACB6-0171-E7B2-6420-CD49FB3B59BB}"/>
                </a:ext>
              </a:extLst>
            </p:cNvPr>
            <p:cNvSpPr/>
            <p:nvPr/>
          </p:nvSpPr>
          <p:spPr>
            <a:xfrm>
              <a:off x="5570225" y="3154175"/>
              <a:ext cx="155325" cy="360500"/>
            </a:xfrm>
            <a:custGeom>
              <a:avLst/>
              <a:gdLst/>
              <a:ahLst/>
              <a:cxnLst/>
              <a:rect l="l" t="t" r="r" b="b"/>
              <a:pathLst>
                <a:path w="6213" h="14420" extrusionOk="0">
                  <a:moveTo>
                    <a:pt x="1" y="14419"/>
                  </a:moveTo>
                  <a:lnTo>
                    <a:pt x="1" y="14419"/>
                  </a:lnTo>
                  <a:cubicBezTo>
                    <a:pt x="1369" y="11942"/>
                    <a:pt x="3809" y="6360"/>
                    <a:pt x="6212" y="1"/>
                  </a:cubicBezTo>
                  <a:lnTo>
                    <a:pt x="6212" y="1"/>
                  </a:lnTo>
                  <a:cubicBezTo>
                    <a:pt x="3809" y="6360"/>
                    <a:pt x="1369" y="11942"/>
                    <a:pt x="1" y="1441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145;p53">
              <a:extLst>
                <a:ext uri="{FF2B5EF4-FFF2-40B4-BE49-F238E27FC236}">
                  <a16:creationId xmlns:a16="http://schemas.microsoft.com/office/drawing/2014/main" xmlns="" id="{AEBFE26F-113D-3DF3-2A65-002EF99A7B84}"/>
                </a:ext>
              </a:extLst>
            </p:cNvPr>
            <p:cNvSpPr/>
            <p:nvPr/>
          </p:nvSpPr>
          <p:spPr>
            <a:xfrm>
              <a:off x="5491675" y="2504425"/>
              <a:ext cx="281925" cy="1010250"/>
            </a:xfrm>
            <a:custGeom>
              <a:avLst/>
              <a:gdLst/>
              <a:ahLst/>
              <a:cxnLst/>
              <a:rect l="l" t="t" r="r" b="b"/>
              <a:pathLst>
                <a:path w="11277" h="40410" extrusionOk="0">
                  <a:moveTo>
                    <a:pt x="11277" y="0"/>
                  </a:moveTo>
                  <a:lnTo>
                    <a:pt x="2995" y="33422"/>
                  </a:lnTo>
                  <a:lnTo>
                    <a:pt x="7210" y="6840"/>
                  </a:lnTo>
                  <a:lnTo>
                    <a:pt x="185" y="33200"/>
                  </a:lnTo>
                  <a:cubicBezTo>
                    <a:pt x="0" y="35603"/>
                    <a:pt x="37" y="37562"/>
                    <a:pt x="0" y="39152"/>
                  </a:cubicBezTo>
                  <a:lnTo>
                    <a:pt x="3143" y="40409"/>
                  </a:lnTo>
                  <a:cubicBezTo>
                    <a:pt x="4511" y="37932"/>
                    <a:pt x="6951" y="32350"/>
                    <a:pt x="9354" y="25991"/>
                  </a:cubicBezTo>
                  <a:cubicBezTo>
                    <a:pt x="9428" y="25732"/>
                    <a:pt x="9539" y="25473"/>
                    <a:pt x="9613" y="25177"/>
                  </a:cubicBezTo>
                  <a:lnTo>
                    <a:pt x="9613" y="25177"/>
                  </a:lnTo>
                  <a:lnTo>
                    <a:pt x="6951" y="29133"/>
                  </a:lnTo>
                  <a:lnTo>
                    <a:pt x="112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146;p53">
              <a:extLst>
                <a:ext uri="{FF2B5EF4-FFF2-40B4-BE49-F238E27FC236}">
                  <a16:creationId xmlns:a16="http://schemas.microsoft.com/office/drawing/2014/main" xmlns="" id="{19C7245D-CE03-6BCE-2B86-31E42C9A4CA4}"/>
                </a:ext>
              </a:extLst>
            </p:cNvPr>
            <p:cNvSpPr/>
            <p:nvPr/>
          </p:nvSpPr>
          <p:spPr>
            <a:xfrm>
              <a:off x="5477800" y="1770550"/>
              <a:ext cx="527800" cy="1752225"/>
            </a:xfrm>
            <a:custGeom>
              <a:avLst/>
              <a:gdLst/>
              <a:ahLst/>
              <a:cxnLst/>
              <a:rect l="l" t="t" r="r" b="b"/>
              <a:pathLst>
                <a:path w="21112" h="70089" extrusionOk="0">
                  <a:moveTo>
                    <a:pt x="20815" y="0"/>
                  </a:moveTo>
                  <a:cubicBezTo>
                    <a:pt x="20667" y="0"/>
                    <a:pt x="20520" y="111"/>
                    <a:pt x="20520" y="296"/>
                  </a:cubicBezTo>
                  <a:cubicBezTo>
                    <a:pt x="20520" y="2441"/>
                    <a:pt x="19854" y="8060"/>
                    <a:pt x="18930" y="14567"/>
                  </a:cubicBezTo>
                  <a:cubicBezTo>
                    <a:pt x="18043" y="21037"/>
                    <a:pt x="16896" y="28394"/>
                    <a:pt x="15972" y="33977"/>
                  </a:cubicBezTo>
                  <a:cubicBezTo>
                    <a:pt x="15085" y="39337"/>
                    <a:pt x="12645" y="46953"/>
                    <a:pt x="10131" y="53867"/>
                  </a:cubicBezTo>
                  <a:cubicBezTo>
                    <a:pt x="7648" y="60597"/>
                    <a:pt x="5024" y="66662"/>
                    <a:pt x="3557" y="69400"/>
                  </a:cubicBezTo>
                  <a:lnTo>
                    <a:pt x="3557" y="69400"/>
                  </a:lnTo>
                  <a:lnTo>
                    <a:pt x="622" y="68175"/>
                  </a:lnTo>
                  <a:lnTo>
                    <a:pt x="622" y="68175"/>
                  </a:lnTo>
                  <a:cubicBezTo>
                    <a:pt x="611" y="67985"/>
                    <a:pt x="592" y="67784"/>
                    <a:pt x="592" y="67546"/>
                  </a:cubicBezTo>
                  <a:cubicBezTo>
                    <a:pt x="592" y="62814"/>
                    <a:pt x="2071" y="50022"/>
                    <a:pt x="4770" y="38228"/>
                  </a:cubicBezTo>
                  <a:cubicBezTo>
                    <a:pt x="6212" y="31943"/>
                    <a:pt x="8874" y="22922"/>
                    <a:pt x="11129" y="15528"/>
                  </a:cubicBezTo>
                  <a:cubicBezTo>
                    <a:pt x="12275" y="11794"/>
                    <a:pt x="13310" y="8504"/>
                    <a:pt x="14087" y="6101"/>
                  </a:cubicBezTo>
                  <a:cubicBezTo>
                    <a:pt x="14456" y="4918"/>
                    <a:pt x="14789" y="3956"/>
                    <a:pt x="14974" y="3291"/>
                  </a:cubicBezTo>
                  <a:cubicBezTo>
                    <a:pt x="15196" y="2625"/>
                    <a:pt x="15307" y="2256"/>
                    <a:pt x="15307" y="2256"/>
                  </a:cubicBezTo>
                  <a:cubicBezTo>
                    <a:pt x="15381" y="2108"/>
                    <a:pt x="15270" y="1923"/>
                    <a:pt x="15122" y="1849"/>
                  </a:cubicBezTo>
                  <a:cubicBezTo>
                    <a:pt x="15097" y="1843"/>
                    <a:pt x="15072" y="1840"/>
                    <a:pt x="15046" y="1840"/>
                  </a:cubicBezTo>
                  <a:cubicBezTo>
                    <a:pt x="14917" y="1840"/>
                    <a:pt x="14783" y="1917"/>
                    <a:pt x="14752" y="2071"/>
                  </a:cubicBezTo>
                  <a:cubicBezTo>
                    <a:pt x="14715" y="2071"/>
                    <a:pt x="7062" y="25436"/>
                    <a:pt x="4179" y="38080"/>
                  </a:cubicBezTo>
                  <a:cubicBezTo>
                    <a:pt x="1443" y="49948"/>
                    <a:pt x="1" y="62740"/>
                    <a:pt x="1" y="67546"/>
                  </a:cubicBezTo>
                  <a:cubicBezTo>
                    <a:pt x="1" y="67879"/>
                    <a:pt x="1" y="68174"/>
                    <a:pt x="1" y="68433"/>
                  </a:cubicBezTo>
                  <a:cubicBezTo>
                    <a:pt x="1" y="68544"/>
                    <a:pt x="75" y="68655"/>
                    <a:pt x="186" y="68692"/>
                  </a:cubicBezTo>
                  <a:lnTo>
                    <a:pt x="3587" y="70060"/>
                  </a:lnTo>
                  <a:cubicBezTo>
                    <a:pt x="3627" y="70080"/>
                    <a:pt x="3666" y="70089"/>
                    <a:pt x="3705" y="70089"/>
                  </a:cubicBezTo>
                  <a:cubicBezTo>
                    <a:pt x="3809" y="70089"/>
                    <a:pt x="3903" y="70020"/>
                    <a:pt x="3957" y="69912"/>
                  </a:cubicBezTo>
                  <a:cubicBezTo>
                    <a:pt x="5436" y="67250"/>
                    <a:pt x="8134" y="61002"/>
                    <a:pt x="10685" y="54089"/>
                  </a:cubicBezTo>
                  <a:cubicBezTo>
                    <a:pt x="13236" y="47138"/>
                    <a:pt x="15676" y="39522"/>
                    <a:pt x="16564" y="34087"/>
                  </a:cubicBezTo>
                  <a:cubicBezTo>
                    <a:pt x="17488" y="28468"/>
                    <a:pt x="18634" y="21148"/>
                    <a:pt x="19558" y="14641"/>
                  </a:cubicBezTo>
                  <a:cubicBezTo>
                    <a:pt x="20446" y="8134"/>
                    <a:pt x="21111" y="2514"/>
                    <a:pt x="21111" y="296"/>
                  </a:cubicBezTo>
                  <a:cubicBezTo>
                    <a:pt x="21111" y="111"/>
                    <a:pt x="21000" y="0"/>
                    <a:pt x="208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147;p53">
              <a:extLst>
                <a:ext uri="{FF2B5EF4-FFF2-40B4-BE49-F238E27FC236}">
                  <a16:creationId xmlns:a16="http://schemas.microsoft.com/office/drawing/2014/main" xmlns="" id="{6F435D07-82C5-5794-01F7-95E11D0A2C8E}"/>
                </a:ext>
              </a:extLst>
            </p:cNvPr>
            <p:cNvSpPr/>
            <p:nvPr/>
          </p:nvSpPr>
          <p:spPr>
            <a:xfrm>
              <a:off x="4780000" y="1493275"/>
              <a:ext cx="375275" cy="1811575"/>
            </a:xfrm>
            <a:custGeom>
              <a:avLst/>
              <a:gdLst/>
              <a:ahLst/>
              <a:cxnLst/>
              <a:rect l="l" t="t" r="r" b="b"/>
              <a:pathLst>
                <a:path w="15011" h="72463" extrusionOk="0">
                  <a:moveTo>
                    <a:pt x="11498" y="0"/>
                  </a:moveTo>
                  <a:cubicBezTo>
                    <a:pt x="11498" y="0"/>
                    <a:pt x="6322" y="17192"/>
                    <a:pt x="2403" y="32276"/>
                  </a:cubicBezTo>
                  <a:cubicBezTo>
                    <a:pt x="0" y="41481"/>
                    <a:pt x="2625" y="58784"/>
                    <a:pt x="5546" y="70208"/>
                  </a:cubicBezTo>
                  <a:lnTo>
                    <a:pt x="11202" y="72463"/>
                  </a:lnTo>
                  <a:cubicBezTo>
                    <a:pt x="11720" y="56935"/>
                    <a:pt x="11202" y="27137"/>
                    <a:pt x="12126" y="23588"/>
                  </a:cubicBezTo>
                  <a:cubicBezTo>
                    <a:pt x="13347" y="18818"/>
                    <a:pt x="15010" y="2071"/>
                    <a:pt x="15010" y="2071"/>
                  </a:cubicBezTo>
                  <a:lnTo>
                    <a:pt x="114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148;p53">
              <a:extLst>
                <a:ext uri="{FF2B5EF4-FFF2-40B4-BE49-F238E27FC236}">
                  <a16:creationId xmlns:a16="http://schemas.microsoft.com/office/drawing/2014/main" xmlns="" id="{9735E665-D90D-7506-C673-DFB8B4F1C96F}"/>
                </a:ext>
              </a:extLst>
            </p:cNvPr>
            <p:cNvSpPr/>
            <p:nvPr/>
          </p:nvSpPr>
          <p:spPr>
            <a:xfrm>
              <a:off x="4828050" y="2405525"/>
              <a:ext cx="238500" cy="899325"/>
            </a:xfrm>
            <a:custGeom>
              <a:avLst/>
              <a:gdLst/>
              <a:ahLst/>
              <a:cxnLst/>
              <a:rect l="l" t="t" r="r" b="b"/>
              <a:pathLst>
                <a:path w="9540" h="35973" extrusionOk="0">
                  <a:moveTo>
                    <a:pt x="8023" y="0"/>
                  </a:moveTo>
                  <a:lnTo>
                    <a:pt x="6692" y="26804"/>
                  </a:lnTo>
                  <a:lnTo>
                    <a:pt x="3735" y="2958"/>
                  </a:lnTo>
                  <a:lnTo>
                    <a:pt x="3735" y="26471"/>
                  </a:lnTo>
                  <a:lnTo>
                    <a:pt x="1" y="13014"/>
                  </a:lnTo>
                  <a:lnTo>
                    <a:pt x="1" y="13014"/>
                  </a:lnTo>
                  <a:cubicBezTo>
                    <a:pt x="666" y="19595"/>
                    <a:pt x="1997" y="26508"/>
                    <a:pt x="3402" y="32830"/>
                  </a:cubicBezTo>
                  <a:cubicBezTo>
                    <a:pt x="3476" y="33126"/>
                    <a:pt x="3513" y="33385"/>
                    <a:pt x="3587" y="33644"/>
                  </a:cubicBezTo>
                  <a:lnTo>
                    <a:pt x="7654" y="35344"/>
                  </a:lnTo>
                  <a:lnTo>
                    <a:pt x="9280" y="35973"/>
                  </a:lnTo>
                  <a:cubicBezTo>
                    <a:pt x="9428" y="31758"/>
                    <a:pt x="9502" y="26434"/>
                    <a:pt x="9539" y="20889"/>
                  </a:cubicBezTo>
                  <a:lnTo>
                    <a:pt x="802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149;p53">
              <a:extLst>
                <a:ext uri="{FF2B5EF4-FFF2-40B4-BE49-F238E27FC236}">
                  <a16:creationId xmlns:a16="http://schemas.microsoft.com/office/drawing/2014/main" xmlns="" id="{982D3284-4B16-B9C0-9528-E96DB766763C}"/>
                </a:ext>
              </a:extLst>
            </p:cNvPr>
            <p:cNvSpPr/>
            <p:nvPr/>
          </p:nvSpPr>
          <p:spPr>
            <a:xfrm>
              <a:off x="4808650" y="1485650"/>
              <a:ext cx="354925" cy="1827200"/>
            </a:xfrm>
            <a:custGeom>
              <a:avLst/>
              <a:gdLst/>
              <a:ahLst/>
              <a:cxnLst/>
              <a:rect l="l" t="t" r="r" b="b"/>
              <a:pathLst>
                <a:path w="14197" h="73088" extrusionOk="0">
                  <a:moveTo>
                    <a:pt x="10350" y="0"/>
                  </a:moveTo>
                  <a:cubicBezTo>
                    <a:pt x="10221" y="0"/>
                    <a:pt x="10087" y="77"/>
                    <a:pt x="10056" y="231"/>
                  </a:cubicBezTo>
                  <a:cubicBezTo>
                    <a:pt x="10056" y="231"/>
                    <a:pt x="4880" y="17386"/>
                    <a:pt x="961" y="32507"/>
                  </a:cubicBezTo>
                  <a:cubicBezTo>
                    <a:pt x="296" y="35058"/>
                    <a:pt x="0" y="38200"/>
                    <a:pt x="0" y="41675"/>
                  </a:cubicBezTo>
                  <a:cubicBezTo>
                    <a:pt x="0" y="50844"/>
                    <a:pt x="1960" y="62268"/>
                    <a:pt x="4104" y="70587"/>
                  </a:cubicBezTo>
                  <a:cubicBezTo>
                    <a:pt x="4104" y="70660"/>
                    <a:pt x="4178" y="70734"/>
                    <a:pt x="4289" y="70771"/>
                  </a:cubicBezTo>
                  <a:lnTo>
                    <a:pt x="9945" y="73064"/>
                  </a:lnTo>
                  <a:cubicBezTo>
                    <a:pt x="9991" y="73079"/>
                    <a:pt x="10037" y="73088"/>
                    <a:pt x="10081" y="73088"/>
                  </a:cubicBezTo>
                  <a:cubicBezTo>
                    <a:pt x="10142" y="73088"/>
                    <a:pt x="10198" y="73070"/>
                    <a:pt x="10241" y="73027"/>
                  </a:cubicBezTo>
                  <a:cubicBezTo>
                    <a:pt x="10315" y="72990"/>
                    <a:pt x="10389" y="72879"/>
                    <a:pt x="10389" y="72805"/>
                  </a:cubicBezTo>
                  <a:cubicBezTo>
                    <a:pt x="10648" y="65004"/>
                    <a:pt x="10611" y="53691"/>
                    <a:pt x="10685" y="43857"/>
                  </a:cubicBezTo>
                  <a:cubicBezTo>
                    <a:pt x="10685" y="38940"/>
                    <a:pt x="10722" y="34392"/>
                    <a:pt x="10833" y="30843"/>
                  </a:cubicBezTo>
                  <a:cubicBezTo>
                    <a:pt x="10870" y="29105"/>
                    <a:pt x="10907" y="27590"/>
                    <a:pt x="10980" y="26407"/>
                  </a:cubicBezTo>
                  <a:cubicBezTo>
                    <a:pt x="11054" y="25223"/>
                    <a:pt x="11165" y="24373"/>
                    <a:pt x="11276" y="23966"/>
                  </a:cubicBezTo>
                  <a:cubicBezTo>
                    <a:pt x="11905" y="21563"/>
                    <a:pt x="12607" y="16203"/>
                    <a:pt x="13199" y="11396"/>
                  </a:cubicBezTo>
                  <a:cubicBezTo>
                    <a:pt x="13753" y="6590"/>
                    <a:pt x="14160" y="2413"/>
                    <a:pt x="14160" y="2413"/>
                  </a:cubicBezTo>
                  <a:cubicBezTo>
                    <a:pt x="14197" y="2228"/>
                    <a:pt x="14049" y="2080"/>
                    <a:pt x="13901" y="2080"/>
                  </a:cubicBezTo>
                  <a:cubicBezTo>
                    <a:pt x="13882" y="2076"/>
                    <a:pt x="13863" y="2074"/>
                    <a:pt x="13844" y="2074"/>
                  </a:cubicBezTo>
                  <a:cubicBezTo>
                    <a:pt x="13687" y="2074"/>
                    <a:pt x="13568" y="2206"/>
                    <a:pt x="13568" y="2339"/>
                  </a:cubicBezTo>
                  <a:cubicBezTo>
                    <a:pt x="13568" y="2339"/>
                    <a:pt x="13458" y="3411"/>
                    <a:pt x="13273" y="5037"/>
                  </a:cubicBezTo>
                  <a:cubicBezTo>
                    <a:pt x="13014" y="7515"/>
                    <a:pt x="12607" y="11323"/>
                    <a:pt x="12127" y="14946"/>
                  </a:cubicBezTo>
                  <a:cubicBezTo>
                    <a:pt x="11646" y="18606"/>
                    <a:pt x="11128" y="22081"/>
                    <a:pt x="10685" y="23819"/>
                  </a:cubicBezTo>
                  <a:cubicBezTo>
                    <a:pt x="10537" y="24299"/>
                    <a:pt x="10463" y="25150"/>
                    <a:pt x="10389" y="26370"/>
                  </a:cubicBezTo>
                  <a:cubicBezTo>
                    <a:pt x="9840" y="34600"/>
                    <a:pt x="10196" y="58686"/>
                    <a:pt x="9774" y="72336"/>
                  </a:cubicBezTo>
                  <a:lnTo>
                    <a:pt x="9774" y="72336"/>
                  </a:lnTo>
                  <a:lnTo>
                    <a:pt x="4654" y="70275"/>
                  </a:lnTo>
                  <a:lnTo>
                    <a:pt x="4654" y="70275"/>
                  </a:lnTo>
                  <a:cubicBezTo>
                    <a:pt x="2562" y="62007"/>
                    <a:pt x="629" y="50710"/>
                    <a:pt x="629" y="41675"/>
                  </a:cubicBezTo>
                  <a:cubicBezTo>
                    <a:pt x="629" y="38237"/>
                    <a:pt x="888" y="35132"/>
                    <a:pt x="1553" y="32655"/>
                  </a:cubicBezTo>
                  <a:cubicBezTo>
                    <a:pt x="3512" y="25113"/>
                    <a:pt x="5768" y="17053"/>
                    <a:pt x="7579" y="10879"/>
                  </a:cubicBezTo>
                  <a:cubicBezTo>
                    <a:pt x="8466" y="7773"/>
                    <a:pt x="9243" y="5148"/>
                    <a:pt x="9760" y="3337"/>
                  </a:cubicBezTo>
                  <a:cubicBezTo>
                    <a:pt x="10056" y="2413"/>
                    <a:pt x="10278" y="1673"/>
                    <a:pt x="10426" y="1156"/>
                  </a:cubicBezTo>
                  <a:cubicBezTo>
                    <a:pt x="10574" y="675"/>
                    <a:pt x="10648" y="416"/>
                    <a:pt x="10648" y="416"/>
                  </a:cubicBezTo>
                  <a:cubicBezTo>
                    <a:pt x="10685" y="231"/>
                    <a:pt x="10611" y="83"/>
                    <a:pt x="10426" y="9"/>
                  </a:cubicBezTo>
                  <a:cubicBezTo>
                    <a:pt x="10401" y="3"/>
                    <a:pt x="10376" y="0"/>
                    <a:pt x="103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09"/>
                                        </p:tgtEl>
                                        <p:attrNameLst>
                                          <p:attrName>style.visibility</p:attrName>
                                        </p:attrNameLst>
                                      </p:cBhvr>
                                      <p:to>
                                        <p:strVal val="visible"/>
                                      </p:to>
                                    </p:set>
                                    <p:animEffect transition="in" filter="fade">
                                      <p:cBhvr>
                                        <p:cTn id="7" dur="500"/>
                                        <p:tgtEl>
                                          <p:spTgt spid="300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50">
                                            <p:txEl>
                                              <p:pRg st="0" end="0"/>
                                            </p:txEl>
                                          </p:spTgt>
                                        </p:tgtEl>
                                        <p:attrNameLst>
                                          <p:attrName>style.visibility</p:attrName>
                                        </p:attrNameLst>
                                      </p:cBhvr>
                                      <p:to>
                                        <p:strVal val="visible"/>
                                      </p:to>
                                    </p:set>
                                    <p:animEffect transition="in" filter="fade">
                                      <p:cBhvr>
                                        <p:cTn id="10" dur="500"/>
                                        <p:tgtEl>
                                          <p:spTgt spid="3150">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51">
                                            <p:txEl>
                                              <p:pRg st="0" end="0"/>
                                            </p:txEl>
                                          </p:spTgt>
                                        </p:tgtEl>
                                        <p:attrNameLst>
                                          <p:attrName>style.visibility</p:attrName>
                                        </p:attrNameLst>
                                      </p:cBhvr>
                                      <p:to>
                                        <p:strVal val="visible"/>
                                      </p:to>
                                    </p:set>
                                    <p:animEffect transition="in" filter="fade">
                                      <p:cBhvr>
                                        <p:cTn id="13" dur="500"/>
                                        <p:tgtEl>
                                          <p:spTgt spid="315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3244"/>
                                        </p:tgtEl>
                                        <p:attrNameLst>
                                          <p:attrName>style.visibility</p:attrName>
                                        </p:attrNameLst>
                                      </p:cBhvr>
                                      <p:to>
                                        <p:strVal val="visible"/>
                                      </p:to>
                                    </p:set>
                                    <p:animEffect transition="in" filter="circle(in)">
                                      <p:cBhvr>
                                        <p:cTn id="18" dur="2000"/>
                                        <p:tgtEl>
                                          <p:spTgt spid="3244"/>
                                        </p:tgtEl>
                                      </p:cBhvr>
                                    </p:animEffect>
                                  </p:childTnLst>
                                </p:cTn>
                              </p:par>
                              <p:par>
                                <p:cTn id="19" presetID="6" presetClass="entr" presetSubtype="16" fill="hold" grpId="0" nodeType="withEffect">
                                  <p:stCondLst>
                                    <p:cond delay="0"/>
                                  </p:stCondLst>
                                  <p:childTnLst>
                                    <p:set>
                                      <p:cBhvr>
                                        <p:cTn id="20" dur="1" fill="hold">
                                          <p:stCondLst>
                                            <p:cond delay="0"/>
                                          </p:stCondLst>
                                        </p:cTn>
                                        <p:tgtEl>
                                          <p:spTgt spid="3245"/>
                                        </p:tgtEl>
                                        <p:attrNameLst>
                                          <p:attrName>style.visibility</p:attrName>
                                        </p:attrNameLst>
                                      </p:cBhvr>
                                      <p:to>
                                        <p:strVal val="visible"/>
                                      </p:to>
                                    </p:set>
                                    <p:animEffect transition="in" filter="circle(in)">
                                      <p:cBhvr>
                                        <p:cTn id="21" dur="2000"/>
                                        <p:tgtEl>
                                          <p:spTgt spid="3245"/>
                                        </p:tgtEl>
                                      </p:cBhvr>
                                    </p:animEffect>
                                  </p:childTnLst>
                                </p:cTn>
                              </p:par>
                              <p:par>
                                <p:cTn id="22" presetID="6" presetClass="entr" presetSubtype="16" fill="hold" grpId="0" nodeType="withEffect">
                                  <p:stCondLst>
                                    <p:cond delay="0"/>
                                  </p:stCondLst>
                                  <p:childTnLst>
                                    <p:set>
                                      <p:cBhvr>
                                        <p:cTn id="23" dur="1" fill="hold">
                                          <p:stCondLst>
                                            <p:cond delay="0"/>
                                          </p:stCondLst>
                                        </p:cTn>
                                        <p:tgtEl>
                                          <p:spTgt spid="3246"/>
                                        </p:tgtEl>
                                        <p:attrNameLst>
                                          <p:attrName>style.visibility</p:attrName>
                                        </p:attrNameLst>
                                      </p:cBhvr>
                                      <p:to>
                                        <p:strVal val="visible"/>
                                      </p:to>
                                    </p:set>
                                    <p:animEffect transition="in" filter="circle(in)">
                                      <p:cBhvr>
                                        <p:cTn id="24" dur="2000"/>
                                        <p:tgtEl>
                                          <p:spTgt spid="3246"/>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3256"/>
                                        </p:tgtEl>
                                        <p:attrNameLst>
                                          <p:attrName>style.visibility</p:attrName>
                                        </p:attrNameLst>
                                      </p:cBhvr>
                                      <p:to>
                                        <p:strVal val="visible"/>
                                      </p:to>
                                    </p:set>
                                    <p:animEffect transition="in" filter="barn(inVertical)">
                                      <p:cBhvr>
                                        <p:cTn id="29" dur="500"/>
                                        <p:tgtEl>
                                          <p:spTgt spid="3256"/>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3257"/>
                                        </p:tgtEl>
                                        <p:attrNameLst>
                                          <p:attrName>style.visibility</p:attrName>
                                        </p:attrNameLst>
                                      </p:cBhvr>
                                      <p:to>
                                        <p:strVal val="visible"/>
                                      </p:to>
                                    </p:set>
                                    <p:animEffect transition="in" filter="barn(inVertical)">
                                      <p:cBhvr>
                                        <p:cTn id="32" dur="500"/>
                                        <p:tgtEl>
                                          <p:spTgt spid="3257"/>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3258"/>
                                        </p:tgtEl>
                                        <p:attrNameLst>
                                          <p:attrName>style.visibility</p:attrName>
                                        </p:attrNameLst>
                                      </p:cBhvr>
                                      <p:to>
                                        <p:strVal val="visible"/>
                                      </p:to>
                                    </p:set>
                                    <p:animEffect transition="in" filter="barn(inVertical)">
                                      <p:cBhvr>
                                        <p:cTn id="35" dur="500"/>
                                        <p:tgtEl>
                                          <p:spTgt spid="3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9" grpId="0" animBg="1"/>
      <p:bldP spid="3150" grpId="0" build="p"/>
      <p:bldP spid="3151" grpId="0" build="p"/>
      <p:bldP spid="3244" grpId="0" animBg="1"/>
      <p:bldP spid="3245" grpId="0"/>
      <p:bldP spid="3246" grpId="0"/>
      <p:bldP spid="3256" grpId="0" animBg="1"/>
      <p:bldP spid="3257" grpId="0"/>
      <p:bldP spid="325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ubtitle 9">
            <a:extLst>
              <a:ext uri="{FF2B5EF4-FFF2-40B4-BE49-F238E27FC236}">
                <a16:creationId xmlns:a16="http://schemas.microsoft.com/office/drawing/2014/main" xmlns="" id="{88E10F06-EE99-0D5D-C62C-62D3438AFDDA}"/>
              </a:ext>
            </a:extLst>
          </p:cNvPr>
          <p:cNvSpPr>
            <a:spLocks noGrp="1"/>
          </p:cNvSpPr>
          <p:nvPr>
            <p:ph type="subTitle" idx="1"/>
          </p:nvPr>
        </p:nvSpPr>
        <p:spPr>
          <a:xfrm>
            <a:off x="3232350" y="3015744"/>
            <a:ext cx="2679300" cy="658500"/>
          </a:xfrm>
        </p:spPr>
        <p:txBody>
          <a:bodyPr/>
          <a:lstStyle/>
          <a:p>
            <a:r>
              <a:rPr lang="vi-VN" dirty="0"/>
              <a:t>Kiến trúc pipeline, kỹ thuật Prompt Engineering, quy trình chấm bài</a:t>
            </a:r>
            <a:r>
              <a:rPr lang="vi-VN" dirty="0" smtClean="0"/>
              <a:t/>
            </a:r>
            <a:r>
              <a:rPr lang="en-US" dirty="0" smtClean="0"/>
              <a:t/>
            </a:r>
            <a:r>
              <a:rPr lang="en-US" dirty="0" err="1" smtClean="0"/>
              <a:t/>
            </a:r>
            <a:r>
              <a:rPr lang="en-US" dirty="0" smtClean="0"/>
              <a:t/>
            </a:r>
            <a:r>
              <a:rPr lang="en-US" dirty="0" err="1" smtClean="0"/>
              <a:t/>
            </a:r>
            <a:r>
              <a:rPr lang="en-US" dirty="0" smtClean="0"/>
              <a:t/>
            </a:r>
            <a:r>
              <a:rPr lang="vi-VN" dirty="0" smtClean="0"/>
              <a:t/>
            </a:r>
            <a:r>
              <a:rPr lang="vi-VN" dirty="0"/>
              <a:t/>
            </a:r>
            <a:r>
              <a:rPr lang="vi-VN" dirty="0" smtClean="0"/>
              <a:t/>
            </a:r>
            <a:endParaRPr lang="vi-VN" dirty="0"/>
          </a:p>
        </p:txBody>
      </p:sp>
      <p:sp>
        <p:nvSpPr>
          <p:cNvPr id="9" name="Title 8">
            <a:extLst>
              <a:ext uri="{FF2B5EF4-FFF2-40B4-BE49-F238E27FC236}">
                <a16:creationId xmlns:a16="http://schemas.microsoft.com/office/drawing/2014/main" xmlns="" id="{C169220C-D7ED-FB96-7B62-BB74DE3EBA62}"/>
              </a:ext>
            </a:extLst>
          </p:cNvPr>
          <p:cNvSpPr>
            <a:spLocks noGrp="1"/>
          </p:cNvSpPr>
          <p:nvPr>
            <p:ph type="title"/>
          </p:nvPr>
        </p:nvSpPr>
        <p:spPr>
          <a:xfrm>
            <a:off x="4270248" y="1258524"/>
            <a:ext cx="603504" cy="989901"/>
          </a:xfrm>
        </p:spPr>
        <p:txBody>
          <a:bodyPr/>
          <a:lstStyle/>
          <a:p>
            <a:r>
              <a:rPr lang="en-US" sz="6000"/>
              <a:t>3</a:t>
            </a:r>
          </a:p>
        </p:txBody>
      </p:sp>
      <p:sp>
        <p:nvSpPr>
          <p:cNvPr id="11" name="Google Shape;2155;p38">
            <a:extLst>
              <a:ext uri="{FF2B5EF4-FFF2-40B4-BE49-F238E27FC236}">
                <a16:creationId xmlns:a16="http://schemas.microsoft.com/office/drawing/2014/main" xmlns="" id="{CE34E91A-1566-7A24-94D0-09E4D8F10FF8}"/>
              </a:ext>
            </a:extLst>
          </p:cNvPr>
          <p:cNvSpPr txBox="1">
            <a:spLocks/>
          </p:cNvSpPr>
          <p:nvPr/>
        </p:nvSpPr>
        <p:spPr>
          <a:xfrm>
            <a:off x="2414631" y="2248425"/>
            <a:ext cx="4314738" cy="76731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6000"/>
              <a:buFont typeface="Fjalla One"/>
              <a:buNone/>
              <a:defRPr sz="7300" b="0" i="0" u="none" strike="noStrike" cap="none">
                <a:solidFill>
                  <a:schemeClr val="dk2"/>
                </a:solidFill>
                <a:latin typeface="SVN-Fjalla One" panose="02000506040000020004" pitchFamily="50" charset="0"/>
                <a:ea typeface="Fjalla One"/>
                <a:cs typeface="Fjalla One"/>
                <a:sym typeface="Fjalla One"/>
              </a:defRPr>
            </a:lvl1pPr>
            <a:lvl2pPr marR="0" lvl="1"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2pPr>
            <a:lvl3pPr marR="0" lvl="2"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3pPr>
            <a:lvl4pPr marR="0" lvl="3"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4pPr>
            <a:lvl5pPr marR="0" lvl="4"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5pPr>
            <a:lvl6pPr marR="0" lvl="5"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6pPr>
            <a:lvl7pPr marR="0" lvl="6"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7pPr>
            <a:lvl8pPr marR="0" lvl="7"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8pPr>
            <a:lvl9pPr marR="0" lvl="8"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9pPr>
          </a:lstStyle>
          <a:p>
            <a:r>
              <a:rPr lang="en-US" sz="4700" dirty="0" err="1"/>
              <a:t>Phân tích thiết kế hệ thống</a:t>
            </a:r>
            <a:r>
              <a:rPr lang="en-US" sz="4700" dirty="0"/>
              <a:t/>
            </a:r>
            <a:r>
              <a:rPr lang="en-US" sz="4700" dirty="0" err="1"/>
              <a:t/>
            </a:r>
            <a:r>
              <a:rPr lang="en-US" sz="4700" dirty="0"/>
              <a:t/>
            </a:r>
            <a:r>
              <a:rPr lang="en-US" sz="4700" dirty="0" err="1"/>
              <a:t/>
            </a:r>
            <a:r>
              <a:rPr lang="en-US" sz="4700" dirty="0"/>
              <a:t/>
            </a:r>
            <a:r>
              <a:rPr lang="en-US" sz="4700" dirty="0" err="1"/>
              <a:t/>
            </a:r>
            <a:endParaRPr lang="en-US" sz="4700" dirty="0"/>
          </a:p>
        </p:txBody>
      </p:sp>
    </p:spTree>
    <p:extLst>
      <p:ext uri="{BB962C8B-B14F-4D97-AF65-F5344CB8AC3E}">
        <p14:creationId xmlns:p14="http://schemas.microsoft.com/office/powerpoint/2010/main" val="25315408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0EBB5300-C431-E181-CA2B-7C0A167A9257}"/>
              </a:ext>
            </a:extLst>
          </p:cNvPr>
          <p:cNvSpPr>
            <a:spLocks noGrp="1"/>
          </p:cNvSpPr>
          <p:nvPr>
            <p:ph type="title"/>
          </p:nvPr>
        </p:nvSpPr>
        <p:spPr>
          <a:xfrm>
            <a:off x="2167200" y="123624"/>
            <a:ext cx="4809600" cy="576000"/>
          </a:xfrm>
        </p:spPr>
        <p:txBody>
          <a:bodyPr/>
          <a:lstStyle/>
          <a:p>
            <a:r>
              <a:rPr lang="en-US"/>
              <a:t>Kiến trúc pipeline xử lý</a:t>
            </a:r>
          </a:p>
        </p:txBody>
      </p:sp>
      <p:sp>
        <p:nvSpPr>
          <p:cNvPr id="99" name="PipelineText"/>
          <p:cNvSpPr txBox="1"/>
          <p:nvPr/>
        </p:nvSpPr>
        <p:spPr>
          <a:xfrm>
            <a:off x="1861392" y="782685"/>
            <a:ext cx="5421216" cy="4253141"/>
          </a:xfrm>
          <a:prstGeom prst="rect">
            <a:avLst/>
          </a:prstGeom>
          <a:noFill/>
        </p:spPr>
        <p:txBody>
          <a:bodyPr wrap="square" anchor="t">
            <a:normAutofit/>
          </a:bodyPr>
          <a:lstStyle/>
          <a:p>
            <a:pPr marL="228600" indent="-228600">
              <a:buFont typeface="Arial"/>
              <a:buChar char="•"/>
            </a:pPr>
            <a:r>
              <a:rPr lang="vi-VN" sz="1800" dirty="0"/>
              <a:t>Bước 1: bug-detection + security-audit chạy song song trên mã nguồn gốc → danh sách lỗi logic + lỗ hổng bảo mật (JSON)</a:t>
            </a:r>
          </a:p>
          <a:p>
            <a:pPr marL="228600" indent="-228600">
              <a:buFont typeface="Arial"/>
              <a:buChar char="•"/>
            </a:pPr>
            <a:r>
              <a:rPr lang="vi-VN" sz="1800" dirty="0"/>
              <a:t>Bước 2: refactoring áp dụng các suggested_fix ưu tiên cao → code đã refactor + changelog</a:t>
            </a:r>
          </a:p>
          <a:p>
            <a:pPr marL="228600" indent="-228600">
              <a:buFont typeface="Arial"/>
              <a:buChar char="•"/>
            </a:pPr>
            <a:r>
              <a:rPr lang="vi-VN" sz="1800" dirty="0"/>
              <a:t>Bước 3: unit-test-gen sinh test trên code đã refactor → file test + bảng coverage ước lượng</a:t>
            </a:r>
          </a:p>
          <a:p>
            <a:pPr marL="228600" indent="-228600">
              <a:buFont typeface="Arial"/>
              <a:buChar char="•"/>
            </a:pPr>
            <a:r>
              <a:rPr lang="vi-VN" sz="1800" dirty="0"/>
              <a:t>Bước 4: tổng hợp toàn bộ kết quả 3 bước trên → báo cáo Markdown cuối cùng</a:t>
            </a:r>
          </a:p>
          <a:p>
            <a:pPr marL="228600" indent="-228600">
              <a:buFont typeface="Arial"/>
              <a:buChar char="•"/>
            </a:pPr>
            <a:r>
              <a:rPr lang="vi-VN" sz="1800" dirty="0"/>
              <a:t>Ghi chú: skill mr-review tái sử dụng cách tiếp cận của bước 1-2 khi chấm bài qua merge request</a:t>
            </a:r>
          </a:p>
        </p:txBody>
      </p:sp>
    </p:spTree>
    <p:extLst>
      <p:ext uri="{BB962C8B-B14F-4D97-AF65-F5344CB8AC3E}">
        <p14:creationId xmlns:p14="http://schemas.microsoft.com/office/powerpoint/2010/main" val="8357516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0EBB5300-C431-E181-CA2B-7C0A167A9257}"/>
              </a:ext>
            </a:extLst>
          </p:cNvPr>
          <p:cNvSpPr>
            <a:spLocks noGrp="1"/>
          </p:cNvSpPr>
          <p:nvPr>
            <p:ph type="title"/>
          </p:nvPr>
        </p:nvSpPr>
        <p:spPr>
          <a:xfrm>
            <a:off x="2167200" y="123624"/>
            <a:ext cx="4809600" cy="576000"/>
          </a:xfrm>
        </p:spPr>
        <p:txBody>
          <a:bodyPr/>
          <a:lstStyle/>
          <a:p>
            <a:r>
              <a:rPr lang="en-US"/>
              <a:t>Mô hình dữ liệu hỗ trợ (website)</a:t>
            </a:r>
          </a:p>
        </p:txBody>
      </p:sp>
      <p:sp>
        <p:nvSpPr>
          <p:cNvPr id="99" name="PipelineText"/>
          <p:cNvSpPr txBox="1"/>
          <p:nvPr/>
        </p:nvSpPr>
        <p:spPr>
          <a:xfrm>
            <a:off x="1690653" y="749940"/>
            <a:ext cx="6025309" cy="3599246"/>
          </a:xfrm>
          <a:prstGeom prst="rect">
            <a:avLst/>
          </a:prstGeom>
          <a:noFill/>
        </p:spPr>
        <p:txBody>
          <a:bodyPr wrap="square" anchor="t">
            <a:normAutofit/>
          </a:bodyPr>
          <a:lstStyle/>
          <a:p>
            <a:pPr marL="228600" indent="-228600">
              <a:buFont typeface="Arial"/>
              <a:buChar char="•"/>
            </a:pPr>
            <a:r>
              <a:rPr lang="vi-VN" sz="1800" dirty="0"/>
              <a:t>Assignment (1) — n Submission: mỗi bài tập có thể có nhiều bài nộp của nhiều sinh viên</a:t>
            </a:r>
          </a:p>
          <a:p>
            <a:pPr marL="228600" indent="-228600">
              <a:buFont typeface="Arial"/>
              <a:buChar char="•"/>
            </a:pPr>
            <a:r>
              <a:rPr lang="vi-VN" sz="1800" dirty="0"/>
              <a:t>Submission lưu: sinh viên, nhánh git, merge request, trạng thái, nội dung review (cache)</a:t>
            </a:r>
          </a:p>
          <a:p>
            <a:pPr marL="228600" indent="-228600">
              <a:buFont typeface="Arial"/>
              <a:buChar char="•"/>
            </a:pPr>
            <a:r>
              <a:rPr lang="vi-VN" sz="1800" dirty="0"/>
              <a:t>GitLabSettings: cấu hình kết nối git dùng chung cho toàn hệ thống (Base URL, Project ID, Access Token, nhánh mặc định)</a:t>
            </a:r>
          </a:p>
          <a:p>
            <a:pPr marL="228600" indent="-228600">
              <a:buFont typeface="Arial"/>
              <a:buChar char="•"/>
            </a:pPr>
            <a:r>
              <a:rPr lang="vi-VN" sz="1800" dirty="0"/>
              <a:t>Website chỉ lưu dữ liệu tối thiểu để thao tác — toàn bộ phân tích mã nguồn do các Claude Skill đảm nhiệm bên ngoài website</a:t>
            </a:r>
          </a:p>
        </p:txBody>
      </p:sp>
    </p:spTree>
    <p:extLst>
      <p:ext uri="{BB962C8B-B14F-4D97-AF65-F5344CB8AC3E}">
        <p14:creationId xmlns:p14="http://schemas.microsoft.com/office/powerpoint/2010/main" val="34592958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35"/>
        <p:cNvGrpSpPr/>
        <p:nvPr/>
      </p:nvGrpSpPr>
      <p:grpSpPr>
        <a:xfrm>
          <a:off x="0" y="0"/>
          <a:ext cx="0" cy="0"/>
          <a:chOff x="0" y="0"/>
          <a:chExt cx="0" cy="0"/>
        </a:xfrm>
      </p:grpSpPr>
      <p:sp>
        <p:nvSpPr>
          <p:cNvPr id="2336" name="Google Shape;2336;p45"/>
          <p:cNvSpPr txBox="1">
            <a:spLocks noGrp="1"/>
          </p:cNvSpPr>
          <p:nvPr>
            <p:ph type="title"/>
          </p:nvPr>
        </p:nvSpPr>
        <p:spPr>
          <a:xfrm>
            <a:off x="2496108" y="1446082"/>
            <a:ext cx="4151784" cy="19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700"/>
              <a:t>Kết luận và hướng phát triển</a:t>
            </a:r>
            <a:endParaRPr sz="4700"/>
          </a:p>
        </p:txBody>
      </p:sp>
      <p:sp>
        <p:nvSpPr>
          <p:cNvPr id="2" name="Title 8">
            <a:extLst>
              <a:ext uri="{FF2B5EF4-FFF2-40B4-BE49-F238E27FC236}">
                <a16:creationId xmlns:a16="http://schemas.microsoft.com/office/drawing/2014/main" xmlns="" id="{F758AE08-2062-4EEB-72AF-792CC785B336}"/>
              </a:ext>
            </a:extLst>
          </p:cNvPr>
          <p:cNvSpPr txBox="1">
            <a:spLocks/>
          </p:cNvSpPr>
          <p:nvPr/>
        </p:nvSpPr>
        <p:spPr>
          <a:xfrm>
            <a:off x="4270248" y="805518"/>
            <a:ext cx="603504" cy="98990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6000"/>
              <a:buFont typeface="Fjalla One"/>
              <a:buNone/>
              <a:defRPr sz="7300" b="0" i="0" u="none" strike="noStrike" cap="none">
                <a:solidFill>
                  <a:schemeClr val="dk2"/>
                </a:solidFill>
                <a:latin typeface="SVN-Fjalla One" panose="02000506040000020004" pitchFamily="50" charset="0"/>
                <a:ea typeface="Fjalla One"/>
                <a:cs typeface="Fjalla One"/>
                <a:sym typeface="Fjalla One"/>
              </a:defRPr>
            </a:lvl1pPr>
            <a:lvl2pPr marR="0" lvl="1"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2pPr>
            <a:lvl3pPr marR="0" lvl="2"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3pPr>
            <a:lvl4pPr marR="0" lvl="3"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4pPr>
            <a:lvl5pPr marR="0" lvl="4"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5pPr>
            <a:lvl6pPr marR="0" lvl="5"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6pPr>
            <a:lvl7pPr marR="0" lvl="6"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7pPr>
            <a:lvl8pPr marR="0" lvl="7"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8pPr>
            <a:lvl9pPr marR="0" lvl="8"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9pPr>
          </a:lstStyle>
          <a:p>
            <a:r>
              <a:rPr lang="en-US" sz="6000"/>
              <a:t>4</a:t>
            </a:r>
          </a:p>
        </p:txBody>
      </p:sp>
      <p:sp>
        <p:nvSpPr>
          <p:cNvPr id="4" name="Subtitle 9">
            <a:extLst>
              <a:ext uri="{FF2B5EF4-FFF2-40B4-BE49-F238E27FC236}">
                <a16:creationId xmlns:a16="http://schemas.microsoft.com/office/drawing/2014/main" xmlns="" id="{D96FE7E6-6EA9-A6B1-98FF-CE04DA0F120B}"/>
              </a:ext>
            </a:extLst>
          </p:cNvPr>
          <p:cNvSpPr txBox="1">
            <a:spLocks/>
          </p:cNvSpPr>
          <p:nvPr/>
        </p:nvSpPr>
        <p:spPr>
          <a:xfrm>
            <a:off x="3232350" y="3184922"/>
            <a:ext cx="2679300" cy="658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r>
              <a:rPr lang="en-US" sz="1800"/>
              <a:t>Kết luận và đề nghị</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12"/>
        <p:cNvGrpSpPr/>
        <p:nvPr/>
      </p:nvGrpSpPr>
      <p:grpSpPr>
        <a:xfrm>
          <a:off x="0" y="0"/>
          <a:ext cx="0" cy="0"/>
          <a:chOff x="0" y="0"/>
          <a:chExt cx="0" cy="0"/>
        </a:xfrm>
      </p:grpSpPr>
      <p:pic>
        <p:nvPicPr>
          <p:cNvPr id="3513" name="Google Shape;3513;p62"/>
          <p:cNvPicPr preferRelativeResize="0"/>
          <p:nvPr/>
        </p:nvPicPr>
        <p:blipFill rotWithShape="1">
          <a:blip r:embed="rId3">
            <a:alphaModFix/>
          </a:blip>
          <a:srcRect l="1484" r="1494"/>
          <a:stretch/>
        </p:blipFill>
        <p:spPr>
          <a:xfrm>
            <a:off x="5811028" y="1768171"/>
            <a:ext cx="2367135" cy="1372386"/>
          </a:xfrm>
          <a:prstGeom prst="rect">
            <a:avLst/>
          </a:prstGeom>
          <a:noFill/>
          <a:ln>
            <a:noFill/>
          </a:ln>
        </p:spPr>
      </p:pic>
      <p:sp>
        <p:nvSpPr>
          <p:cNvPr id="3515" name="Google Shape;3515;p62"/>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a:t>Những công việc đã thực hiện</a:t>
            </a:r>
            <a:endParaRPr/>
          </a:p>
        </p:txBody>
      </p:sp>
      <p:sp>
        <p:nvSpPr>
          <p:cNvPr id="3514" name="Google Shape;3514;p62"/>
          <p:cNvSpPr txBox="1">
            <a:spLocks noGrp="1"/>
          </p:cNvSpPr>
          <p:nvPr>
            <p:ph type="subTitle" idx="1"/>
          </p:nvPr>
        </p:nvSpPr>
        <p:spPr>
          <a:xfrm>
            <a:off x="314255" y="1170098"/>
            <a:ext cx="5013382" cy="2656200"/>
          </a:xfrm>
          <a:prstGeom prst="rect">
            <a:avLst/>
          </a:prstGeom>
        </p:spPr>
        <p:txBody>
          <a:bodyPr spcFirstLastPara="1" wrap="square" lIns="91425" tIns="91425" rIns="91425" bIns="91425" anchor="ctr" anchorCtr="0">
            <a:normAutofit/>
          </a:bodyPr>
          <a:lstStyle/>
          <a:p>
            <a:pPr marL="285750" lvl="0" indent="-285750" algn="just" rtl="0">
              <a:spcBef>
                <a:spcPts val="600"/>
              </a:spcBef>
              <a:spcAft>
                <a:spcPts val="0"/>
              </a:spcAft>
              <a:buClr>
                <a:schemeClr val="accent1"/>
              </a:buClr>
              <a:buSzPct val="85000"/>
              <a:buFont typeface="Wingdings" panose="05000000000000000000" pitchFamily="2" charset="2"/>
              <a:buChar char="v"/>
            </a:pPr>
            <a:r>
              <a:rPr lang="vi-VN" sz="1600" dirty="0">
                <a:latin typeface="Barlow Semi Condensed"/>
                <a:ea typeface="Barlow Semi Condensed"/>
                <a:cs typeface="Barlow Semi Condensed"/>
                <a:sym typeface="Barlow Semi Condensed"/>
              </a:rPr>
              <a:t>Nghiên cứu và thiết kế kỹ thuật Prompt Engineering cho từng loại phân tích (bug, bảo mật, refactor, test).</a:t>
            </a:r>
            <a:r>
              <a:rPr lang="vi-VN" sz="1600" dirty="0" smtClean="0">
                <a:latin typeface="Barlow Semi Condensed"/>
                <a:ea typeface="Barlow Semi Condensed"/>
                <a:cs typeface="Barlow Semi Condensed"/>
                <a:sym typeface="Barlow Semi Condensed"/>
              </a:rPr>
              <a:t/>
            </a:r>
            <a:r>
              <a:rPr lang="vi-VN" sz="1600" dirty="0">
                <a:latin typeface="Barlow Semi Condensed"/>
                <a:ea typeface="Barlow Semi Condensed"/>
                <a:cs typeface="Barlow Semi Condensed"/>
                <a:sym typeface="Barlow Semi Condensed"/>
              </a:rPr>
              <a:t/>
            </a:r>
            <a:r>
              <a:rPr lang="en-US" sz="1600" dirty="0" smtClean="0"/>
              <a:t/>
            </a:r>
            <a:r>
              <a:rPr lang="vi-VN" sz="1600" dirty="0" smtClean="0">
                <a:latin typeface="Barlow Semi Condensed"/>
                <a:ea typeface="Barlow Semi Condensed"/>
                <a:cs typeface="Barlow Semi Condensed"/>
                <a:sym typeface="Barlow Semi Condensed"/>
              </a:rPr>
              <a:t/>
            </a:r>
            <a:r>
              <a:rPr lang="en-US" sz="1600" dirty="0" smtClean="0">
                <a:latin typeface="Barlow Semi Condensed"/>
                <a:ea typeface="Barlow Semi Condensed"/>
                <a:cs typeface="Barlow Semi Condensed"/>
                <a:sym typeface="Barlow Semi Condensed"/>
              </a:rPr>
              <a:t/>
            </a:r>
            <a:r>
              <a:rPr lang="vi-VN" sz="1600" dirty="0" smtClean="0">
                <a:latin typeface="Barlow Semi Condensed"/>
                <a:ea typeface="Barlow Semi Condensed"/>
                <a:cs typeface="Barlow Semi Condensed"/>
                <a:sym typeface="Barlow Semi Condensed"/>
              </a:rPr>
              <a:t/>
            </a:r>
            <a:endParaRPr lang="vi-VN" sz="1600" dirty="0">
              <a:latin typeface="Barlow Semi Condensed"/>
              <a:ea typeface="Barlow Semi Condensed"/>
              <a:cs typeface="Barlow Semi Condensed"/>
              <a:sym typeface="Barlow Semi Condensed"/>
            </a:endParaRPr>
          </a:p>
          <a:p>
            <a:pPr marL="285750" lvl="0" indent="-285750" algn="just" rtl="0">
              <a:spcBef>
                <a:spcPts val="600"/>
              </a:spcBef>
              <a:spcAft>
                <a:spcPts val="0"/>
              </a:spcAft>
              <a:buClr>
                <a:schemeClr val="accent1"/>
              </a:buClr>
              <a:buSzPct val="85000"/>
              <a:buFont typeface="Wingdings" panose="05000000000000000000" pitchFamily="2" charset="2"/>
              <a:buChar char="v"/>
            </a:pPr>
            <a:r>
              <a:rPr lang="vi-VN" sz="1600" dirty="0" smtClean="0"/>
              <a:t>Xây dựng 6 Claude Code Skill và pipeline điều phối theo đúng thứ tự phụ thuộc.</a:t>
            </a:r>
            <a:r>
              <a:rPr lang="vi-VN" sz="1600" dirty="0"/>
              <a:t/>
            </a:r>
            <a:r>
              <a:rPr lang="en-US" sz="1600" dirty="0" err="1" smtClean="0"/>
              <a:t/>
            </a:r>
            <a:r>
              <a:rPr lang="en-US" sz="1600" dirty="0" smtClean="0"/>
              <a:t/>
            </a:r>
            <a:r>
              <a:rPr lang="en-US" sz="1600" dirty="0" err="1" smtClean="0"/>
              <a:t/>
            </a:r>
            <a:r>
              <a:rPr lang="en-US" sz="1600" dirty="0" smtClean="0"/>
              <a:t/>
            </a:r>
            <a:r>
              <a:rPr lang="en-US" sz="1600" dirty="0" err="1" smtClean="0"/>
              <a:t/>
            </a:r>
            <a:r>
              <a:rPr lang="en-US" sz="1600" dirty="0" smtClean="0"/>
              <a:t/>
            </a:r>
            <a:r>
              <a:rPr lang="en-US" sz="1600" dirty="0" err="1" smtClean="0"/>
              <a:t/>
            </a:r>
            <a:r>
              <a:rPr lang="vi-VN" sz="1600" dirty="0" smtClean="0"/>
              <a:t/>
            </a:r>
            <a:endParaRPr lang="vi-VN" sz="1600" dirty="0"/>
          </a:p>
          <a:p>
            <a:pPr marL="285750" lvl="0" indent="-285750" algn="just" rtl="0">
              <a:spcBef>
                <a:spcPts val="600"/>
              </a:spcBef>
              <a:spcAft>
                <a:spcPts val="0"/>
              </a:spcAft>
              <a:buClr>
                <a:schemeClr val="accent1"/>
              </a:buClr>
              <a:buSzPct val="85000"/>
              <a:buFont typeface="Wingdings" panose="05000000000000000000" pitchFamily="2" charset="2"/>
              <a:buChar char="v"/>
            </a:pPr>
            <a:r>
              <a:rPr lang="vi-VN" sz="1600" dirty="0"/>
              <a:t>Tích hợp quy trình chấm bài qua merge request (GitLab API) cho giảng viên.</a:t>
            </a:r>
          </a:p>
          <a:p>
            <a:pPr marL="285750" lvl="0" indent="-285750" algn="just" rtl="0">
              <a:spcBef>
                <a:spcPts val="600"/>
              </a:spcBef>
              <a:spcAft>
                <a:spcPts val="0"/>
              </a:spcAft>
              <a:buClr>
                <a:schemeClr val="accent1"/>
              </a:buClr>
              <a:buSzPct val="85000"/>
              <a:buFont typeface="Wingdings" panose="05000000000000000000" pitchFamily="2" charset="2"/>
              <a:buChar char="v"/>
            </a:pPr>
            <a:r>
              <a:rPr lang="vi-VN" sz="1600" dirty="0"/>
              <a:t>Xây dựng website hỗ trợ (ASP.NET Core MVC + SQL Server) và nạp dữ liệu thật (45 bài tập, 13 bài giải mẫu).</a:t>
            </a:r>
            <a:r>
              <a:rPr lang="en-US" sz="1600" dirty="0" err="1" smtClean="0"/>
              <a:t/>
            </a:r>
            <a:r>
              <a:rPr lang="en-US" sz="1600" dirty="0" smtClean="0"/>
              <a:t/>
            </a:r>
            <a:r>
              <a:rPr lang="vi-VN" sz="1600" dirty="0" smtClean="0"/>
              <a:t/>
            </a:r>
            <a:r>
              <a:rPr lang="vi-VN" sz="1600" dirty="0"/>
              <a:t/>
            </a:r>
          </a:p>
          <a:p>
            <a:pPr marL="285750" lvl="0" indent="-285750" algn="just" rtl="0">
              <a:spcBef>
                <a:spcPts val="600"/>
              </a:spcBef>
              <a:spcAft>
                <a:spcPts val="0"/>
              </a:spcAft>
              <a:buClr>
                <a:schemeClr val="accent1"/>
              </a:buClr>
              <a:buSzPct val="85000"/>
              <a:buFont typeface="Wingdings" panose="05000000000000000000" pitchFamily="2" charset="2"/>
              <a:buChar char="v"/>
            </a:pPr>
            <a:endParaRPr lang="vi-VN" sz="1600" dirty="0">
              <a:latin typeface="Barlow Semi Condensed"/>
              <a:ea typeface="Barlow Semi Condensed"/>
              <a:cs typeface="Barlow Semi Condensed"/>
              <a:sym typeface="Barlow Semi Condensed"/>
            </a:endParaRPr>
          </a:p>
        </p:txBody>
      </p:sp>
      <p:grpSp>
        <p:nvGrpSpPr>
          <p:cNvPr id="3516" name="Google Shape;3516;p62"/>
          <p:cNvGrpSpPr/>
          <p:nvPr/>
        </p:nvGrpSpPr>
        <p:grpSpPr>
          <a:xfrm>
            <a:off x="5045480" y="1074871"/>
            <a:ext cx="3584419" cy="3307350"/>
            <a:chOff x="1230400" y="410075"/>
            <a:chExt cx="5124625" cy="4728500"/>
          </a:xfrm>
        </p:grpSpPr>
        <p:sp>
          <p:nvSpPr>
            <p:cNvPr id="3517" name="Google Shape;3517;p62"/>
            <p:cNvSpPr/>
            <p:nvPr/>
          </p:nvSpPr>
          <p:spPr>
            <a:xfrm>
              <a:off x="1384675" y="410150"/>
              <a:ext cx="4970350" cy="3655600"/>
            </a:xfrm>
            <a:custGeom>
              <a:avLst/>
              <a:gdLst/>
              <a:ahLst/>
              <a:cxnLst/>
              <a:rect l="l" t="t" r="r" b="b"/>
              <a:pathLst>
                <a:path w="198814" h="146224" extrusionOk="0">
                  <a:moveTo>
                    <a:pt x="173002" y="38507"/>
                  </a:moveTo>
                  <a:lnTo>
                    <a:pt x="173002" y="118161"/>
                  </a:lnTo>
                  <a:lnTo>
                    <a:pt x="37835" y="118161"/>
                  </a:lnTo>
                  <a:lnTo>
                    <a:pt x="37835" y="38507"/>
                  </a:lnTo>
                  <a:close/>
                  <a:moveTo>
                    <a:pt x="144780" y="0"/>
                  </a:moveTo>
                  <a:cubicBezTo>
                    <a:pt x="136124" y="0"/>
                    <a:pt x="127640" y="2694"/>
                    <a:pt x="120221" y="7391"/>
                  </a:cubicBezTo>
                  <a:cubicBezTo>
                    <a:pt x="110674" y="13402"/>
                    <a:pt x="103216" y="21213"/>
                    <a:pt x="91516" y="22724"/>
                  </a:cubicBezTo>
                  <a:cubicBezTo>
                    <a:pt x="84957" y="23559"/>
                    <a:pt x="78300" y="23746"/>
                    <a:pt x="71643" y="23746"/>
                  </a:cubicBezTo>
                  <a:cubicBezTo>
                    <a:pt x="66261" y="23746"/>
                    <a:pt x="60878" y="23624"/>
                    <a:pt x="55546" y="23624"/>
                  </a:cubicBezTo>
                  <a:cubicBezTo>
                    <a:pt x="24881" y="23624"/>
                    <a:pt x="1" y="55833"/>
                    <a:pt x="6205" y="89392"/>
                  </a:cubicBezTo>
                  <a:cubicBezTo>
                    <a:pt x="12441" y="122951"/>
                    <a:pt x="41756" y="146223"/>
                    <a:pt x="66636" y="146223"/>
                  </a:cubicBezTo>
                  <a:cubicBezTo>
                    <a:pt x="89009" y="146223"/>
                    <a:pt x="107395" y="132787"/>
                    <a:pt x="128643" y="129187"/>
                  </a:cubicBezTo>
                  <a:cubicBezTo>
                    <a:pt x="139186" y="127419"/>
                    <a:pt x="149761" y="129508"/>
                    <a:pt x="160176" y="126840"/>
                  </a:cubicBezTo>
                  <a:cubicBezTo>
                    <a:pt x="172295" y="123722"/>
                    <a:pt x="183674" y="116297"/>
                    <a:pt x="190392" y="105560"/>
                  </a:cubicBezTo>
                  <a:cubicBezTo>
                    <a:pt x="194956" y="98232"/>
                    <a:pt x="197207" y="90163"/>
                    <a:pt x="197817" y="81870"/>
                  </a:cubicBezTo>
                  <a:cubicBezTo>
                    <a:pt x="198814" y="68594"/>
                    <a:pt x="195728" y="54740"/>
                    <a:pt x="191613" y="42397"/>
                  </a:cubicBezTo>
                  <a:cubicBezTo>
                    <a:pt x="185474" y="24074"/>
                    <a:pt x="173548" y="5270"/>
                    <a:pt x="153490" y="930"/>
                  </a:cubicBezTo>
                  <a:cubicBezTo>
                    <a:pt x="150590" y="302"/>
                    <a:pt x="147676" y="0"/>
                    <a:pt x="1447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62"/>
            <p:cNvSpPr/>
            <p:nvPr/>
          </p:nvSpPr>
          <p:spPr>
            <a:xfrm>
              <a:off x="1515675" y="410075"/>
              <a:ext cx="4819275" cy="3654050"/>
            </a:xfrm>
            <a:custGeom>
              <a:avLst/>
              <a:gdLst/>
              <a:ahLst/>
              <a:cxnLst/>
              <a:rect l="l" t="t" r="r" b="b"/>
              <a:pathLst>
                <a:path w="192771" h="146162" extrusionOk="0">
                  <a:moveTo>
                    <a:pt x="139507" y="1"/>
                  </a:moveTo>
                  <a:cubicBezTo>
                    <a:pt x="130860" y="1"/>
                    <a:pt x="122406" y="2701"/>
                    <a:pt x="114981" y="7394"/>
                  </a:cubicBezTo>
                  <a:cubicBezTo>
                    <a:pt x="105434" y="13405"/>
                    <a:pt x="97976" y="21216"/>
                    <a:pt x="86276" y="22727"/>
                  </a:cubicBezTo>
                  <a:cubicBezTo>
                    <a:pt x="79686" y="23563"/>
                    <a:pt x="73032" y="23756"/>
                    <a:pt x="66346" y="23756"/>
                  </a:cubicBezTo>
                  <a:cubicBezTo>
                    <a:pt x="60978" y="23756"/>
                    <a:pt x="55610" y="23627"/>
                    <a:pt x="50306" y="23627"/>
                  </a:cubicBezTo>
                  <a:cubicBezTo>
                    <a:pt x="22855" y="23627"/>
                    <a:pt x="32" y="49471"/>
                    <a:pt x="0" y="78948"/>
                  </a:cubicBezTo>
                  <a:cubicBezTo>
                    <a:pt x="0" y="82387"/>
                    <a:pt x="322" y="85891"/>
                    <a:pt x="965" y="89395"/>
                  </a:cubicBezTo>
                  <a:cubicBezTo>
                    <a:pt x="2893" y="99777"/>
                    <a:pt x="7040" y="109196"/>
                    <a:pt x="12601" y="117232"/>
                  </a:cubicBezTo>
                  <a:cubicBezTo>
                    <a:pt x="13469" y="115850"/>
                    <a:pt x="14337" y="114500"/>
                    <a:pt x="15140" y="113278"/>
                  </a:cubicBezTo>
                  <a:cubicBezTo>
                    <a:pt x="14305" y="112796"/>
                    <a:pt x="13565" y="112153"/>
                    <a:pt x="13276" y="111285"/>
                  </a:cubicBezTo>
                  <a:cubicBezTo>
                    <a:pt x="13179" y="111028"/>
                    <a:pt x="13147" y="110803"/>
                    <a:pt x="13147" y="110546"/>
                  </a:cubicBezTo>
                  <a:cubicBezTo>
                    <a:pt x="13147" y="109582"/>
                    <a:pt x="13758" y="108681"/>
                    <a:pt x="14787" y="108456"/>
                  </a:cubicBezTo>
                  <a:cubicBezTo>
                    <a:pt x="14915" y="108424"/>
                    <a:pt x="15044" y="108424"/>
                    <a:pt x="15205" y="108424"/>
                  </a:cubicBezTo>
                  <a:cubicBezTo>
                    <a:pt x="15976" y="108424"/>
                    <a:pt x="16812" y="108810"/>
                    <a:pt x="17583" y="109389"/>
                  </a:cubicBezTo>
                  <a:cubicBezTo>
                    <a:pt x="17648" y="109260"/>
                    <a:pt x="17744" y="109132"/>
                    <a:pt x="17808" y="109035"/>
                  </a:cubicBezTo>
                  <a:cubicBezTo>
                    <a:pt x="18194" y="108392"/>
                    <a:pt x="18451" y="107910"/>
                    <a:pt x="18515" y="107749"/>
                  </a:cubicBezTo>
                  <a:cubicBezTo>
                    <a:pt x="19158" y="106303"/>
                    <a:pt x="20958" y="102445"/>
                    <a:pt x="21183" y="101963"/>
                  </a:cubicBezTo>
                  <a:cubicBezTo>
                    <a:pt x="21183" y="101835"/>
                    <a:pt x="21183" y="101610"/>
                    <a:pt x="21183" y="101256"/>
                  </a:cubicBezTo>
                  <a:cubicBezTo>
                    <a:pt x="21183" y="99617"/>
                    <a:pt x="21151" y="95599"/>
                    <a:pt x="20958" y="92288"/>
                  </a:cubicBezTo>
                  <a:cubicBezTo>
                    <a:pt x="20894" y="91323"/>
                    <a:pt x="20862" y="90456"/>
                    <a:pt x="20862" y="89716"/>
                  </a:cubicBezTo>
                  <a:cubicBezTo>
                    <a:pt x="20862" y="89073"/>
                    <a:pt x="20894" y="88495"/>
                    <a:pt x="20926" y="87980"/>
                  </a:cubicBezTo>
                  <a:cubicBezTo>
                    <a:pt x="20444" y="87370"/>
                    <a:pt x="20316" y="86791"/>
                    <a:pt x="20316" y="86309"/>
                  </a:cubicBezTo>
                  <a:cubicBezTo>
                    <a:pt x="20316" y="85859"/>
                    <a:pt x="20444" y="85505"/>
                    <a:pt x="20508" y="85312"/>
                  </a:cubicBezTo>
                  <a:cubicBezTo>
                    <a:pt x="20573" y="85184"/>
                    <a:pt x="20766" y="85055"/>
                    <a:pt x="21055" y="84927"/>
                  </a:cubicBezTo>
                  <a:cubicBezTo>
                    <a:pt x="21023" y="84573"/>
                    <a:pt x="20991" y="84220"/>
                    <a:pt x="20991" y="83962"/>
                  </a:cubicBezTo>
                  <a:cubicBezTo>
                    <a:pt x="20991" y="83705"/>
                    <a:pt x="21055" y="83352"/>
                    <a:pt x="21151" y="82902"/>
                  </a:cubicBezTo>
                  <a:cubicBezTo>
                    <a:pt x="21216" y="82452"/>
                    <a:pt x="21344" y="81873"/>
                    <a:pt x="21505" y="81262"/>
                  </a:cubicBezTo>
                  <a:cubicBezTo>
                    <a:pt x="21826" y="80041"/>
                    <a:pt x="22212" y="78562"/>
                    <a:pt x="22630" y="77148"/>
                  </a:cubicBezTo>
                  <a:cubicBezTo>
                    <a:pt x="23337" y="74673"/>
                    <a:pt x="24044" y="72358"/>
                    <a:pt x="24205" y="71812"/>
                  </a:cubicBezTo>
                  <a:cubicBezTo>
                    <a:pt x="24044" y="71587"/>
                    <a:pt x="23659" y="71040"/>
                    <a:pt x="23241" y="70430"/>
                  </a:cubicBezTo>
                  <a:cubicBezTo>
                    <a:pt x="22694" y="69626"/>
                    <a:pt x="22051" y="68726"/>
                    <a:pt x="21730" y="68276"/>
                  </a:cubicBezTo>
                  <a:cubicBezTo>
                    <a:pt x="21666" y="68147"/>
                    <a:pt x="21601" y="68083"/>
                    <a:pt x="21569" y="68051"/>
                  </a:cubicBezTo>
                  <a:cubicBezTo>
                    <a:pt x="21473" y="67922"/>
                    <a:pt x="21441" y="67794"/>
                    <a:pt x="21441" y="67633"/>
                  </a:cubicBezTo>
                  <a:cubicBezTo>
                    <a:pt x="21441" y="67504"/>
                    <a:pt x="21473" y="67376"/>
                    <a:pt x="21569" y="67279"/>
                  </a:cubicBezTo>
                  <a:cubicBezTo>
                    <a:pt x="21633" y="67151"/>
                    <a:pt x="21794" y="67086"/>
                    <a:pt x="21955" y="67086"/>
                  </a:cubicBezTo>
                  <a:cubicBezTo>
                    <a:pt x="22083" y="67086"/>
                    <a:pt x="22180" y="67119"/>
                    <a:pt x="22308" y="67183"/>
                  </a:cubicBezTo>
                  <a:lnTo>
                    <a:pt x="21666" y="65929"/>
                  </a:lnTo>
                  <a:lnTo>
                    <a:pt x="21633" y="65833"/>
                  </a:lnTo>
                  <a:lnTo>
                    <a:pt x="21633" y="65801"/>
                  </a:lnTo>
                  <a:cubicBezTo>
                    <a:pt x="21633" y="65769"/>
                    <a:pt x="21633" y="65640"/>
                    <a:pt x="21666" y="65511"/>
                  </a:cubicBezTo>
                  <a:cubicBezTo>
                    <a:pt x="21698" y="65383"/>
                    <a:pt x="21762" y="65254"/>
                    <a:pt x="21891" y="65094"/>
                  </a:cubicBezTo>
                  <a:cubicBezTo>
                    <a:pt x="21987" y="65029"/>
                    <a:pt x="22116" y="64965"/>
                    <a:pt x="22276" y="64965"/>
                  </a:cubicBezTo>
                  <a:cubicBezTo>
                    <a:pt x="22341" y="64965"/>
                    <a:pt x="22405" y="64965"/>
                    <a:pt x="22469" y="64997"/>
                  </a:cubicBezTo>
                  <a:cubicBezTo>
                    <a:pt x="22566" y="64997"/>
                    <a:pt x="22630" y="65061"/>
                    <a:pt x="22726" y="65094"/>
                  </a:cubicBezTo>
                  <a:lnTo>
                    <a:pt x="22726" y="65094"/>
                  </a:lnTo>
                  <a:lnTo>
                    <a:pt x="22437" y="64483"/>
                  </a:lnTo>
                  <a:cubicBezTo>
                    <a:pt x="22437" y="64451"/>
                    <a:pt x="22405" y="64386"/>
                    <a:pt x="22437" y="64322"/>
                  </a:cubicBezTo>
                  <a:cubicBezTo>
                    <a:pt x="22437" y="64322"/>
                    <a:pt x="22469" y="64226"/>
                    <a:pt x="22501" y="64097"/>
                  </a:cubicBezTo>
                  <a:cubicBezTo>
                    <a:pt x="22566" y="64001"/>
                    <a:pt x="22662" y="63840"/>
                    <a:pt x="22823" y="63743"/>
                  </a:cubicBezTo>
                  <a:cubicBezTo>
                    <a:pt x="22919" y="63647"/>
                    <a:pt x="23080" y="63615"/>
                    <a:pt x="23209" y="63615"/>
                  </a:cubicBezTo>
                  <a:lnTo>
                    <a:pt x="23241" y="63615"/>
                  </a:lnTo>
                  <a:cubicBezTo>
                    <a:pt x="23401" y="63615"/>
                    <a:pt x="23562" y="63647"/>
                    <a:pt x="23723" y="63743"/>
                  </a:cubicBezTo>
                  <a:cubicBezTo>
                    <a:pt x="23819" y="63808"/>
                    <a:pt x="23916" y="63904"/>
                    <a:pt x="23980" y="64001"/>
                  </a:cubicBezTo>
                  <a:cubicBezTo>
                    <a:pt x="24076" y="64097"/>
                    <a:pt x="24141" y="64193"/>
                    <a:pt x="24237" y="64354"/>
                  </a:cubicBezTo>
                  <a:cubicBezTo>
                    <a:pt x="24366" y="64547"/>
                    <a:pt x="24494" y="64772"/>
                    <a:pt x="24623" y="64997"/>
                  </a:cubicBezTo>
                  <a:lnTo>
                    <a:pt x="24494" y="64161"/>
                  </a:lnTo>
                  <a:cubicBezTo>
                    <a:pt x="24494" y="64097"/>
                    <a:pt x="24494" y="64033"/>
                    <a:pt x="24526" y="64001"/>
                  </a:cubicBezTo>
                  <a:cubicBezTo>
                    <a:pt x="24526" y="63968"/>
                    <a:pt x="24591" y="63872"/>
                    <a:pt x="24687" y="63776"/>
                  </a:cubicBezTo>
                  <a:cubicBezTo>
                    <a:pt x="24719" y="63776"/>
                    <a:pt x="24719" y="63743"/>
                    <a:pt x="24751" y="63743"/>
                  </a:cubicBezTo>
                  <a:lnTo>
                    <a:pt x="24751" y="36485"/>
                  </a:lnTo>
                  <a:cubicBezTo>
                    <a:pt x="24751" y="33592"/>
                    <a:pt x="27098" y="31213"/>
                    <a:pt x="30023" y="31213"/>
                  </a:cubicBezTo>
                  <a:lnTo>
                    <a:pt x="170366" y="31213"/>
                  </a:lnTo>
                  <a:cubicBezTo>
                    <a:pt x="173259" y="31213"/>
                    <a:pt x="175637" y="33592"/>
                    <a:pt x="175637" y="36485"/>
                  </a:cubicBezTo>
                  <a:lnTo>
                    <a:pt x="175637" y="116364"/>
                  </a:lnTo>
                  <a:cubicBezTo>
                    <a:pt x="179334" y="113278"/>
                    <a:pt x="182580" y="109678"/>
                    <a:pt x="185152" y="105563"/>
                  </a:cubicBezTo>
                  <a:cubicBezTo>
                    <a:pt x="189716" y="98235"/>
                    <a:pt x="191967" y="90166"/>
                    <a:pt x="192577" y="81873"/>
                  </a:cubicBezTo>
                  <a:cubicBezTo>
                    <a:pt x="192706" y="80169"/>
                    <a:pt x="192770" y="78466"/>
                    <a:pt x="192770" y="76762"/>
                  </a:cubicBezTo>
                  <a:cubicBezTo>
                    <a:pt x="192770" y="65094"/>
                    <a:pt x="189974" y="53168"/>
                    <a:pt x="186373" y="42400"/>
                  </a:cubicBezTo>
                  <a:cubicBezTo>
                    <a:pt x="180234" y="24077"/>
                    <a:pt x="168308" y="5273"/>
                    <a:pt x="148250" y="933"/>
                  </a:cubicBezTo>
                  <a:cubicBezTo>
                    <a:pt x="145325" y="322"/>
                    <a:pt x="142432" y="1"/>
                    <a:pt x="139507" y="1"/>
                  </a:cubicBezTo>
                  <a:close/>
                  <a:moveTo>
                    <a:pt x="23016" y="127229"/>
                  </a:moveTo>
                  <a:cubicBezTo>
                    <a:pt x="22823" y="127454"/>
                    <a:pt x="22630" y="127679"/>
                    <a:pt x="22469" y="127840"/>
                  </a:cubicBezTo>
                  <a:cubicBezTo>
                    <a:pt x="22308" y="128032"/>
                    <a:pt x="22148" y="128193"/>
                    <a:pt x="22019" y="128354"/>
                  </a:cubicBezTo>
                  <a:cubicBezTo>
                    <a:pt x="22919" y="129222"/>
                    <a:pt x="23819" y="130058"/>
                    <a:pt x="24751" y="130861"/>
                  </a:cubicBezTo>
                  <a:lnTo>
                    <a:pt x="24751" y="127550"/>
                  </a:lnTo>
                  <a:cubicBezTo>
                    <a:pt x="24173" y="127518"/>
                    <a:pt x="23562" y="127422"/>
                    <a:pt x="23016" y="127229"/>
                  </a:cubicBezTo>
                  <a:close/>
                  <a:moveTo>
                    <a:pt x="64064" y="144523"/>
                  </a:moveTo>
                  <a:cubicBezTo>
                    <a:pt x="64032" y="145069"/>
                    <a:pt x="63968" y="145616"/>
                    <a:pt x="63903" y="146162"/>
                  </a:cubicBezTo>
                  <a:cubicBezTo>
                    <a:pt x="67921" y="145969"/>
                    <a:pt x="71779" y="145391"/>
                    <a:pt x="75572" y="1445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62"/>
            <p:cNvSpPr/>
            <p:nvPr/>
          </p:nvSpPr>
          <p:spPr>
            <a:xfrm>
              <a:off x="1972925" y="4531000"/>
              <a:ext cx="4095225" cy="240325"/>
            </a:xfrm>
            <a:custGeom>
              <a:avLst/>
              <a:gdLst/>
              <a:ahLst/>
              <a:cxnLst/>
              <a:rect l="l" t="t" r="r" b="b"/>
              <a:pathLst>
                <a:path w="163809" h="9613" extrusionOk="0">
                  <a:moveTo>
                    <a:pt x="81904" y="1"/>
                  </a:moveTo>
                  <a:cubicBezTo>
                    <a:pt x="36677" y="1"/>
                    <a:pt x="0" y="2155"/>
                    <a:pt x="0" y="4823"/>
                  </a:cubicBezTo>
                  <a:cubicBezTo>
                    <a:pt x="0" y="7458"/>
                    <a:pt x="36677" y="9612"/>
                    <a:pt x="81904" y="9612"/>
                  </a:cubicBezTo>
                  <a:cubicBezTo>
                    <a:pt x="127131" y="9612"/>
                    <a:pt x="163808" y="7458"/>
                    <a:pt x="163808" y="4823"/>
                  </a:cubicBezTo>
                  <a:cubicBezTo>
                    <a:pt x="163808" y="2155"/>
                    <a:pt x="127131" y="1"/>
                    <a:pt x="819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62"/>
            <p:cNvSpPr/>
            <p:nvPr/>
          </p:nvSpPr>
          <p:spPr>
            <a:xfrm>
              <a:off x="1972925" y="4535825"/>
              <a:ext cx="4095225" cy="235500"/>
            </a:xfrm>
            <a:custGeom>
              <a:avLst/>
              <a:gdLst/>
              <a:ahLst/>
              <a:cxnLst/>
              <a:rect l="l" t="t" r="r" b="b"/>
              <a:pathLst>
                <a:path w="163809" h="9420" extrusionOk="0">
                  <a:moveTo>
                    <a:pt x="58310" y="1"/>
                  </a:moveTo>
                  <a:lnTo>
                    <a:pt x="58310" y="1"/>
                  </a:lnTo>
                  <a:cubicBezTo>
                    <a:pt x="53489" y="97"/>
                    <a:pt x="48892" y="226"/>
                    <a:pt x="44488" y="354"/>
                  </a:cubicBezTo>
                  <a:cubicBezTo>
                    <a:pt x="41917" y="1062"/>
                    <a:pt x="39924" y="1126"/>
                    <a:pt x="39924" y="1126"/>
                  </a:cubicBezTo>
                  <a:lnTo>
                    <a:pt x="39924" y="1094"/>
                  </a:lnTo>
                  <a:cubicBezTo>
                    <a:pt x="39924" y="1062"/>
                    <a:pt x="39924" y="837"/>
                    <a:pt x="39956" y="483"/>
                  </a:cubicBezTo>
                  <a:lnTo>
                    <a:pt x="39956" y="483"/>
                  </a:lnTo>
                  <a:cubicBezTo>
                    <a:pt x="37609" y="579"/>
                    <a:pt x="35391" y="676"/>
                    <a:pt x="33206" y="740"/>
                  </a:cubicBezTo>
                  <a:cubicBezTo>
                    <a:pt x="33238" y="901"/>
                    <a:pt x="33238" y="1029"/>
                    <a:pt x="33238" y="1158"/>
                  </a:cubicBezTo>
                  <a:cubicBezTo>
                    <a:pt x="33238" y="1383"/>
                    <a:pt x="33206" y="1512"/>
                    <a:pt x="33206" y="1512"/>
                  </a:cubicBezTo>
                  <a:cubicBezTo>
                    <a:pt x="33206" y="1512"/>
                    <a:pt x="31791" y="1415"/>
                    <a:pt x="29830" y="901"/>
                  </a:cubicBezTo>
                  <a:cubicBezTo>
                    <a:pt x="11605" y="1801"/>
                    <a:pt x="0" y="3119"/>
                    <a:pt x="0" y="4630"/>
                  </a:cubicBezTo>
                  <a:cubicBezTo>
                    <a:pt x="0" y="7265"/>
                    <a:pt x="36677" y="9419"/>
                    <a:pt x="81904" y="9419"/>
                  </a:cubicBezTo>
                  <a:cubicBezTo>
                    <a:pt x="127131" y="9419"/>
                    <a:pt x="163808" y="7265"/>
                    <a:pt x="163808" y="4630"/>
                  </a:cubicBezTo>
                  <a:cubicBezTo>
                    <a:pt x="163808" y="2444"/>
                    <a:pt x="139218" y="612"/>
                    <a:pt x="105498" y="1"/>
                  </a:cubicBezTo>
                  <a:lnTo>
                    <a:pt x="105498" y="1"/>
                  </a:lnTo>
                  <a:lnTo>
                    <a:pt x="106430" y="1190"/>
                  </a:lnTo>
                  <a:cubicBezTo>
                    <a:pt x="106495" y="1287"/>
                    <a:pt x="106527" y="1415"/>
                    <a:pt x="106463" y="1512"/>
                  </a:cubicBezTo>
                  <a:cubicBezTo>
                    <a:pt x="106430" y="1608"/>
                    <a:pt x="106302" y="1672"/>
                    <a:pt x="106205" y="1672"/>
                  </a:cubicBezTo>
                  <a:lnTo>
                    <a:pt x="57603" y="1672"/>
                  </a:lnTo>
                  <a:cubicBezTo>
                    <a:pt x="57475" y="1672"/>
                    <a:pt x="57378" y="1608"/>
                    <a:pt x="57314" y="1512"/>
                  </a:cubicBezTo>
                  <a:cubicBezTo>
                    <a:pt x="57282" y="1415"/>
                    <a:pt x="57282" y="1287"/>
                    <a:pt x="57346" y="1190"/>
                  </a:cubicBezTo>
                  <a:lnTo>
                    <a:pt x="5831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62"/>
            <p:cNvSpPr/>
            <p:nvPr/>
          </p:nvSpPr>
          <p:spPr>
            <a:xfrm>
              <a:off x="2121600" y="3176250"/>
              <a:ext cx="133425" cy="207225"/>
            </a:xfrm>
            <a:custGeom>
              <a:avLst/>
              <a:gdLst/>
              <a:ahLst/>
              <a:cxnLst/>
              <a:rect l="l" t="t" r="r" b="b"/>
              <a:pathLst>
                <a:path w="5337" h="8289" extrusionOk="0">
                  <a:moveTo>
                    <a:pt x="2783" y="0"/>
                  </a:moveTo>
                  <a:cubicBezTo>
                    <a:pt x="2420" y="0"/>
                    <a:pt x="2050" y="99"/>
                    <a:pt x="1704" y="317"/>
                  </a:cubicBezTo>
                  <a:cubicBezTo>
                    <a:pt x="161" y="1249"/>
                    <a:pt x="0" y="4528"/>
                    <a:pt x="386" y="6103"/>
                  </a:cubicBezTo>
                  <a:cubicBezTo>
                    <a:pt x="418" y="6230"/>
                    <a:pt x="1209" y="8289"/>
                    <a:pt x="1222" y="8289"/>
                  </a:cubicBezTo>
                  <a:cubicBezTo>
                    <a:pt x="1222" y="8289"/>
                    <a:pt x="1222" y="8289"/>
                    <a:pt x="1222" y="8289"/>
                  </a:cubicBezTo>
                  <a:cubicBezTo>
                    <a:pt x="1254" y="8289"/>
                    <a:pt x="3729" y="6328"/>
                    <a:pt x="4372" y="5042"/>
                  </a:cubicBezTo>
                  <a:cubicBezTo>
                    <a:pt x="4918" y="3949"/>
                    <a:pt x="5336" y="2438"/>
                    <a:pt x="4758" y="1281"/>
                  </a:cubicBezTo>
                  <a:cubicBezTo>
                    <a:pt x="4379" y="502"/>
                    <a:pt x="3600" y="0"/>
                    <a:pt x="27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62"/>
            <p:cNvSpPr/>
            <p:nvPr/>
          </p:nvSpPr>
          <p:spPr>
            <a:xfrm>
              <a:off x="1502000" y="3626850"/>
              <a:ext cx="143875" cy="202650"/>
            </a:xfrm>
            <a:custGeom>
              <a:avLst/>
              <a:gdLst/>
              <a:ahLst/>
              <a:cxnLst/>
              <a:rect l="l" t="t" r="r" b="b"/>
              <a:pathLst>
                <a:path w="5755" h="8106" extrusionOk="0">
                  <a:moveTo>
                    <a:pt x="2641" y="1"/>
                  </a:moveTo>
                  <a:cubicBezTo>
                    <a:pt x="1856" y="1"/>
                    <a:pt x="1101" y="408"/>
                    <a:pt x="740" y="1194"/>
                  </a:cubicBezTo>
                  <a:cubicBezTo>
                    <a:pt x="1" y="2833"/>
                    <a:pt x="1640" y="5662"/>
                    <a:pt x="2862" y="6755"/>
                  </a:cubicBezTo>
                  <a:cubicBezTo>
                    <a:pt x="2957" y="6850"/>
                    <a:pt x="4683" y="8105"/>
                    <a:pt x="4756" y="8105"/>
                  </a:cubicBezTo>
                  <a:cubicBezTo>
                    <a:pt x="4757" y="8105"/>
                    <a:pt x="4758" y="8105"/>
                    <a:pt x="4758" y="8105"/>
                  </a:cubicBezTo>
                  <a:cubicBezTo>
                    <a:pt x="4758" y="8105"/>
                    <a:pt x="5755" y="5083"/>
                    <a:pt x="5594" y="3669"/>
                  </a:cubicBezTo>
                  <a:cubicBezTo>
                    <a:pt x="5433" y="2479"/>
                    <a:pt x="4919" y="969"/>
                    <a:pt x="3826" y="326"/>
                  </a:cubicBezTo>
                  <a:cubicBezTo>
                    <a:pt x="3455" y="108"/>
                    <a:pt x="3044" y="1"/>
                    <a:pt x="2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62"/>
            <p:cNvSpPr/>
            <p:nvPr/>
          </p:nvSpPr>
          <p:spPr>
            <a:xfrm>
              <a:off x="2656800" y="3458200"/>
              <a:ext cx="462900" cy="1053550"/>
            </a:xfrm>
            <a:custGeom>
              <a:avLst/>
              <a:gdLst/>
              <a:ahLst/>
              <a:cxnLst/>
              <a:rect l="l" t="t" r="r" b="b"/>
              <a:pathLst>
                <a:path w="18516" h="42142" extrusionOk="0">
                  <a:moveTo>
                    <a:pt x="9161" y="0"/>
                  </a:moveTo>
                  <a:cubicBezTo>
                    <a:pt x="9161" y="0"/>
                    <a:pt x="0" y="9483"/>
                    <a:pt x="32" y="21119"/>
                  </a:cubicBezTo>
                  <a:cubicBezTo>
                    <a:pt x="97" y="32755"/>
                    <a:pt x="9354" y="42141"/>
                    <a:pt x="9354" y="42141"/>
                  </a:cubicBezTo>
                  <a:cubicBezTo>
                    <a:pt x="9354" y="42141"/>
                    <a:pt x="18515" y="32659"/>
                    <a:pt x="18483" y="21023"/>
                  </a:cubicBezTo>
                  <a:cubicBezTo>
                    <a:pt x="18419" y="9386"/>
                    <a:pt x="9161" y="0"/>
                    <a:pt x="9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62"/>
            <p:cNvSpPr/>
            <p:nvPr/>
          </p:nvSpPr>
          <p:spPr>
            <a:xfrm>
              <a:off x="1230400" y="3120375"/>
              <a:ext cx="1581525" cy="1453250"/>
            </a:xfrm>
            <a:custGeom>
              <a:avLst/>
              <a:gdLst/>
              <a:ahLst/>
              <a:cxnLst/>
              <a:rect l="l" t="t" r="r" b="b"/>
              <a:pathLst>
                <a:path w="63261" h="58130" extrusionOk="0">
                  <a:moveTo>
                    <a:pt x="47092" y="44790"/>
                  </a:moveTo>
                  <a:cubicBezTo>
                    <a:pt x="47542" y="46879"/>
                    <a:pt x="48377" y="49354"/>
                    <a:pt x="49920" y="51508"/>
                  </a:cubicBezTo>
                  <a:cubicBezTo>
                    <a:pt x="49085" y="51122"/>
                    <a:pt x="48217" y="50672"/>
                    <a:pt x="47252" y="50190"/>
                  </a:cubicBezTo>
                  <a:cubicBezTo>
                    <a:pt x="46545" y="49836"/>
                    <a:pt x="45806" y="49451"/>
                    <a:pt x="45066" y="49033"/>
                  </a:cubicBezTo>
                  <a:cubicBezTo>
                    <a:pt x="45195" y="48743"/>
                    <a:pt x="46288" y="46300"/>
                    <a:pt x="46352" y="44918"/>
                  </a:cubicBezTo>
                  <a:cubicBezTo>
                    <a:pt x="46609" y="44886"/>
                    <a:pt x="46867" y="44822"/>
                    <a:pt x="47092" y="44790"/>
                  </a:cubicBezTo>
                  <a:close/>
                  <a:moveTo>
                    <a:pt x="26617" y="1"/>
                  </a:moveTo>
                  <a:cubicBezTo>
                    <a:pt x="26474" y="1"/>
                    <a:pt x="26334" y="15"/>
                    <a:pt x="26198" y="44"/>
                  </a:cubicBezTo>
                  <a:cubicBezTo>
                    <a:pt x="24912" y="334"/>
                    <a:pt x="24301" y="1684"/>
                    <a:pt x="24687" y="2873"/>
                  </a:cubicBezTo>
                  <a:cubicBezTo>
                    <a:pt x="25073" y="4095"/>
                    <a:pt x="26423" y="4898"/>
                    <a:pt x="27580" y="5316"/>
                  </a:cubicBezTo>
                  <a:cubicBezTo>
                    <a:pt x="28119" y="5496"/>
                    <a:pt x="28966" y="5550"/>
                    <a:pt x="29781" y="5550"/>
                  </a:cubicBezTo>
                  <a:cubicBezTo>
                    <a:pt x="30715" y="5550"/>
                    <a:pt x="31608" y="5479"/>
                    <a:pt x="31952" y="5445"/>
                  </a:cubicBezTo>
                  <a:cubicBezTo>
                    <a:pt x="32337" y="5830"/>
                    <a:pt x="32755" y="6216"/>
                    <a:pt x="33205" y="6698"/>
                  </a:cubicBezTo>
                  <a:cubicBezTo>
                    <a:pt x="33977" y="7502"/>
                    <a:pt x="34845" y="8402"/>
                    <a:pt x="35712" y="9463"/>
                  </a:cubicBezTo>
                  <a:cubicBezTo>
                    <a:pt x="35937" y="9752"/>
                    <a:pt x="36195" y="10041"/>
                    <a:pt x="36420" y="10363"/>
                  </a:cubicBezTo>
                  <a:cubicBezTo>
                    <a:pt x="35937" y="9945"/>
                    <a:pt x="35230" y="9366"/>
                    <a:pt x="35134" y="9334"/>
                  </a:cubicBezTo>
                  <a:cubicBezTo>
                    <a:pt x="34248" y="8744"/>
                    <a:pt x="32587" y="8167"/>
                    <a:pt x="31151" y="8167"/>
                  </a:cubicBezTo>
                  <a:cubicBezTo>
                    <a:pt x="30397" y="8167"/>
                    <a:pt x="29706" y="8326"/>
                    <a:pt x="29219" y="8723"/>
                  </a:cubicBezTo>
                  <a:cubicBezTo>
                    <a:pt x="28223" y="9559"/>
                    <a:pt x="28287" y="11038"/>
                    <a:pt x="29187" y="11938"/>
                  </a:cubicBezTo>
                  <a:cubicBezTo>
                    <a:pt x="29864" y="12615"/>
                    <a:pt x="30924" y="12837"/>
                    <a:pt x="31928" y="12837"/>
                  </a:cubicBezTo>
                  <a:cubicBezTo>
                    <a:pt x="32258" y="12837"/>
                    <a:pt x="32581" y="12813"/>
                    <a:pt x="32884" y="12774"/>
                  </a:cubicBezTo>
                  <a:cubicBezTo>
                    <a:pt x="34137" y="12581"/>
                    <a:pt x="36355" y="11166"/>
                    <a:pt x="36838" y="10877"/>
                  </a:cubicBezTo>
                  <a:cubicBezTo>
                    <a:pt x="37352" y="11552"/>
                    <a:pt x="37898" y="12227"/>
                    <a:pt x="38380" y="12999"/>
                  </a:cubicBezTo>
                  <a:cubicBezTo>
                    <a:pt x="39248" y="14317"/>
                    <a:pt x="40084" y="15731"/>
                    <a:pt x="40759" y="17306"/>
                  </a:cubicBezTo>
                  <a:cubicBezTo>
                    <a:pt x="40791" y="17403"/>
                    <a:pt x="40823" y="17499"/>
                    <a:pt x="40856" y="17595"/>
                  </a:cubicBezTo>
                  <a:cubicBezTo>
                    <a:pt x="40631" y="17338"/>
                    <a:pt x="39377" y="16052"/>
                    <a:pt x="39248" y="15956"/>
                  </a:cubicBezTo>
                  <a:cubicBezTo>
                    <a:pt x="38324" y="15221"/>
                    <a:pt x="36421" y="14364"/>
                    <a:pt x="34879" y="14364"/>
                  </a:cubicBezTo>
                  <a:cubicBezTo>
                    <a:pt x="34330" y="14364"/>
                    <a:pt x="33827" y="14473"/>
                    <a:pt x="33430" y="14735"/>
                  </a:cubicBezTo>
                  <a:cubicBezTo>
                    <a:pt x="32337" y="15442"/>
                    <a:pt x="32273" y="16920"/>
                    <a:pt x="33044" y="17917"/>
                  </a:cubicBezTo>
                  <a:cubicBezTo>
                    <a:pt x="33805" y="18860"/>
                    <a:pt x="35257" y="19141"/>
                    <a:pt x="36446" y="19141"/>
                  </a:cubicBezTo>
                  <a:cubicBezTo>
                    <a:pt x="36513" y="19141"/>
                    <a:pt x="36579" y="19140"/>
                    <a:pt x="36645" y="19138"/>
                  </a:cubicBezTo>
                  <a:cubicBezTo>
                    <a:pt x="38027" y="19074"/>
                    <a:pt x="40759" y="17692"/>
                    <a:pt x="40888" y="17628"/>
                  </a:cubicBezTo>
                  <a:cubicBezTo>
                    <a:pt x="41498" y="19106"/>
                    <a:pt x="42013" y="20681"/>
                    <a:pt x="42431" y="22288"/>
                  </a:cubicBezTo>
                  <a:cubicBezTo>
                    <a:pt x="42752" y="23478"/>
                    <a:pt x="43009" y="24667"/>
                    <a:pt x="43266" y="25889"/>
                  </a:cubicBezTo>
                  <a:cubicBezTo>
                    <a:pt x="42977" y="25567"/>
                    <a:pt x="41788" y="24378"/>
                    <a:pt x="41691" y="24281"/>
                  </a:cubicBezTo>
                  <a:cubicBezTo>
                    <a:pt x="40767" y="23547"/>
                    <a:pt x="38864" y="22690"/>
                    <a:pt x="37322" y="22690"/>
                  </a:cubicBezTo>
                  <a:cubicBezTo>
                    <a:pt x="36773" y="22690"/>
                    <a:pt x="36270" y="22798"/>
                    <a:pt x="35873" y="23060"/>
                  </a:cubicBezTo>
                  <a:cubicBezTo>
                    <a:pt x="34780" y="23767"/>
                    <a:pt x="34684" y="25246"/>
                    <a:pt x="35487" y="26242"/>
                  </a:cubicBezTo>
                  <a:cubicBezTo>
                    <a:pt x="36248" y="27186"/>
                    <a:pt x="37700" y="27466"/>
                    <a:pt x="38862" y="27466"/>
                  </a:cubicBezTo>
                  <a:cubicBezTo>
                    <a:pt x="38927" y="27466"/>
                    <a:pt x="38992" y="27465"/>
                    <a:pt x="39055" y="27464"/>
                  </a:cubicBezTo>
                  <a:cubicBezTo>
                    <a:pt x="40438" y="27399"/>
                    <a:pt x="43074" y="26082"/>
                    <a:pt x="43299" y="25985"/>
                  </a:cubicBezTo>
                  <a:cubicBezTo>
                    <a:pt x="43395" y="26532"/>
                    <a:pt x="43524" y="27078"/>
                    <a:pt x="43652" y="27624"/>
                  </a:cubicBezTo>
                  <a:cubicBezTo>
                    <a:pt x="44006" y="29425"/>
                    <a:pt x="44391" y="31225"/>
                    <a:pt x="44777" y="32993"/>
                  </a:cubicBezTo>
                  <a:cubicBezTo>
                    <a:pt x="44938" y="33603"/>
                    <a:pt x="45099" y="34214"/>
                    <a:pt x="45259" y="34793"/>
                  </a:cubicBezTo>
                  <a:cubicBezTo>
                    <a:pt x="44809" y="34343"/>
                    <a:pt x="43974" y="33507"/>
                    <a:pt x="43909" y="33443"/>
                  </a:cubicBezTo>
                  <a:cubicBezTo>
                    <a:pt x="42989" y="32687"/>
                    <a:pt x="41099" y="31846"/>
                    <a:pt x="39561" y="31846"/>
                  </a:cubicBezTo>
                  <a:cubicBezTo>
                    <a:pt x="39004" y="31846"/>
                    <a:pt x="38493" y="31956"/>
                    <a:pt x="38091" y="32221"/>
                  </a:cubicBezTo>
                  <a:cubicBezTo>
                    <a:pt x="36998" y="32928"/>
                    <a:pt x="36902" y="34407"/>
                    <a:pt x="37705" y="35371"/>
                  </a:cubicBezTo>
                  <a:cubicBezTo>
                    <a:pt x="38470" y="36319"/>
                    <a:pt x="39904" y="36627"/>
                    <a:pt x="41093" y="36627"/>
                  </a:cubicBezTo>
                  <a:cubicBezTo>
                    <a:pt x="41154" y="36627"/>
                    <a:pt x="41214" y="36626"/>
                    <a:pt x="41273" y="36625"/>
                  </a:cubicBezTo>
                  <a:cubicBezTo>
                    <a:pt x="42495" y="36561"/>
                    <a:pt x="44745" y="35500"/>
                    <a:pt x="45356" y="35211"/>
                  </a:cubicBezTo>
                  <a:cubicBezTo>
                    <a:pt x="45645" y="36207"/>
                    <a:pt x="45934" y="37171"/>
                    <a:pt x="46288" y="38136"/>
                  </a:cubicBezTo>
                  <a:cubicBezTo>
                    <a:pt x="46417" y="38554"/>
                    <a:pt x="46545" y="38971"/>
                    <a:pt x="46738" y="39357"/>
                  </a:cubicBezTo>
                  <a:cubicBezTo>
                    <a:pt x="46802" y="39550"/>
                    <a:pt x="46899" y="39775"/>
                    <a:pt x="46995" y="39968"/>
                  </a:cubicBezTo>
                  <a:cubicBezTo>
                    <a:pt x="46770" y="39936"/>
                    <a:pt x="46642" y="39936"/>
                    <a:pt x="46642" y="39936"/>
                  </a:cubicBezTo>
                  <a:lnTo>
                    <a:pt x="46642" y="39936"/>
                  </a:lnTo>
                  <a:cubicBezTo>
                    <a:pt x="46642" y="39936"/>
                    <a:pt x="46609" y="40514"/>
                    <a:pt x="46674" y="41414"/>
                  </a:cubicBezTo>
                  <a:cubicBezTo>
                    <a:pt x="45633" y="40696"/>
                    <a:pt x="44248" y="40034"/>
                    <a:pt x="43094" y="40034"/>
                  </a:cubicBezTo>
                  <a:cubicBezTo>
                    <a:pt x="42751" y="40034"/>
                    <a:pt x="42428" y="40093"/>
                    <a:pt x="42141" y="40225"/>
                  </a:cubicBezTo>
                  <a:cubicBezTo>
                    <a:pt x="40952" y="40772"/>
                    <a:pt x="40663" y="42218"/>
                    <a:pt x="41273" y="43311"/>
                  </a:cubicBezTo>
                  <a:cubicBezTo>
                    <a:pt x="41370" y="43440"/>
                    <a:pt x="41466" y="43568"/>
                    <a:pt x="41563" y="43697"/>
                  </a:cubicBezTo>
                  <a:cubicBezTo>
                    <a:pt x="41756" y="45143"/>
                    <a:pt x="42591" y="46718"/>
                    <a:pt x="43299" y="47522"/>
                  </a:cubicBezTo>
                  <a:cubicBezTo>
                    <a:pt x="43363" y="47618"/>
                    <a:pt x="44263" y="48454"/>
                    <a:pt x="44745" y="48872"/>
                  </a:cubicBezTo>
                  <a:cubicBezTo>
                    <a:pt x="44295" y="48615"/>
                    <a:pt x="43845" y="48390"/>
                    <a:pt x="43363" y="48101"/>
                  </a:cubicBezTo>
                  <a:cubicBezTo>
                    <a:pt x="42688" y="47747"/>
                    <a:pt x="41981" y="47297"/>
                    <a:pt x="41273" y="46911"/>
                  </a:cubicBezTo>
                  <a:cubicBezTo>
                    <a:pt x="40920" y="46686"/>
                    <a:pt x="40566" y="46461"/>
                    <a:pt x="40213" y="46236"/>
                  </a:cubicBezTo>
                  <a:cubicBezTo>
                    <a:pt x="39859" y="46011"/>
                    <a:pt x="39538" y="45754"/>
                    <a:pt x="39184" y="45529"/>
                  </a:cubicBezTo>
                  <a:cubicBezTo>
                    <a:pt x="38670" y="45143"/>
                    <a:pt x="38188" y="44757"/>
                    <a:pt x="37673" y="44340"/>
                  </a:cubicBezTo>
                  <a:cubicBezTo>
                    <a:pt x="38091" y="43697"/>
                    <a:pt x="39313" y="41704"/>
                    <a:pt x="39505" y="40547"/>
                  </a:cubicBezTo>
                  <a:cubicBezTo>
                    <a:pt x="39698" y="39325"/>
                    <a:pt x="39570" y="37750"/>
                    <a:pt x="38702" y="36850"/>
                  </a:cubicBezTo>
                  <a:cubicBezTo>
                    <a:pt x="38240" y="36388"/>
                    <a:pt x="37627" y="36138"/>
                    <a:pt x="37026" y="36138"/>
                  </a:cubicBezTo>
                  <a:cubicBezTo>
                    <a:pt x="36455" y="36138"/>
                    <a:pt x="35895" y="36364"/>
                    <a:pt x="35487" y="36850"/>
                  </a:cubicBezTo>
                  <a:cubicBezTo>
                    <a:pt x="34330" y="38264"/>
                    <a:pt x="35198" y="41414"/>
                    <a:pt x="36034" y="42797"/>
                  </a:cubicBezTo>
                  <a:cubicBezTo>
                    <a:pt x="36066" y="42829"/>
                    <a:pt x="36291" y="43118"/>
                    <a:pt x="36548" y="43407"/>
                  </a:cubicBezTo>
                  <a:cubicBezTo>
                    <a:pt x="36066" y="43022"/>
                    <a:pt x="35584" y="42604"/>
                    <a:pt x="35134" y="42186"/>
                  </a:cubicBezTo>
                  <a:cubicBezTo>
                    <a:pt x="33784" y="40997"/>
                    <a:pt x="32466" y="39711"/>
                    <a:pt x="31148" y="38457"/>
                  </a:cubicBezTo>
                  <a:cubicBezTo>
                    <a:pt x="30859" y="38200"/>
                    <a:pt x="30569" y="37943"/>
                    <a:pt x="30312" y="37654"/>
                  </a:cubicBezTo>
                  <a:cubicBezTo>
                    <a:pt x="30666" y="37107"/>
                    <a:pt x="31984" y="34953"/>
                    <a:pt x="32177" y="33732"/>
                  </a:cubicBezTo>
                  <a:cubicBezTo>
                    <a:pt x="32369" y="32543"/>
                    <a:pt x="32273" y="30967"/>
                    <a:pt x="31373" y="30035"/>
                  </a:cubicBezTo>
                  <a:cubicBezTo>
                    <a:pt x="30935" y="29581"/>
                    <a:pt x="30334" y="29340"/>
                    <a:pt x="29739" y="29340"/>
                  </a:cubicBezTo>
                  <a:cubicBezTo>
                    <a:pt x="29153" y="29340"/>
                    <a:pt x="28573" y="29573"/>
                    <a:pt x="28159" y="30067"/>
                  </a:cubicBezTo>
                  <a:cubicBezTo>
                    <a:pt x="27001" y="31450"/>
                    <a:pt x="27869" y="34632"/>
                    <a:pt x="28737" y="35982"/>
                  </a:cubicBezTo>
                  <a:cubicBezTo>
                    <a:pt x="28769" y="36046"/>
                    <a:pt x="29026" y="36368"/>
                    <a:pt x="29316" y="36721"/>
                  </a:cubicBezTo>
                  <a:cubicBezTo>
                    <a:pt x="28576" y="36046"/>
                    <a:pt x="27837" y="35371"/>
                    <a:pt x="27066" y="34761"/>
                  </a:cubicBezTo>
                  <a:cubicBezTo>
                    <a:pt x="25748" y="33635"/>
                    <a:pt x="24398" y="32607"/>
                    <a:pt x="23015" y="31707"/>
                  </a:cubicBezTo>
                  <a:cubicBezTo>
                    <a:pt x="23144" y="31514"/>
                    <a:pt x="24751" y="29039"/>
                    <a:pt x="24976" y="27657"/>
                  </a:cubicBezTo>
                  <a:cubicBezTo>
                    <a:pt x="25137" y="26467"/>
                    <a:pt x="25041" y="24892"/>
                    <a:pt x="24140" y="23992"/>
                  </a:cubicBezTo>
                  <a:cubicBezTo>
                    <a:pt x="23696" y="23531"/>
                    <a:pt x="23090" y="23280"/>
                    <a:pt x="22493" y="23280"/>
                  </a:cubicBezTo>
                  <a:cubicBezTo>
                    <a:pt x="21925" y="23280"/>
                    <a:pt x="21365" y="23507"/>
                    <a:pt x="20958" y="23992"/>
                  </a:cubicBezTo>
                  <a:cubicBezTo>
                    <a:pt x="19769" y="25406"/>
                    <a:pt x="20637" y="28557"/>
                    <a:pt x="21505" y="29939"/>
                  </a:cubicBezTo>
                  <a:cubicBezTo>
                    <a:pt x="21569" y="30035"/>
                    <a:pt x="22501" y="31192"/>
                    <a:pt x="22855" y="31578"/>
                  </a:cubicBezTo>
                  <a:lnTo>
                    <a:pt x="22790" y="31546"/>
                  </a:lnTo>
                  <a:cubicBezTo>
                    <a:pt x="21344" y="30646"/>
                    <a:pt x="19801" y="29939"/>
                    <a:pt x="18354" y="29328"/>
                  </a:cubicBezTo>
                  <a:cubicBezTo>
                    <a:pt x="16876" y="28750"/>
                    <a:pt x="15429" y="28299"/>
                    <a:pt x="14111" y="27946"/>
                  </a:cubicBezTo>
                  <a:cubicBezTo>
                    <a:pt x="12794" y="27560"/>
                    <a:pt x="11540" y="27303"/>
                    <a:pt x="10447" y="27078"/>
                  </a:cubicBezTo>
                  <a:cubicBezTo>
                    <a:pt x="9836" y="26982"/>
                    <a:pt x="9290" y="26885"/>
                    <a:pt x="8775" y="26789"/>
                  </a:cubicBezTo>
                  <a:lnTo>
                    <a:pt x="8808" y="26789"/>
                  </a:lnTo>
                  <a:cubicBezTo>
                    <a:pt x="8840" y="26757"/>
                    <a:pt x="7008" y="25567"/>
                    <a:pt x="6879" y="25503"/>
                  </a:cubicBezTo>
                  <a:cubicBezTo>
                    <a:pt x="6051" y="25089"/>
                    <a:pt x="4680" y="24736"/>
                    <a:pt x="3408" y="24736"/>
                  </a:cubicBezTo>
                  <a:cubicBezTo>
                    <a:pt x="2407" y="24736"/>
                    <a:pt x="1466" y="24955"/>
                    <a:pt x="900" y="25535"/>
                  </a:cubicBezTo>
                  <a:cubicBezTo>
                    <a:pt x="0" y="26467"/>
                    <a:pt x="225" y="27946"/>
                    <a:pt x="1222" y="28717"/>
                  </a:cubicBezTo>
                  <a:cubicBezTo>
                    <a:pt x="1813" y="29194"/>
                    <a:pt x="2608" y="29365"/>
                    <a:pt x="3405" y="29365"/>
                  </a:cubicBezTo>
                  <a:cubicBezTo>
                    <a:pt x="3951" y="29365"/>
                    <a:pt x="4499" y="29285"/>
                    <a:pt x="4982" y="29167"/>
                  </a:cubicBezTo>
                  <a:cubicBezTo>
                    <a:pt x="6172" y="28846"/>
                    <a:pt x="8197" y="27271"/>
                    <a:pt x="8711" y="26853"/>
                  </a:cubicBezTo>
                  <a:cubicBezTo>
                    <a:pt x="9225" y="26949"/>
                    <a:pt x="9804" y="27078"/>
                    <a:pt x="10415" y="27207"/>
                  </a:cubicBezTo>
                  <a:cubicBezTo>
                    <a:pt x="11508" y="27432"/>
                    <a:pt x="12729" y="27721"/>
                    <a:pt x="14047" y="28139"/>
                  </a:cubicBezTo>
                  <a:cubicBezTo>
                    <a:pt x="14401" y="28235"/>
                    <a:pt x="14786" y="28364"/>
                    <a:pt x="15140" y="28492"/>
                  </a:cubicBezTo>
                  <a:cubicBezTo>
                    <a:pt x="14497" y="28396"/>
                    <a:pt x="13597" y="28332"/>
                    <a:pt x="13501" y="28332"/>
                  </a:cubicBezTo>
                  <a:cubicBezTo>
                    <a:pt x="11893" y="28364"/>
                    <a:pt x="8775" y="29360"/>
                    <a:pt x="8229" y="31096"/>
                  </a:cubicBezTo>
                  <a:cubicBezTo>
                    <a:pt x="7843" y="32350"/>
                    <a:pt x="8743" y="33539"/>
                    <a:pt x="9965" y="33796"/>
                  </a:cubicBezTo>
                  <a:cubicBezTo>
                    <a:pt x="10127" y="33830"/>
                    <a:pt x="10292" y="33845"/>
                    <a:pt x="10457" y="33845"/>
                  </a:cubicBezTo>
                  <a:cubicBezTo>
                    <a:pt x="11569" y="33845"/>
                    <a:pt x="12717" y="33146"/>
                    <a:pt x="13501" y="32446"/>
                  </a:cubicBezTo>
                  <a:cubicBezTo>
                    <a:pt x="14433" y="31610"/>
                    <a:pt x="15526" y="29200"/>
                    <a:pt x="15783" y="28685"/>
                  </a:cubicBezTo>
                  <a:cubicBezTo>
                    <a:pt x="16587" y="28942"/>
                    <a:pt x="17390" y="29264"/>
                    <a:pt x="18226" y="29617"/>
                  </a:cubicBezTo>
                  <a:cubicBezTo>
                    <a:pt x="19672" y="30228"/>
                    <a:pt x="21151" y="30967"/>
                    <a:pt x="22598" y="31900"/>
                  </a:cubicBezTo>
                  <a:cubicBezTo>
                    <a:pt x="22662" y="31964"/>
                    <a:pt x="22726" y="32028"/>
                    <a:pt x="22823" y="32060"/>
                  </a:cubicBezTo>
                  <a:cubicBezTo>
                    <a:pt x="22501" y="31964"/>
                    <a:pt x="20733" y="31610"/>
                    <a:pt x="20605" y="31578"/>
                  </a:cubicBezTo>
                  <a:cubicBezTo>
                    <a:pt x="20472" y="31568"/>
                    <a:pt x="20329" y="31562"/>
                    <a:pt x="20178" y="31562"/>
                  </a:cubicBezTo>
                  <a:cubicBezTo>
                    <a:pt x="18486" y="31562"/>
                    <a:pt x="15725" y="32230"/>
                    <a:pt x="15076" y="33764"/>
                  </a:cubicBezTo>
                  <a:cubicBezTo>
                    <a:pt x="14561" y="34986"/>
                    <a:pt x="15301" y="36271"/>
                    <a:pt x="16490" y="36625"/>
                  </a:cubicBezTo>
                  <a:cubicBezTo>
                    <a:pt x="16752" y="36708"/>
                    <a:pt x="17024" y="36744"/>
                    <a:pt x="17300" y="36744"/>
                  </a:cubicBezTo>
                  <a:cubicBezTo>
                    <a:pt x="18311" y="36744"/>
                    <a:pt x="19372" y="36248"/>
                    <a:pt x="20155" y="35693"/>
                  </a:cubicBezTo>
                  <a:cubicBezTo>
                    <a:pt x="21280" y="34889"/>
                    <a:pt x="22823" y="32221"/>
                    <a:pt x="22887" y="32093"/>
                  </a:cubicBezTo>
                  <a:cubicBezTo>
                    <a:pt x="24205" y="32993"/>
                    <a:pt x="25491" y="34021"/>
                    <a:pt x="26744" y="35146"/>
                  </a:cubicBezTo>
                  <a:cubicBezTo>
                    <a:pt x="27644" y="35950"/>
                    <a:pt x="28544" y="36786"/>
                    <a:pt x="29412" y="37654"/>
                  </a:cubicBezTo>
                  <a:cubicBezTo>
                    <a:pt x="28994" y="37557"/>
                    <a:pt x="27355" y="37204"/>
                    <a:pt x="27226" y="37204"/>
                  </a:cubicBezTo>
                  <a:cubicBezTo>
                    <a:pt x="27073" y="37188"/>
                    <a:pt x="26905" y="37180"/>
                    <a:pt x="26727" y="37180"/>
                  </a:cubicBezTo>
                  <a:cubicBezTo>
                    <a:pt x="25029" y="37180"/>
                    <a:pt x="22337" y="37877"/>
                    <a:pt x="21698" y="39389"/>
                  </a:cubicBezTo>
                  <a:cubicBezTo>
                    <a:pt x="21183" y="40579"/>
                    <a:pt x="21923" y="41864"/>
                    <a:pt x="23112" y="42250"/>
                  </a:cubicBezTo>
                  <a:cubicBezTo>
                    <a:pt x="23366" y="42330"/>
                    <a:pt x="23629" y="42366"/>
                    <a:pt x="23896" y="42366"/>
                  </a:cubicBezTo>
                  <a:cubicBezTo>
                    <a:pt x="24915" y="42366"/>
                    <a:pt x="25987" y="41846"/>
                    <a:pt x="26776" y="41286"/>
                  </a:cubicBezTo>
                  <a:cubicBezTo>
                    <a:pt x="27901" y="40514"/>
                    <a:pt x="29380" y="37943"/>
                    <a:pt x="29476" y="37718"/>
                  </a:cubicBezTo>
                  <a:cubicBezTo>
                    <a:pt x="29894" y="38136"/>
                    <a:pt x="30280" y="38521"/>
                    <a:pt x="30698" y="38907"/>
                  </a:cubicBezTo>
                  <a:cubicBezTo>
                    <a:pt x="31984" y="40193"/>
                    <a:pt x="33269" y="41511"/>
                    <a:pt x="34620" y="42765"/>
                  </a:cubicBezTo>
                  <a:cubicBezTo>
                    <a:pt x="35070" y="43182"/>
                    <a:pt x="35520" y="43600"/>
                    <a:pt x="36002" y="44018"/>
                  </a:cubicBezTo>
                  <a:cubicBezTo>
                    <a:pt x="35359" y="43857"/>
                    <a:pt x="34234" y="43632"/>
                    <a:pt x="34105" y="43600"/>
                  </a:cubicBezTo>
                  <a:cubicBezTo>
                    <a:pt x="33973" y="43590"/>
                    <a:pt x="33830" y="43584"/>
                    <a:pt x="33679" y="43584"/>
                  </a:cubicBezTo>
                  <a:cubicBezTo>
                    <a:pt x="31986" y="43584"/>
                    <a:pt x="29225" y="44252"/>
                    <a:pt x="28576" y="45786"/>
                  </a:cubicBezTo>
                  <a:cubicBezTo>
                    <a:pt x="28062" y="47008"/>
                    <a:pt x="28801" y="48293"/>
                    <a:pt x="30023" y="48647"/>
                  </a:cubicBezTo>
                  <a:cubicBezTo>
                    <a:pt x="30285" y="48730"/>
                    <a:pt x="30557" y="48767"/>
                    <a:pt x="30832" y="48767"/>
                  </a:cubicBezTo>
                  <a:cubicBezTo>
                    <a:pt x="31842" y="48767"/>
                    <a:pt x="32898" y="48270"/>
                    <a:pt x="33655" y="47715"/>
                  </a:cubicBezTo>
                  <a:cubicBezTo>
                    <a:pt x="34652" y="47008"/>
                    <a:pt x="35937" y="44886"/>
                    <a:pt x="36291" y="44275"/>
                  </a:cubicBezTo>
                  <a:cubicBezTo>
                    <a:pt x="37095" y="44950"/>
                    <a:pt x="37866" y="45625"/>
                    <a:pt x="38670" y="46236"/>
                  </a:cubicBezTo>
                  <a:cubicBezTo>
                    <a:pt x="39023" y="46493"/>
                    <a:pt x="39377" y="46750"/>
                    <a:pt x="39730" y="46975"/>
                  </a:cubicBezTo>
                  <a:cubicBezTo>
                    <a:pt x="40084" y="47233"/>
                    <a:pt x="40438" y="47458"/>
                    <a:pt x="40759" y="47683"/>
                  </a:cubicBezTo>
                  <a:cubicBezTo>
                    <a:pt x="41498" y="48133"/>
                    <a:pt x="42173" y="48551"/>
                    <a:pt x="42881" y="48968"/>
                  </a:cubicBezTo>
                  <a:cubicBezTo>
                    <a:pt x="43202" y="49161"/>
                    <a:pt x="43556" y="49354"/>
                    <a:pt x="43877" y="49547"/>
                  </a:cubicBezTo>
                  <a:cubicBezTo>
                    <a:pt x="43266" y="49322"/>
                    <a:pt x="42302" y="48936"/>
                    <a:pt x="42206" y="48936"/>
                  </a:cubicBezTo>
                  <a:cubicBezTo>
                    <a:pt x="41747" y="48815"/>
                    <a:pt x="41145" y="48745"/>
                    <a:pt x="40498" y="48745"/>
                  </a:cubicBezTo>
                  <a:cubicBezTo>
                    <a:pt x="38919" y="48745"/>
                    <a:pt x="37071" y="49160"/>
                    <a:pt x="36387" y="50254"/>
                  </a:cubicBezTo>
                  <a:cubicBezTo>
                    <a:pt x="35712" y="51347"/>
                    <a:pt x="36259" y="52729"/>
                    <a:pt x="37384" y="53276"/>
                  </a:cubicBezTo>
                  <a:cubicBezTo>
                    <a:pt x="37776" y="53477"/>
                    <a:pt x="38219" y="53562"/>
                    <a:pt x="38676" y="53562"/>
                  </a:cubicBezTo>
                  <a:cubicBezTo>
                    <a:pt x="39530" y="53562"/>
                    <a:pt x="40433" y="53267"/>
                    <a:pt x="41145" y="52890"/>
                  </a:cubicBezTo>
                  <a:cubicBezTo>
                    <a:pt x="42334" y="52311"/>
                    <a:pt x="44134" y="50093"/>
                    <a:pt x="44327" y="49804"/>
                  </a:cubicBezTo>
                  <a:cubicBezTo>
                    <a:pt x="45163" y="50286"/>
                    <a:pt x="45999" y="50736"/>
                    <a:pt x="46770" y="51154"/>
                  </a:cubicBezTo>
                  <a:cubicBezTo>
                    <a:pt x="48827" y="52247"/>
                    <a:pt x="50627" y="53147"/>
                    <a:pt x="52010" y="53790"/>
                  </a:cubicBezTo>
                  <a:cubicBezTo>
                    <a:pt x="56542" y="57712"/>
                    <a:pt x="62907" y="58130"/>
                    <a:pt x="62907" y="58130"/>
                  </a:cubicBezTo>
                  <a:cubicBezTo>
                    <a:pt x="62907" y="58130"/>
                    <a:pt x="63260" y="50511"/>
                    <a:pt x="58760" y="45465"/>
                  </a:cubicBezTo>
                  <a:cubicBezTo>
                    <a:pt x="57121" y="43632"/>
                    <a:pt x="55096" y="42411"/>
                    <a:pt x="53135" y="41607"/>
                  </a:cubicBezTo>
                  <a:cubicBezTo>
                    <a:pt x="53263" y="41447"/>
                    <a:pt x="53392" y="41318"/>
                    <a:pt x="53488" y="41189"/>
                  </a:cubicBezTo>
                  <a:cubicBezTo>
                    <a:pt x="54131" y="40161"/>
                    <a:pt x="54710" y="38682"/>
                    <a:pt x="54292" y="37493"/>
                  </a:cubicBezTo>
                  <a:cubicBezTo>
                    <a:pt x="53976" y="36593"/>
                    <a:pt x="53145" y="35969"/>
                    <a:pt x="52244" y="35969"/>
                  </a:cubicBezTo>
                  <a:cubicBezTo>
                    <a:pt x="51954" y="35969"/>
                    <a:pt x="51656" y="36034"/>
                    <a:pt x="51367" y="36175"/>
                  </a:cubicBezTo>
                  <a:cubicBezTo>
                    <a:pt x="50113" y="36753"/>
                    <a:pt x="49502" y="38746"/>
                    <a:pt x="49374" y="40386"/>
                  </a:cubicBezTo>
                  <a:cubicBezTo>
                    <a:pt x="48892" y="40257"/>
                    <a:pt x="48442" y="40193"/>
                    <a:pt x="48056" y="40129"/>
                  </a:cubicBezTo>
                  <a:cubicBezTo>
                    <a:pt x="47895" y="39743"/>
                    <a:pt x="47734" y="39389"/>
                    <a:pt x="47542" y="39004"/>
                  </a:cubicBezTo>
                  <a:cubicBezTo>
                    <a:pt x="47381" y="38618"/>
                    <a:pt x="47252" y="38232"/>
                    <a:pt x="47092" y="37814"/>
                  </a:cubicBezTo>
                  <a:cubicBezTo>
                    <a:pt x="46867" y="37236"/>
                    <a:pt x="46674" y="36625"/>
                    <a:pt x="46481" y="36014"/>
                  </a:cubicBezTo>
                  <a:cubicBezTo>
                    <a:pt x="47188" y="35693"/>
                    <a:pt x="49310" y="34728"/>
                    <a:pt x="50113" y="33860"/>
                  </a:cubicBezTo>
                  <a:cubicBezTo>
                    <a:pt x="50917" y="32960"/>
                    <a:pt x="51688" y="31578"/>
                    <a:pt x="51463" y="30325"/>
                  </a:cubicBezTo>
                  <a:cubicBezTo>
                    <a:pt x="51245" y="29262"/>
                    <a:pt x="50358" y="28477"/>
                    <a:pt x="49330" y="28477"/>
                  </a:cubicBezTo>
                  <a:cubicBezTo>
                    <a:pt x="49144" y="28477"/>
                    <a:pt x="48955" y="28503"/>
                    <a:pt x="48763" y="28557"/>
                  </a:cubicBezTo>
                  <a:cubicBezTo>
                    <a:pt x="47027" y="29071"/>
                    <a:pt x="45999" y="32189"/>
                    <a:pt x="45967" y="33828"/>
                  </a:cubicBezTo>
                  <a:cubicBezTo>
                    <a:pt x="45967" y="33860"/>
                    <a:pt x="45999" y="34214"/>
                    <a:pt x="46031" y="34632"/>
                  </a:cubicBezTo>
                  <a:cubicBezTo>
                    <a:pt x="45870" y="34021"/>
                    <a:pt x="45677" y="33410"/>
                    <a:pt x="45516" y="32800"/>
                  </a:cubicBezTo>
                  <a:cubicBezTo>
                    <a:pt x="45066" y="31064"/>
                    <a:pt x="44681" y="29296"/>
                    <a:pt x="44263" y="27496"/>
                  </a:cubicBezTo>
                  <a:cubicBezTo>
                    <a:pt x="44166" y="27110"/>
                    <a:pt x="44102" y="26757"/>
                    <a:pt x="44006" y="26371"/>
                  </a:cubicBezTo>
                  <a:cubicBezTo>
                    <a:pt x="44616" y="26114"/>
                    <a:pt x="46899" y="25053"/>
                    <a:pt x="47734" y="24153"/>
                  </a:cubicBezTo>
                  <a:cubicBezTo>
                    <a:pt x="48538" y="23253"/>
                    <a:pt x="49342" y="21871"/>
                    <a:pt x="49085" y="20617"/>
                  </a:cubicBezTo>
                  <a:cubicBezTo>
                    <a:pt x="48896" y="19568"/>
                    <a:pt x="48032" y="18789"/>
                    <a:pt x="47021" y="18789"/>
                  </a:cubicBezTo>
                  <a:cubicBezTo>
                    <a:pt x="46824" y="18789"/>
                    <a:pt x="46621" y="18818"/>
                    <a:pt x="46417" y="18881"/>
                  </a:cubicBezTo>
                  <a:cubicBezTo>
                    <a:pt x="44681" y="19395"/>
                    <a:pt x="43652" y="22481"/>
                    <a:pt x="43620" y="24121"/>
                  </a:cubicBezTo>
                  <a:cubicBezTo>
                    <a:pt x="43620" y="24185"/>
                    <a:pt x="43652" y="24603"/>
                    <a:pt x="43684" y="25053"/>
                  </a:cubicBezTo>
                  <a:cubicBezTo>
                    <a:pt x="43459" y="24089"/>
                    <a:pt x="43202" y="23124"/>
                    <a:pt x="42945" y="22160"/>
                  </a:cubicBezTo>
                  <a:cubicBezTo>
                    <a:pt x="42463" y="20521"/>
                    <a:pt x="41884" y="18913"/>
                    <a:pt x="41209" y="17370"/>
                  </a:cubicBezTo>
                  <a:cubicBezTo>
                    <a:pt x="41434" y="17306"/>
                    <a:pt x="44166" y="16117"/>
                    <a:pt x="45066" y="15088"/>
                  </a:cubicBezTo>
                  <a:cubicBezTo>
                    <a:pt x="45870" y="14188"/>
                    <a:pt x="46674" y="12838"/>
                    <a:pt x="46417" y="11584"/>
                  </a:cubicBezTo>
                  <a:cubicBezTo>
                    <a:pt x="46226" y="10522"/>
                    <a:pt x="45343" y="9737"/>
                    <a:pt x="44315" y="9737"/>
                  </a:cubicBezTo>
                  <a:cubicBezTo>
                    <a:pt x="44130" y="9737"/>
                    <a:pt x="43940" y="9762"/>
                    <a:pt x="43749" y="9816"/>
                  </a:cubicBezTo>
                  <a:cubicBezTo>
                    <a:pt x="42013" y="10331"/>
                    <a:pt x="40984" y="13449"/>
                    <a:pt x="40952" y="15088"/>
                  </a:cubicBezTo>
                  <a:cubicBezTo>
                    <a:pt x="40952" y="15185"/>
                    <a:pt x="41081" y="16663"/>
                    <a:pt x="41145" y="17210"/>
                  </a:cubicBezTo>
                  <a:lnTo>
                    <a:pt x="41113" y="17145"/>
                  </a:lnTo>
                  <a:cubicBezTo>
                    <a:pt x="40406" y="15570"/>
                    <a:pt x="39538" y="14156"/>
                    <a:pt x="38638" y="12838"/>
                  </a:cubicBezTo>
                  <a:cubicBezTo>
                    <a:pt x="37738" y="11520"/>
                    <a:pt x="36773" y="10363"/>
                    <a:pt x="35873" y="9334"/>
                  </a:cubicBezTo>
                  <a:cubicBezTo>
                    <a:pt x="34973" y="8273"/>
                    <a:pt x="34073" y="7373"/>
                    <a:pt x="33269" y="6602"/>
                  </a:cubicBezTo>
                  <a:cubicBezTo>
                    <a:pt x="32852" y="6184"/>
                    <a:pt x="32434" y="5798"/>
                    <a:pt x="32048" y="5445"/>
                  </a:cubicBezTo>
                  <a:lnTo>
                    <a:pt x="32112" y="5445"/>
                  </a:lnTo>
                  <a:cubicBezTo>
                    <a:pt x="32144" y="5445"/>
                    <a:pt x="31244" y="3420"/>
                    <a:pt x="31180" y="3291"/>
                  </a:cubicBezTo>
                  <a:cubicBezTo>
                    <a:pt x="30438" y="2015"/>
                    <a:pt x="28328" y="1"/>
                    <a:pt x="266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62"/>
            <p:cNvSpPr/>
            <p:nvPr/>
          </p:nvSpPr>
          <p:spPr>
            <a:xfrm>
              <a:off x="2969400" y="4123575"/>
              <a:ext cx="426750" cy="440400"/>
            </a:xfrm>
            <a:custGeom>
              <a:avLst/>
              <a:gdLst/>
              <a:ahLst/>
              <a:cxnLst/>
              <a:rect l="l" t="t" r="r" b="b"/>
              <a:pathLst>
                <a:path w="17070" h="17616" extrusionOk="0">
                  <a:moveTo>
                    <a:pt x="17005" y="1"/>
                  </a:moveTo>
                  <a:lnTo>
                    <a:pt x="17005" y="1"/>
                  </a:lnTo>
                  <a:cubicBezTo>
                    <a:pt x="17004" y="1"/>
                    <a:pt x="9354" y="226"/>
                    <a:pt x="4694" y="5112"/>
                  </a:cubicBezTo>
                  <a:cubicBezTo>
                    <a:pt x="0" y="9965"/>
                    <a:pt x="65" y="17616"/>
                    <a:pt x="65" y="17616"/>
                  </a:cubicBezTo>
                  <a:cubicBezTo>
                    <a:pt x="65" y="17616"/>
                    <a:pt x="7715" y="17359"/>
                    <a:pt x="12376" y="12505"/>
                  </a:cubicBezTo>
                  <a:cubicBezTo>
                    <a:pt x="17069" y="7651"/>
                    <a:pt x="17005" y="1"/>
                    <a:pt x="170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62"/>
            <p:cNvSpPr/>
            <p:nvPr/>
          </p:nvSpPr>
          <p:spPr>
            <a:xfrm>
              <a:off x="1515675" y="3626950"/>
              <a:ext cx="126175" cy="202525"/>
            </a:xfrm>
            <a:custGeom>
              <a:avLst/>
              <a:gdLst/>
              <a:ahLst/>
              <a:cxnLst/>
              <a:rect l="l" t="t" r="r" b="b"/>
              <a:pathLst>
                <a:path w="5047" h="8101" extrusionOk="0">
                  <a:moveTo>
                    <a:pt x="2090" y="0"/>
                  </a:moveTo>
                  <a:cubicBezTo>
                    <a:pt x="1318" y="0"/>
                    <a:pt x="547" y="386"/>
                    <a:pt x="193" y="1190"/>
                  </a:cubicBezTo>
                  <a:cubicBezTo>
                    <a:pt x="65" y="1479"/>
                    <a:pt x="0" y="1800"/>
                    <a:pt x="0" y="2154"/>
                  </a:cubicBezTo>
                  <a:cubicBezTo>
                    <a:pt x="0" y="3761"/>
                    <a:pt x="1318" y="5851"/>
                    <a:pt x="2315" y="6751"/>
                  </a:cubicBezTo>
                  <a:cubicBezTo>
                    <a:pt x="2411" y="6847"/>
                    <a:pt x="4147" y="8101"/>
                    <a:pt x="4211" y="8101"/>
                  </a:cubicBezTo>
                  <a:cubicBezTo>
                    <a:pt x="4211" y="8101"/>
                    <a:pt x="5047" y="5529"/>
                    <a:pt x="5047" y="4018"/>
                  </a:cubicBezTo>
                  <a:cubicBezTo>
                    <a:pt x="5047" y="3890"/>
                    <a:pt x="5047" y="3761"/>
                    <a:pt x="5047" y="3665"/>
                  </a:cubicBezTo>
                  <a:cubicBezTo>
                    <a:pt x="4886" y="2475"/>
                    <a:pt x="4372" y="965"/>
                    <a:pt x="3279" y="322"/>
                  </a:cubicBezTo>
                  <a:cubicBezTo>
                    <a:pt x="2893" y="97"/>
                    <a:pt x="2508" y="0"/>
                    <a:pt x="20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62"/>
            <p:cNvSpPr/>
            <p:nvPr/>
          </p:nvSpPr>
          <p:spPr>
            <a:xfrm>
              <a:off x="2659200" y="4023125"/>
              <a:ext cx="458100" cy="488625"/>
            </a:xfrm>
            <a:custGeom>
              <a:avLst/>
              <a:gdLst/>
              <a:ahLst/>
              <a:cxnLst/>
              <a:rect l="l" t="t" r="r" b="b"/>
              <a:pathLst>
                <a:path w="18324" h="19545" extrusionOk="0">
                  <a:moveTo>
                    <a:pt x="1" y="1"/>
                  </a:moveTo>
                  <a:cubicBezTo>
                    <a:pt x="772" y="10930"/>
                    <a:pt x="9258" y="19544"/>
                    <a:pt x="9258" y="19544"/>
                  </a:cubicBezTo>
                  <a:cubicBezTo>
                    <a:pt x="9258" y="19544"/>
                    <a:pt x="17616" y="10898"/>
                    <a:pt x="183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62"/>
            <p:cNvSpPr/>
            <p:nvPr/>
          </p:nvSpPr>
          <p:spPr>
            <a:xfrm>
              <a:off x="1239225" y="3702475"/>
              <a:ext cx="1564650" cy="871150"/>
            </a:xfrm>
            <a:custGeom>
              <a:avLst/>
              <a:gdLst/>
              <a:ahLst/>
              <a:cxnLst/>
              <a:rect l="l" t="t" r="r" b="b"/>
              <a:pathLst>
                <a:path w="62586" h="34846" extrusionOk="0">
                  <a:moveTo>
                    <a:pt x="46739" y="21506"/>
                  </a:moveTo>
                  <a:cubicBezTo>
                    <a:pt x="47189" y="23595"/>
                    <a:pt x="48024" y="26070"/>
                    <a:pt x="49567" y="28224"/>
                  </a:cubicBezTo>
                  <a:cubicBezTo>
                    <a:pt x="48732" y="27838"/>
                    <a:pt x="47864" y="27388"/>
                    <a:pt x="46899" y="26906"/>
                  </a:cubicBezTo>
                  <a:cubicBezTo>
                    <a:pt x="46192" y="26552"/>
                    <a:pt x="45453" y="26167"/>
                    <a:pt x="44713" y="25749"/>
                  </a:cubicBezTo>
                  <a:cubicBezTo>
                    <a:pt x="44842" y="25459"/>
                    <a:pt x="45935" y="23016"/>
                    <a:pt x="45999" y="21634"/>
                  </a:cubicBezTo>
                  <a:cubicBezTo>
                    <a:pt x="46256" y="21602"/>
                    <a:pt x="46514" y="21538"/>
                    <a:pt x="46739" y="21506"/>
                  </a:cubicBezTo>
                  <a:close/>
                  <a:moveTo>
                    <a:pt x="22148" y="1"/>
                  </a:moveTo>
                  <a:cubicBezTo>
                    <a:pt x="21570" y="1"/>
                    <a:pt x="21023" y="226"/>
                    <a:pt x="20605" y="708"/>
                  </a:cubicBezTo>
                  <a:cubicBezTo>
                    <a:pt x="20187" y="1190"/>
                    <a:pt x="20027" y="1897"/>
                    <a:pt x="20027" y="2669"/>
                  </a:cubicBezTo>
                  <a:cubicBezTo>
                    <a:pt x="20027" y="4083"/>
                    <a:pt x="20605" y="5755"/>
                    <a:pt x="21152" y="6655"/>
                  </a:cubicBezTo>
                  <a:cubicBezTo>
                    <a:pt x="21216" y="6751"/>
                    <a:pt x="22148" y="7908"/>
                    <a:pt x="22502" y="8294"/>
                  </a:cubicBezTo>
                  <a:lnTo>
                    <a:pt x="22437" y="8262"/>
                  </a:lnTo>
                  <a:cubicBezTo>
                    <a:pt x="20991" y="7362"/>
                    <a:pt x="19448" y="6655"/>
                    <a:pt x="18001" y="6044"/>
                  </a:cubicBezTo>
                  <a:cubicBezTo>
                    <a:pt x="16523" y="5466"/>
                    <a:pt x="15076" y="5015"/>
                    <a:pt x="13758" y="4662"/>
                  </a:cubicBezTo>
                  <a:cubicBezTo>
                    <a:pt x="12441" y="4276"/>
                    <a:pt x="11187" y="4019"/>
                    <a:pt x="10094" y="3794"/>
                  </a:cubicBezTo>
                  <a:cubicBezTo>
                    <a:pt x="9483" y="3698"/>
                    <a:pt x="8937" y="3601"/>
                    <a:pt x="8422" y="3505"/>
                  </a:cubicBezTo>
                  <a:lnTo>
                    <a:pt x="8455" y="3505"/>
                  </a:lnTo>
                  <a:cubicBezTo>
                    <a:pt x="8455" y="3440"/>
                    <a:pt x="6655" y="2283"/>
                    <a:pt x="6526" y="2219"/>
                  </a:cubicBezTo>
                  <a:cubicBezTo>
                    <a:pt x="5690" y="1801"/>
                    <a:pt x="4340" y="1447"/>
                    <a:pt x="3054" y="1447"/>
                  </a:cubicBezTo>
                  <a:cubicBezTo>
                    <a:pt x="2058" y="1447"/>
                    <a:pt x="1126" y="1672"/>
                    <a:pt x="547" y="2251"/>
                  </a:cubicBezTo>
                  <a:cubicBezTo>
                    <a:pt x="161" y="2637"/>
                    <a:pt x="1" y="3151"/>
                    <a:pt x="1" y="3665"/>
                  </a:cubicBezTo>
                  <a:cubicBezTo>
                    <a:pt x="1" y="4308"/>
                    <a:pt x="290" y="4983"/>
                    <a:pt x="869" y="5433"/>
                  </a:cubicBezTo>
                  <a:cubicBezTo>
                    <a:pt x="1447" y="5916"/>
                    <a:pt x="2251" y="6076"/>
                    <a:pt x="3054" y="6076"/>
                  </a:cubicBezTo>
                  <a:cubicBezTo>
                    <a:pt x="3601" y="6076"/>
                    <a:pt x="4147" y="5980"/>
                    <a:pt x="4629" y="5883"/>
                  </a:cubicBezTo>
                  <a:cubicBezTo>
                    <a:pt x="5819" y="5562"/>
                    <a:pt x="7844" y="3987"/>
                    <a:pt x="8358" y="3569"/>
                  </a:cubicBezTo>
                  <a:cubicBezTo>
                    <a:pt x="8872" y="3665"/>
                    <a:pt x="9451" y="3794"/>
                    <a:pt x="10062" y="3923"/>
                  </a:cubicBezTo>
                  <a:cubicBezTo>
                    <a:pt x="11155" y="4148"/>
                    <a:pt x="12376" y="4437"/>
                    <a:pt x="13694" y="4855"/>
                  </a:cubicBezTo>
                  <a:cubicBezTo>
                    <a:pt x="14048" y="4951"/>
                    <a:pt x="14433" y="5080"/>
                    <a:pt x="14787" y="5208"/>
                  </a:cubicBezTo>
                  <a:cubicBezTo>
                    <a:pt x="14144" y="5112"/>
                    <a:pt x="13244" y="5048"/>
                    <a:pt x="13148" y="5048"/>
                  </a:cubicBezTo>
                  <a:cubicBezTo>
                    <a:pt x="11540" y="5080"/>
                    <a:pt x="8422" y="6076"/>
                    <a:pt x="7876" y="7812"/>
                  </a:cubicBezTo>
                  <a:cubicBezTo>
                    <a:pt x="7812" y="8005"/>
                    <a:pt x="7780" y="8230"/>
                    <a:pt x="7780" y="8423"/>
                  </a:cubicBezTo>
                  <a:cubicBezTo>
                    <a:pt x="7780" y="9419"/>
                    <a:pt x="8583" y="10319"/>
                    <a:pt x="9612" y="10512"/>
                  </a:cubicBezTo>
                  <a:cubicBezTo>
                    <a:pt x="9773" y="10544"/>
                    <a:pt x="9933" y="10544"/>
                    <a:pt x="10094" y="10544"/>
                  </a:cubicBezTo>
                  <a:cubicBezTo>
                    <a:pt x="11219" y="10544"/>
                    <a:pt x="12376" y="9869"/>
                    <a:pt x="13148" y="9162"/>
                  </a:cubicBezTo>
                  <a:cubicBezTo>
                    <a:pt x="14080" y="8326"/>
                    <a:pt x="15173" y="5916"/>
                    <a:pt x="15430" y="5401"/>
                  </a:cubicBezTo>
                  <a:cubicBezTo>
                    <a:pt x="16234" y="5658"/>
                    <a:pt x="17037" y="5980"/>
                    <a:pt x="17873" y="6333"/>
                  </a:cubicBezTo>
                  <a:cubicBezTo>
                    <a:pt x="19319" y="6944"/>
                    <a:pt x="20798" y="7683"/>
                    <a:pt x="22245" y="8616"/>
                  </a:cubicBezTo>
                  <a:cubicBezTo>
                    <a:pt x="22309" y="8680"/>
                    <a:pt x="22373" y="8744"/>
                    <a:pt x="22470" y="8776"/>
                  </a:cubicBezTo>
                  <a:cubicBezTo>
                    <a:pt x="22148" y="8680"/>
                    <a:pt x="20380" y="8326"/>
                    <a:pt x="20252" y="8294"/>
                  </a:cubicBezTo>
                  <a:lnTo>
                    <a:pt x="19769" y="8294"/>
                  </a:lnTo>
                  <a:cubicBezTo>
                    <a:pt x="18066" y="8294"/>
                    <a:pt x="15366" y="8969"/>
                    <a:pt x="14723" y="10480"/>
                  </a:cubicBezTo>
                  <a:cubicBezTo>
                    <a:pt x="14594" y="10769"/>
                    <a:pt x="14530" y="11027"/>
                    <a:pt x="14530" y="11284"/>
                  </a:cubicBezTo>
                  <a:cubicBezTo>
                    <a:pt x="14530" y="12216"/>
                    <a:pt x="15205" y="13052"/>
                    <a:pt x="16137" y="13341"/>
                  </a:cubicBezTo>
                  <a:cubicBezTo>
                    <a:pt x="16394" y="13437"/>
                    <a:pt x="16651" y="13469"/>
                    <a:pt x="16941" y="13469"/>
                  </a:cubicBezTo>
                  <a:cubicBezTo>
                    <a:pt x="17937" y="13469"/>
                    <a:pt x="19030" y="12955"/>
                    <a:pt x="19802" y="12409"/>
                  </a:cubicBezTo>
                  <a:cubicBezTo>
                    <a:pt x="20927" y="11605"/>
                    <a:pt x="22470" y="8937"/>
                    <a:pt x="22534" y="8809"/>
                  </a:cubicBezTo>
                  <a:cubicBezTo>
                    <a:pt x="23852" y="9709"/>
                    <a:pt x="25138" y="10737"/>
                    <a:pt x="26391" y="11862"/>
                  </a:cubicBezTo>
                  <a:cubicBezTo>
                    <a:pt x="27291" y="12666"/>
                    <a:pt x="28191" y="13502"/>
                    <a:pt x="29059" y="14370"/>
                  </a:cubicBezTo>
                  <a:cubicBezTo>
                    <a:pt x="28641" y="14273"/>
                    <a:pt x="27002" y="13920"/>
                    <a:pt x="26873" y="13920"/>
                  </a:cubicBezTo>
                  <a:cubicBezTo>
                    <a:pt x="26713" y="13887"/>
                    <a:pt x="26552" y="13887"/>
                    <a:pt x="26391" y="13887"/>
                  </a:cubicBezTo>
                  <a:cubicBezTo>
                    <a:pt x="24688" y="13887"/>
                    <a:pt x="21987" y="14562"/>
                    <a:pt x="21345" y="16105"/>
                  </a:cubicBezTo>
                  <a:cubicBezTo>
                    <a:pt x="21216" y="16363"/>
                    <a:pt x="21184" y="16620"/>
                    <a:pt x="21184" y="16877"/>
                  </a:cubicBezTo>
                  <a:cubicBezTo>
                    <a:pt x="21184" y="17809"/>
                    <a:pt x="21827" y="18677"/>
                    <a:pt x="22759" y="18966"/>
                  </a:cubicBezTo>
                  <a:cubicBezTo>
                    <a:pt x="23016" y="19030"/>
                    <a:pt x="23305" y="19063"/>
                    <a:pt x="23562" y="19063"/>
                  </a:cubicBezTo>
                  <a:cubicBezTo>
                    <a:pt x="24591" y="19063"/>
                    <a:pt x="25652" y="18580"/>
                    <a:pt x="26423" y="18002"/>
                  </a:cubicBezTo>
                  <a:cubicBezTo>
                    <a:pt x="27548" y="17230"/>
                    <a:pt x="29027" y="14659"/>
                    <a:pt x="29123" y="14434"/>
                  </a:cubicBezTo>
                  <a:cubicBezTo>
                    <a:pt x="29541" y="14852"/>
                    <a:pt x="29927" y="15237"/>
                    <a:pt x="30345" y="15623"/>
                  </a:cubicBezTo>
                  <a:cubicBezTo>
                    <a:pt x="31631" y="16909"/>
                    <a:pt x="32916" y="18227"/>
                    <a:pt x="34267" y="19481"/>
                  </a:cubicBezTo>
                  <a:cubicBezTo>
                    <a:pt x="34717" y="19898"/>
                    <a:pt x="35167" y="20316"/>
                    <a:pt x="35649" y="20734"/>
                  </a:cubicBezTo>
                  <a:cubicBezTo>
                    <a:pt x="35006" y="20573"/>
                    <a:pt x="33881" y="20348"/>
                    <a:pt x="33752" y="20316"/>
                  </a:cubicBezTo>
                  <a:lnTo>
                    <a:pt x="33302" y="20316"/>
                  </a:lnTo>
                  <a:cubicBezTo>
                    <a:pt x="31599" y="20316"/>
                    <a:pt x="28866" y="20991"/>
                    <a:pt x="28223" y="22502"/>
                  </a:cubicBezTo>
                  <a:cubicBezTo>
                    <a:pt x="28127" y="22759"/>
                    <a:pt x="28063" y="23049"/>
                    <a:pt x="28063" y="23306"/>
                  </a:cubicBezTo>
                  <a:cubicBezTo>
                    <a:pt x="28063" y="24238"/>
                    <a:pt x="28706" y="25074"/>
                    <a:pt x="29670" y="25363"/>
                  </a:cubicBezTo>
                  <a:cubicBezTo>
                    <a:pt x="29927" y="25459"/>
                    <a:pt x="30184" y="25492"/>
                    <a:pt x="30441" y="25492"/>
                  </a:cubicBezTo>
                  <a:cubicBezTo>
                    <a:pt x="31470" y="25492"/>
                    <a:pt x="32531" y="24977"/>
                    <a:pt x="33302" y="24431"/>
                  </a:cubicBezTo>
                  <a:cubicBezTo>
                    <a:pt x="34299" y="23724"/>
                    <a:pt x="35584" y="21602"/>
                    <a:pt x="35938" y="20991"/>
                  </a:cubicBezTo>
                  <a:cubicBezTo>
                    <a:pt x="36742" y="21666"/>
                    <a:pt x="37513" y="22341"/>
                    <a:pt x="38317" y="22952"/>
                  </a:cubicBezTo>
                  <a:cubicBezTo>
                    <a:pt x="38670" y="23209"/>
                    <a:pt x="39024" y="23466"/>
                    <a:pt x="39377" y="23691"/>
                  </a:cubicBezTo>
                  <a:cubicBezTo>
                    <a:pt x="39731" y="23949"/>
                    <a:pt x="40085" y="24174"/>
                    <a:pt x="40406" y="24399"/>
                  </a:cubicBezTo>
                  <a:cubicBezTo>
                    <a:pt x="41145" y="24849"/>
                    <a:pt x="41820" y="25267"/>
                    <a:pt x="42528" y="25684"/>
                  </a:cubicBezTo>
                  <a:cubicBezTo>
                    <a:pt x="42849" y="25877"/>
                    <a:pt x="43203" y="26070"/>
                    <a:pt x="43524" y="26263"/>
                  </a:cubicBezTo>
                  <a:cubicBezTo>
                    <a:pt x="42913" y="26038"/>
                    <a:pt x="41949" y="25652"/>
                    <a:pt x="41853" y="25652"/>
                  </a:cubicBezTo>
                  <a:cubicBezTo>
                    <a:pt x="41403" y="25524"/>
                    <a:pt x="40792" y="25459"/>
                    <a:pt x="40149" y="25459"/>
                  </a:cubicBezTo>
                  <a:cubicBezTo>
                    <a:pt x="38574" y="25459"/>
                    <a:pt x="36710" y="25845"/>
                    <a:pt x="36034" y="26970"/>
                  </a:cubicBezTo>
                  <a:cubicBezTo>
                    <a:pt x="35842" y="27292"/>
                    <a:pt x="35745" y="27645"/>
                    <a:pt x="35745" y="28031"/>
                  </a:cubicBezTo>
                  <a:cubicBezTo>
                    <a:pt x="35745" y="28835"/>
                    <a:pt x="36227" y="29606"/>
                    <a:pt x="37031" y="29992"/>
                  </a:cubicBezTo>
                  <a:cubicBezTo>
                    <a:pt x="37417" y="30185"/>
                    <a:pt x="37867" y="30281"/>
                    <a:pt x="38317" y="30281"/>
                  </a:cubicBezTo>
                  <a:cubicBezTo>
                    <a:pt x="39152" y="30281"/>
                    <a:pt x="40085" y="29992"/>
                    <a:pt x="40792" y="29606"/>
                  </a:cubicBezTo>
                  <a:cubicBezTo>
                    <a:pt x="41981" y="29027"/>
                    <a:pt x="43781" y="26809"/>
                    <a:pt x="43974" y="26520"/>
                  </a:cubicBezTo>
                  <a:cubicBezTo>
                    <a:pt x="44810" y="27002"/>
                    <a:pt x="45646" y="27452"/>
                    <a:pt x="46417" y="27870"/>
                  </a:cubicBezTo>
                  <a:cubicBezTo>
                    <a:pt x="48474" y="28963"/>
                    <a:pt x="50274" y="29863"/>
                    <a:pt x="51657" y="30506"/>
                  </a:cubicBezTo>
                  <a:cubicBezTo>
                    <a:pt x="56189" y="34428"/>
                    <a:pt x="62554" y="34846"/>
                    <a:pt x="62554" y="34846"/>
                  </a:cubicBezTo>
                  <a:cubicBezTo>
                    <a:pt x="62554" y="34846"/>
                    <a:pt x="62586" y="34717"/>
                    <a:pt x="62586" y="34492"/>
                  </a:cubicBezTo>
                  <a:cubicBezTo>
                    <a:pt x="62586" y="32917"/>
                    <a:pt x="62329" y="26552"/>
                    <a:pt x="58407" y="22181"/>
                  </a:cubicBezTo>
                  <a:cubicBezTo>
                    <a:pt x="56768" y="20348"/>
                    <a:pt x="54743" y="19127"/>
                    <a:pt x="52782" y="18323"/>
                  </a:cubicBezTo>
                  <a:cubicBezTo>
                    <a:pt x="52910" y="18163"/>
                    <a:pt x="53039" y="18034"/>
                    <a:pt x="53135" y="17905"/>
                  </a:cubicBezTo>
                  <a:cubicBezTo>
                    <a:pt x="53617" y="17134"/>
                    <a:pt x="54067" y="16073"/>
                    <a:pt x="54067" y="15109"/>
                  </a:cubicBezTo>
                  <a:cubicBezTo>
                    <a:pt x="54067" y="14787"/>
                    <a:pt x="54035" y="14498"/>
                    <a:pt x="53939" y="14209"/>
                  </a:cubicBezTo>
                  <a:cubicBezTo>
                    <a:pt x="53714" y="13566"/>
                    <a:pt x="53232" y="13084"/>
                    <a:pt x="52653" y="12827"/>
                  </a:cubicBezTo>
                  <a:lnTo>
                    <a:pt x="51110" y="12827"/>
                  </a:lnTo>
                  <a:cubicBezTo>
                    <a:pt x="51078" y="12859"/>
                    <a:pt x="51046" y="12859"/>
                    <a:pt x="51014" y="12891"/>
                  </a:cubicBezTo>
                  <a:cubicBezTo>
                    <a:pt x="49760" y="13469"/>
                    <a:pt x="49149" y="15462"/>
                    <a:pt x="49021" y="17102"/>
                  </a:cubicBezTo>
                  <a:cubicBezTo>
                    <a:pt x="48539" y="16973"/>
                    <a:pt x="48089" y="16909"/>
                    <a:pt x="47703" y="16845"/>
                  </a:cubicBezTo>
                  <a:cubicBezTo>
                    <a:pt x="47542" y="16459"/>
                    <a:pt x="47381" y="16105"/>
                    <a:pt x="47189" y="15720"/>
                  </a:cubicBezTo>
                  <a:cubicBezTo>
                    <a:pt x="47028" y="15334"/>
                    <a:pt x="46899" y="14948"/>
                    <a:pt x="46739" y="14530"/>
                  </a:cubicBezTo>
                  <a:cubicBezTo>
                    <a:pt x="46514" y="13984"/>
                    <a:pt x="46353" y="13405"/>
                    <a:pt x="46160" y="12827"/>
                  </a:cubicBezTo>
                  <a:lnTo>
                    <a:pt x="45260" y="12827"/>
                  </a:lnTo>
                  <a:cubicBezTo>
                    <a:pt x="45485" y="13534"/>
                    <a:pt x="45678" y="14209"/>
                    <a:pt x="45935" y="14852"/>
                  </a:cubicBezTo>
                  <a:cubicBezTo>
                    <a:pt x="46064" y="15270"/>
                    <a:pt x="46192" y="15687"/>
                    <a:pt x="46385" y="16073"/>
                  </a:cubicBezTo>
                  <a:cubicBezTo>
                    <a:pt x="46449" y="16266"/>
                    <a:pt x="46546" y="16491"/>
                    <a:pt x="46642" y="16684"/>
                  </a:cubicBezTo>
                  <a:cubicBezTo>
                    <a:pt x="46417" y="16652"/>
                    <a:pt x="46289" y="16652"/>
                    <a:pt x="46289" y="16652"/>
                  </a:cubicBezTo>
                  <a:cubicBezTo>
                    <a:pt x="46289" y="16652"/>
                    <a:pt x="46289" y="16780"/>
                    <a:pt x="46289" y="17005"/>
                  </a:cubicBezTo>
                  <a:cubicBezTo>
                    <a:pt x="46289" y="17263"/>
                    <a:pt x="46289" y="17648"/>
                    <a:pt x="46321" y="18130"/>
                  </a:cubicBezTo>
                  <a:cubicBezTo>
                    <a:pt x="45292" y="17391"/>
                    <a:pt x="43910" y="16748"/>
                    <a:pt x="42753" y="16748"/>
                  </a:cubicBezTo>
                  <a:cubicBezTo>
                    <a:pt x="42399" y="16748"/>
                    <a:pt x="42078" y="16813"/>
                    <a:pt x="41788" y="16941"/>
                  </a:cubicBezTo>
                  <a:cubicBezTo>
                    <a:pt x="41017" y="17295"/>
                    <a:pt x="40599" y="18066"/>
                    <a:pt x="40599" y="18838"/>
                  </a:cubicBezTo>
                  <a:cubicBezTo>
                    <a:pt x="40599" y="19256"/>
                    <a:pt x="40728" y="19641"/>
                    <a:pt x="40920" y="20027"/>
                  </a:cubicBezTo>
                  <a:cubicBezTo>
                    <a:pt x="41017" y="20156"/>
                    <a:pt x="41113" y="20284"/>
                    <a:pt x="41210" y="20413"/>
                  </a:cubicBezTo>
                  <a:cubicBezTo>
                    <a:pt x="41403" y="21859"/>
                    <a:pt x="42238" y="23434"/>
                    <a:pt x="42946" y="24238"/>
                  </a:cubicBezTo>
                  <a:cubicBezTo>
                    <a:pt x="43010" y="24334"/>
                    <a:pt x="43910" y="25170"/>
                    <a:pt x="44392" y="25588"/>
                  </a:cubicBezTo>
                  <a:cubicBezTo>
                    <a:pt x="43942" y="25331"/>
                    <a:pt x="43492" y="25106"/>
                    <a:pt x="43010" y="24817"/>
                  </a:cubicBezTo>
                  <a:cubicBezTo>
                    <a:pt x="42335" y="24463"/>
                    <a:pt x="41628" y="24013"/>
                    <a:pt x="40920" y="23627"/>
                  </a:cubicBezTo>
                  <a:cubicBezTo>
                    <a:pt x="40567" y="23402"/>
                    <a:pt x="40213" y="23177"/>
                    <a:pt x="39860" y="22952"/>
                  </a:cubicBezTo>
                  <a:cubicBezTo>
                    <a:pt x="39506" y="22727"/>
                    <a:pt x="39185" y="22470"/>
                    <a:pt x="38831" y="22245"/>
                  </a:cubicBezTo>
                  <a:cubicBezTo>
                    <a:pt x="38317" y="21859"/>
                    <a:pt x="37835" y="21473"/>
                    <a:pt x="37320" y="21056"/>
                  </a:cubicBezTo>
                  <a:cubicBezTo>
                    <a:pt x="37738" y="20413"/>
                    <a:pt x="38960" y="18420"/>
                    <a:pt x="39152" y="17263"/>
                  </a:cubicBezTo>
                  <a:cubicBezTo>
                    <a:pt x="39185" y="16941"/>
                    <a:pt x="39217" y="16588"/>
                    <a:pt x="39217" y="16234"/>
                  </a:cubicBezTo>
                  <a:cubicBezTo>
                    <a:pt x="39217" y="15270"/>
                    <a:pt x="38992" y="14241"/>
                    <a:pt x="38349" y="13566"/>
                  </a:cubicBezTo>
                  <a:cubicBezTo>
                    <a:pt x="37899" y="13084"/>
                    <a:pt x="37288" y="12859"/>
                    <a:pt x="36677" y="12859"/>
                  </a:cubicBezTo>
                  <a:cubicBezTo>
                    <a:pt x="36131" y="12859"/>
                    <a:pt x="35552" y="13084"/>
                    <a:pt x="35134" y="13566"/>
                  </a:cubicBezTo>
                  <a:cubicBezTo>
                    <a:pt x="34717" y="14048"/>
                    <a:pt x="34556" y="14755"/>
                    <a:pt x="34556" y="15527"/>
                  </a:cubicBezTo>
                  <a:cubicBezTo>
                    <a:pt x="34556" y="16941"/>
                    <a:pt x="35134" y="18613"/>
                    <a:pt x="35681" y="19513"/>
                  </a:cubicBezTo>
                  <a:cubicBezTo>
                    <a:pt x="35713" y="19545"/>
                    <a:pt x="35938" y="19834"/>
                    <a:pt x="36195" y="20123"/>
                  </a:cubicBezTo>
                  <a:cubicBezTo>
                    <a:pt x="35713" y="19738"/>
                    <a:pt x="35231" y="19320"/>
                    <a:pt x="34781" y="18902"/>
                  </a:cubicBezTo>
                  <a:cubicBezTo>
                    <a:pt x="33431" y="17713"/>
                    <a:pt x="32113" y="16427"/>
                    <a:pt x="30795" y="15173"/>
                  </a:cubicBezTo>
                  <a:cubicBezTo>
                    <a:pt x="30506" y="14916"/>
                    <a:pt x="30216" y="14659"/>
                    <a:pt x="29959" y="14370"/>
                  </a:cubicBezTo>
                  <a:cubicBezTo>
                    <a:pt x="30313" y="13823"/>
                    <a:pt x="31631" y="11669"/>
                    <a:pt x="31824" y="10448"/>
                  </a:cubicBezTo>
                  <a:cubicBezTo>
                    <a:pt x="31888" y="10159"/>
                    <a:pt x="31888" y="9805"/>
                    <a:pt x="31888" y="9451"/>
                  </a:cubicBezTo>
                  <a:cubicBezTo>
                    <a:pt x="31920" y="8487"/>
                    <a:pt x="31663" y="7458"/>
                    <a:pt x="31020" y="6751"/>
                  </a:cubicBezTo>
                  <a:cubicBezTo>
                    <a:pt x="30570" y="6301"/>
                    <a:pt x="29959" y="6076"/>
                    <a:pt x="29381" y="6076"/>
                  </a:cubicBezTo>
                  <a:cubicBezTo>
                    <a:pt x="28802" y="6076"/>
                    <a:pt x="28223" y="6301"/>
                    <a:pt x="27806" y="6783"/>
                  </a:cubicBezTo>
                  <a:cubicBezTo>
                    <a:pt x="27420" y="7266"/>
                    <a:pt x="27259" y="7973"/>
                    <a:pt x="27259" y="8744"/>
                  </a:cubicBezTo>
                  <a:cubicBezTo>
                    <a:pt x="27259" y="10159"/>
                    <a:pt x="27806" y="11830"/>
                    <a:pt x="28384" y="12698"/>
                  </a:cubicBezTo>
                  <a:cubicBezTo>
                    <a:pt x="28416" y="12762"/>
                    <a:pt x="28673" y="13084"/>
                    <a:pt x="28963" y="13437"/>
                  </a:cubicBezTo>
                  <a:cubicBezTo>
                    <a:pt x="28223" y="12762"/>
                    <a:pt x="27484" y="12087"/>
                    <a:pt x="26713" y="11477"/>
                  </a:cubicBezTo>
                  <a:cubicBezTo>
                    <a:pt x="25395" y="10351"/>
                    <a:pt x="24045" y="9323"/>
                    <a:pt x="22662" y="8423"/>
                  </a:cubicBezTo>
                  <a:cubicBezTo>
                    <a:pt x="22791" y="8230"/>
                    <a:pt x="24398" y="5755"/>
                    <a:pt x="24623" y="4373"/>
                  </a:cubicBezTo>
                  <a:cubicBezTo>
                    <a:pt x="24655" y="4083"/>
                    <a:pt x="24688" y="3730"/>
                    <a:pt x="24688" y="3408"/>
                  </a:cubicBezTo>
                  <a:cubicBezTo>
                    <a:pt x="24688" y="2412"/>
                    <a:pt x="24463" y="1383"/>
                    <a:pt x="23787" y="708"/>
                  </a:cubicBezTo>
                  <a:cubicBezTo>
                    <a:pt x="23337" y="226"/>
                    <a:pt x="22759" y="1"/>
                    <a:pt x="22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62"/>
            <p:cNvSpPr/>
            <p:nvPr/>
          </p:nvSpPr>
          <p:spPr>
            <a:xfrm>
              <a:off x="2159350" y="3969275"/>
              <a:ext cx="152725" cy="66725"/>
            </a:xfrm>
            <a:custGeom>
              <a:avLst/>
              <a:gdLst/>
              <a:ahLst/>
              <a:cxnLst/>
              <a:rect l="l" t="t" r="r" b="b"/>
              <a:pathLst>
                <a:path w="6109" h="2669" extrusionOk="0">
                  <a:moveTo>
                    <a:pt x="1" y="1"/>
                  </a:moveTo>
                  <a:lnTo>
                    <a:pt x="1" y="1"/>
                  </a:lnTo>
                  <a:cubicBezTo>
                    <a:pt x="33" y="515"/>
                    <a:pt x="194" y="1030"/>
                    <a:pt x="547" y="1415"/>
                  </a:cubicBezTo>
                  <a:cubicBezTo>
                    <a:pt x="1287" y="2347"/>
                    <a:pt x="2701" y="2669"/>
                    <a:pt x="3890" y="2669"/>
                  </a:cubicBezTo>
                  <a:lnTo>
                    <a:pt x="4115" y="2669"/>
                  </a:lnTo>
                  <a:cubicBezTo>
                    <a:pt x="4662" y="2637"/>
                    <a:pt x="5401" y="2412"/>
                    <a:pt x="6108" y="2155"/>
                  </a:cubicBezTo>
                  <a:lnTo>
                    <a:pt x="4276" y="2155"/>
                  </a:lnTo>
                  <a:cubicBezTo>
                    <a:pt x="2508" y="2155"/>
                    <a:pt x="965" y="1319"/>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62"/>
            <p:cNvSpPr/>
            <p:nvPr/>
          </p:nvSpPr>
          <p:spPr>
            <a:xfrm>
              <a:off x="2104725" y="3692850"/>
              <a:ext cx="29750" cy="98050"/>
            </a:xfrm>
            <a:custGeom>
              <a:avLst/>
              <a:gdLst/>
              <a:ahLst/>
              <a:cxnLst/>
              <a:rect l="l" t="t" r="r" b="b"/>
              <a:pathLst>
                <a:path w="1190" h="3922" extrusionOk="0">
                  <a:moveTo>
                    <a:pt x="1189" y="0"/>
                  </a:moveTo>
                  <a:cubicBezTo>
                    <a:pt x="1093" y="32"/>
                    <a:pt x="997" y="97"/>
                    <a:pt x="900" y="161"/>
                  </a:cubicBezTo>
                  <a:cubicBezTo>
                    <a:pt x="289" y="547"/>
                    <a:pt x="0" y="1222"/>
                    <a:pt x="0" y="1865"/>
                  </a:cubicBezTo>
                  <a:cubicBezTo>
                    <a:pt x="0" y="2379"/>
                    <a:pt x="161" y="2893"/>
                    <a:pt x="514" y="3343"/>
                  </a:cubicBezTo>
                  <a:cubicBezTo>
                    <a:pt x="707" y="3568"/>
                    <a:pt x="932" y="3761"/>
                    <a:pt x="1189" y="3922"/>
                  </a:cubicBezTo>
                  <a:lnTo>
                    <a:pt x="11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62"/>
            <p:cNvSpPr/>
            <p:nvPr/>
          </p:nvSpPr>
          <p:spPr>
            <a:xfrm>
              <a:off x="2091050" y="3538550"/>
              <a:ext cx="43425" cy="60300"/>
            </a:xfrm>
            <a:custGeom>
              <a:avLst/>
              <a:gdLst/>
              <a:ahLst/>
              <a:cxnLst/>
              <a:rect l="l" t="t" r="r" b="b"/>
              <a:pathLst>
                <a:path w="1737" h="2412" extrusionOk="0">
                  <a:moveTo>
                    <a:pt x="1736" y="0"/>
                  </a:moveTo>
                  <a:cubicBezTo>
                    <a:pt x="1094" y="772"/>
                    <a:pt x="483" y="1479"/>
                    <a:pt x="1" y="2090"/>
                  </a:cubicBezTo>
                  <a:cubicBezTo>
                    <a:pt x="547" y="2283"/>
                    <a:pt x="1158" y="2379"/>
                    <a:pt x="1736" y="2411"/>
                  </a:cubicBezTo>
                  <a:lnTo>
                    <a:pt x="1736" y="1576"/>
                  </a:lnTo>
                  <a:lnTo>
                    <a:pt x="17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62"/>
            <p:cNvSpPr/>
            <p:nvPr/>
          </p:nvSpPr>
          <p:spPr>
            <a:xfrm>
              <a:off x="1844350" y="3120675"/>
              <a:ext cx="110925" cy="121375"/>
            </a:xfrm>
            <a:custGeom>
              <a:avLst/>
              <a:gdLst/>
              <a:ahLst/>
              <a:cxnLst/>
              <a:rect l="l" t="t" r="r" b="b"/>
              <a:pathLst>
                <a:path w="4437" h="4855" extrusionOk="0">
                  <a:moveTo>
                    <a:pt x="2058" y="0"/>
                  </a:moveTo>
                  <a:cubicBezTo>
                    <a:pt x="1897" y="0"/>
                    <a:pt x="1768" y="0"/>
                    <a:pt x="1640" y="32"/>
                  </a:cubicBezTo>
                  <a:cubicBezTo>
                    <a:pt x="611" y="257"/>
                    <a:pt x="0" y="1158"/>
                    <a:pt x="0" y="2122"/>
                  </a:cubicBezTo>
                  <a:cubicBezTo>
                    <a:pt x="0" y="2379"/>
                    <a:pt x="32" y="2604"/>
                    <a:pt x="129" y="2861"/>
                  </a:cubicBezTo>
                  <a:cubicBezTo>
                    <a:pt x="418" y="3729"/>
                    <a:pt x="1158" y="4372"/>
                    <a:pt x="1993" y="4854"/>
                  </a:cubicBezTo>
                  <a:cubicBezTo>
                    <a:pt x="2958" y="3311"/>
                    <a:pt x="3826" y="1961"/>
                    <a:pt x="4436" y="965"/>
                  </a:cubicBezTo>
                  <a:cubicBezTo>
                    <a:pt x="3665" y="386"/>
                    <a:pt x="2829" y="0"/>
                    <a:pt x="20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62"/>
            <p:cNvSpPr/>
            <p:nvPr/>
          </p:nvSpPr>
          <p:spPr>
            <a:xfrm>
              <a:off x="2971000" y="4123575"/>
              <a:ext cx="423525" cy="440400"/>
            </a:xfrm>
            <a:custGeom>
              <a:avLst/>
              <a:gdLst/>
              <a:ahLst/>
              <a:cxnLst/>
              <a:rect l="l" t="t" r="r" b="b"/>
              <a:pathLst>
                <a:path w="16941" h="17616" extrusionOk="0">
                  <a:moveTo>
                    <a:pt x="16941" y="1"/>
                  </a:moveTo>
                  <a:cubicBezTo>
                    <a:pt x="16941" y="1"/>
                    <a:pt x="9290" y="226"/>
                    <a:pt x="4630" y="5112"/>
                  </a:cubicBezTo>
                  <a:cubicBezTo>
                    <a:pt x="65" y="9837"/>
                    <a:pt x="1" y="17230"/>
                    <a:pt x="1" y="17584"/>
                  </a:cubicBezTo>
                  <a:lnTo>
                    <a:pt x="1" y="17616"/>
                  </a:lnTo>
                  <a:cubicBezTo>
                    <a:pt x="1" y="17616"/>
                    <a:pt x="7651" y="17359"/>
                    <a:pt x="12312" y="12505"/>
                  </a:cubicBezTo>
                  <a:cubicBezTo>
                    <a:pt x="16877" y="7780"/>
                    <a:pt x="16941" y="354"/>
                    <a:pt x="16941" y="33"/>
                  </a:cubicBezTo>
                  <a:lnTo>
                    <a:pt x="169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62"/>
            <p:cNvSpPr/>
            <p:nvPr/>
          </p:nvSpPr>
          <p:spPr>
            <a:xfrm>
              <a:off x="2693750" y="3458200"/>
              <a:ext cx="388975" cy="1053550"/>
            </a:xfrm>
            <a:custGeom>
              <a:avLst/>
              <a:gdLst/>
              <a:ahLst/>
              <a:cxnLst/>
              <a:rect l="l" t="t" r="r" b="b"/>
              <a:pathLst>
                <a:path w="15559" h="42142" extrusionOk="0">
                  <a:moveTo>
                    <a:pt x="7458" y="0"/>
                  </a:moveTo>
                  <a:lnTo>
                    <a:pt x="7523" y="14465"/>
                  </a:lnTo>
                  <a:lnTo>
                    <a:pt x="2733" y="10318"/>
                  </a:lnTo>
                  <a:lnTo>
                    <a:pt x="2412" y="10672"/>
                  </a:lnTo>
                  <a:lnTo>
                    <a:pt x="7523" y="15108"/>
                  </a:lnTo>
                  <a:lnTo>
                    <a:pt x="7555" y="25426"/>
                  </a:lnTo>
                  <a:lnTo>
                    <a:pt x="322" y="19030"/>
                  </a:lnTo>
                  <a:lnTo>
                    <a:pt x="1" y="19383"/>
                  </a:lnTo>
                  <a:lnTo>
                    <a:pt x="7555" y="26069"/>
                  </a:lnTo>
                  <a:lnTo>
                    <a:pt x="7587" y="35455"/>
                  </a:lnTo>
                  <a:lnTo>
                    <a:pt x="2155" y="31212"/>
                  </a:lnTo>
                  <a:lnTo>
                    <a:pt x="1865" y="31566"/>
                  </a:lnTo>
                  <a:lnTo>
                    <a:pt x="7619" y="36098"/>
                  </a:lnTo>
                  <a:lnTo>
                    <a:pt x="7619" y="42141"/>
                  </a:lnTo>
                  <a:lnTo>
                    <a:pt x="8101" y="42141"/>
                  </a:lnTo>
                  <a:lnTo>
                    <a:pt x="8069" y="31534"/>
                  </a:lnTo>
                  <a:lnTo>
                    <a:pt x="15559" y="24783"/>
                  </a:lnTo>
                  <a:lnTo>
                    <a:pt x="15237" y="24430"/>
                  </a:lnTo>
                  <a:lnTo>
                    <a:pt x="8069" y="30891"/>
                  </a:lnTo>
                  <a:lnTo>
                    <a:pt x="8037" y="22051"/>
                  </a:lnTo>
                  <a:lnTo>
                    <a:pt x="8069" y="22083"/>
                  </a:lnTo>
                  <a:lnTo>
                    <a:pt x="14402" y="12794"/>
                  </a:lnTo>
                  <a:lnTo>
                    <a:pt x="14016" y="12536"/>
                  </a:lnTo>
                  <a:lnTo>
                    <a:pt x="8037" y="21280"/>
                  </a:lnTo>
                  <a:lnTo>
                    <a:pt x="79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62"/>
            <p:cNvSpPr/>
            <p:nvPr/>
          </p:nvSpPr>
          <p:spPr>
            <a:xfrm>
              <a:off x="2391600" y="4114750"/>
              <a:ext cx="416300" cy="462900"/>
            </a:xfrm>
            <a:custGeom>
              <a:avLst/>
              <a:gdLst/>
              <a:ahLst/>
              <a:cxnLst/>
              <a:rect l="l" t="t" r="r" b="b"/>
              <a:pathLst>
                <a:path w="16652" h="18516" extrusionOk="0">
                  <a:moveTo>
                    <a:pt x="354" y="0"/>
                  </a:moveTo>
                  <a:lnTo>
                    <a:pt x="1" y="322"/>
                  </a:lnTo>
                  <a:lnTo>
                    <a:pt x="5433" y="6397"/>
                  </a:lnTo>
                  <a:lnTo>
                    <a:pt x="1994" y="6429"/>
                  </a:lnTo>
                  <a:lnTo>
                    <a:pt x="1994" y="6911"/>
                  </a:lnTo>
                  <a:lnTo>
                    <a:pt x="5851" y="6879"/>
                  </a:lnTo>
                  <a:lnTo>
                    <a:pt x="9676" y="11122"/>
                  </a:lnTo>
                  <a:lnTo>
                    <a:pt x="4308" y="11122"/>
                  </a:lnTo>
                  <a:lnTo>
                    <a:pt x="4308" y="11604"/>
                  </a:lnTo>
                  <a:lnTo>
                    <a:pt x="10094" y="11604"/>
                  </a:lnTo>
                  <a:lnTo>
                    <a:pt x="13566" y="15494"/>
                  </a:lnTo>
                  <a:lnTo>
                    <a:pt x="9773" y="15719"/>
                  </a:lnTo>
                  <a:lnTo>
                    <a:pt x="9805" y="16201"/>
                  </a:lnTo>
                  <a:lnTo>
                    <a:pt x="13983" y="15944"/>
                  </a:lnTo>
                  <a:lnTo>
                    <a:pt x="16298" y="18515"/>
                  </a:lnTo>
                  <a:lnTo>
                    <a:pt x="16651" y="18194"/>
                  </a:lnTo>
                  <a:lnTo>
                    <a:pt x="12569" y="13661"/>
                  </a:lnTo>
                  <a:lnTo>
                    <a:pt x="13244" y="7875"/>
                  </a:lnTo>
                  <a:lnTo>
                    <a:pt x="12762" y="7843"/>
                  </a:lnTo>
                  <a:lnTo>
                    <a:pt x="12151" y="13179"/>
                  </a:lnTo>
                  <a:lnTo>
                    <a:pt x="8937" y="9579"/>
                  </a:lnTo>
                  <a:lnTo>
                    <a:pt x="8133" y="3118"/>
                  </a:lnTo>
                  <a:lnTo>
                    <a:pt x="7651" y="3150"/>
                  </a:lnTo>
                  <a:lnTo>
                    <a:pt x="8390" y="8936"/>
                  </a:lnTo>
                  <a:lnTo>
                    <a:pt x="35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62"/>
            <p:cNvSpPr/>
            <p:nvPr/>
          </p:nvSpPr>
          <p:spPr>
            <a:xfrm>
              <a:off x="2967000" y="4119550"/>
              <a:ext cx="431550" cy="448450"/>
            </a:xfrm>
            <a:custGeom>
              <a:avLst/>
              <a:gdLst/>
              <a:ahLst/>
              <a:cxnLst/>
              <a:rect l="l" t="t" r="r" b="b"/>
              <a:pathLst>
                <a:path w="17262" h="17938" extrusionOk="0">
                  <a:moveTo>
                    <a:pt x="16940" y="1"/>
                  </a:moveTo>
                  <a:lnTo>
                    <a:pt x="11283" y="5883"/>
                  </a:lnTo>
                  <a:lnTo>
                    <a:pt x="10961" y="2444"/>
                  </a:lnTo>
                  <a:lnTo>
                    <a:pt x="10479" y="2476"/>
                  </a:lnTo>
                  <a:lnTo>
                    <a:pt x="10833" y="6333"/>
                  </a:lnTo>
                  <a:lnTo>
                    <a:pt x="6879" y="10448"/>
                  </a:lnTo>
                  <a:lnTo>
                    <a:pt x="6461" y="5080"/>
                  </a:lnTo>
                  <a:lnTo>
                    <a:pt x="5979" y="5112"/>
                  </a:lnTo>
                  <a:lnTo>
                    <a:pt x="6429" y="10930"/>
                  </a:lnTo>
                  <a:lnTo>
                    <a:pt x="2797" y="14659"/>
                  </a:lnTo>
                  <a:lnTo>
                    <a:pt x="2314" y="10898"/>
                  </a:lnTo>
                  <a:lnTo>
                    <a:pt x="1832" y="10962"/>
                  </a:lnTo>
                  <a:lnTo>
                    <a:pt x="2379" y="15109"/>
                  </a:lnTo>
                  <a:lnTo>
                    <a:pt x="0" y="17584"/>
                  </a:lnTo>
                  <a:lnTo>
                    <a:pt x="321" y="17938"/>
                  </a:lnTo>
                  <a:lnTo>
                    <a:pt x="4565" y="13534"/>
                  </a:lnTo>
                  <a:lnTo>
                    <a:pt x="10351" y="13759"/>
                  </a:lnTo>
                  <a:lnTo>
                    <a:pt x="10383" y="13277"/>
                  </a:lnTo>
                  <a:lnTo>
                    <a:pt x="5015" y="13084"/>
                  </a:lnTo>
                  <a:lnTo>
                    <a:pt x="8358" y="9580"/>
                  </a:lnTo>
                  <a:lnTo>
                    <a:pt x="8358" y="9612"/>
                  </a:lnTo>
                  <a:lnTo>
                    <a:pt x="14754" y="8294"/>
                  </a:lnTo>
                  <a:lnTo>
                    <a:pt x="14658" y="7844"/>
                  </a:lnTo>
                  <a:lnTo>
                    <a:pt x="8936" y="9001"/>
                  </a:lnTo>
                  <a:lnTo>
                    <a:pt x="17262" y="322"/>
                  </a:lnTo>
                  <a:lnTo>
                    <a:pt x="169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62"/>
            <p:cNvSpPr/>
            <p:nvPr/>
          </p:nvSpPr>
          <p:spPr>
            <a:xfrm>
              <a:off x="3413000" y="3916250"/>
              <a:ext cx="1215075" cy="654150"/>
            </a:xfrm>
            <a:custGeom>
              <a:avLst/>
              <a:gdLst/>
              <a:ahLst/>
              <a:cxnLst/>
              <a:rect l="l" t="t" r="r" b="b"/>
              <a:pathLst>
                <a:path w="48603" h="26166" extrusionOk="0">
                  <a:moveTo>
                    <a:pt x="5593" y="0"/>
                  </a:moveTo>
                  <a:lnTo>
                    <a:pt x="5593" y="12697"/>
                  </a:lnTo>
                  <a:cubicBezTo>
                    <a:pt x="5593" y="16812"/>
                    <a:pt x="4211" y="20862"/>
                    <a:pt x="1640" y="24109"/>
                  </a:cubicBezTo>
                  <a:lnTo>
                    <a:pt x="0" y="26166"/>
                  </a:lnTo>
                  <a:lnTo>
                    <a:pt x="48602" y="26166"/>
                  </a:lnTo>
                  <a:lnTo>
                    <a:pt x="46963" y="24109"/>
                  </a:lnTo>
                  <a:cubicBezTo>
                    <a:pt x="44392" y="20862"/>
                    <a:pt x="42977" y="16812"/>
                    <a:pt x="42977" y="12697"/>
                  </a:cubicBezTo>
                  <a:lnTo>
                    <a:pt x="429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62"/>
            <p:cNvSpPr/>
            <p:nvPr/>
          </p:nvSpPr>
          <p:spPr>
            <a:xfrm>
              <a:off x="3404950" y="3908200"/>
              <a:ext cx="1231150" cy="669450"/>
            </a:xfrm>
            <a:custGeom>
              <a:avLst/>
              <a:gdLst/>
              <a:ahLst/>
              <a:cxnLst/>
              <a:rect l="l" t="t" r="r" b="b"/>
              <a:pathLst>
                <a:path w="49246" h="26778" extrusionOk="0">
                  <a:moveTo>
                    <a:pt x="43010" y="612"/>
                  </a:moveTo>
                  <a:lnTo>
                    <a:pt x="43010" y="13019"/>
                  </a:lnTo>
                  <a:cubicBezTo>
                    <a:pt x="43010" y="17230"/>
                    <a:pt x="44456" y="21313"/>
                    <a:pt x="47060" y="24591"/>
                  </a:cubicBezTo>
                  <a:lnTo>
                    <a:pt x="48314" y="26199"/>
                  </a:lnTo>
                  <a:lnTo>
                    <a:pt x="901" y="26199"/>
                  </a:lnTo>
                  <a:lnTo>
                    <a:pt x="2187" y="24591"/>
                  </a:lnTo>
                  <a:cubicBezTo>
                    <a:pt x="4790" y="21313"/>
                    <a:pt x="6205" y="17230"/>
                    <a:pt x="6205" y="13019"/>
                  </a:cubicBezTo>
                  <a:lnTo>
                    <a:pt x="6205" y="612"/>
                  </a:lnTo>
                  <a:close/>
                  <a:moveTo>
                    <a:pt x="5915" y="1"/>
                  </a:moveTo>
                  <a:cubicBezTo>
                    <a:pt x="5851" y="1"/>
                    <a:pt x="5755" y="33"/>
                    <a:pt x="5722" y="97"/>
                  </a:cubicBezTo>
                  <a:cubicBezTo>
                    <a:pt x="5658" y="162"/>
                    <a:pt x="5626" y="226"/>
                    <a:pt x="5626" y="322"/>
                  </a:cubicBezTo>
                  <a:lnTo>
                    <a:pt x="5626" y="13019"/>
                  </a:lnTo>
                  <a:cubicBezTo>
                    <a:pt x="5626" y="17070"/>
                    <a:pt x="4244" y="21056"/>
                    <a:pt x="1704" y="24238"/>
                  </a:cubicBezTo>
                  <a:lnTo>
                    <a:pt x="65" y="26295"/>
                  </a:lnTo>
                  <a:cubicBezTo>
                    <a:pt x="1" y="26392"/>
                    <a:pt x="1" y="26520"/>
                    <a:pt x="33" y="26617"/>
                  </a:cubicBezTo>
                  <a:cubicBezTo>
                    <a:pt x="97" y="26713"/>
                    <a:pt x="194" y="26777"/>
                    <a:pt x="322" y="26777"/>
                  </a:cubicBezTo>
                  <a:lnTo>
                    <a:pt x="48924" y="26777"/>
                  </a:lnTo>
                  <a:cubicBezTo>
                    <a:pt x="49021" y="26777"/>
                    <a:pt x="49149" y="26713"/>
                    <a:pt x="49182" y="26617"/>
                  </a:cubicBezTo>
                  <a:cubicBezTo>
                    <a:pt x="49246" y="26520"/>
                    <a:pt x="49214" y="26392"/>
                    <a:pt x="49149" y="26295"/>
                  </a:cubicBezTo>
                  <a:lnTo>
                    <a:pt x="47510" y="24238"/>
                  </a:lnTo>
                  <a:cubicBezTo>
                    <a:pt x="44971" y="21056"/>
                    <a:pt x="43621" y="17070"/>
                    <a:pt x="43621" y="13019"/>
                  </a:cubicBezTo>
                  <a:lnTo>
                    <a:pt x="43621" y="322"/>
                  </a:lnTo>
                  <a:cubicBezTo>
                    <a:pt x="43621" y="226"/>
                    <a:pt x="43589" y="162"/>
                    <a:pt x="43524" y="97"/>
                  </a:cubicBezTo>
                  <a:cubicBezTo>
                    <a:pt x="43460" y="33"/>
                    <a:pt x="43396" y="1"/>
                    <a:pt x="432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62"/>
            <p:cNvSpPr/>
            <p:nvPr/>
          </p:nvSpPr>
          <p:spPr>
            <a:xfrm>
              <a:off x="3503800" y="4023125"/>
              <a:ext cx="1032675" cy="432375"/>
            </a:xfrm>
            <a:custGeom>
              <a:avLst/>
              <a:gdLst/>
              <a:ahLst/>
              <a:cxnLst/>
              <a:rect l="l" t="t" r="r" b="b"/>
              <a:pathLst>
                <a:path w="41307" h="17295" extrusionOk="0">
                  <a:moveTo>
                    <a:pt x="2251" y="1"/>
                  </a:moveTo>
                  <a:lnTo>
                    <a:pt x="2251" y="8422"/>
                  </a:lnTo>
                  <a:cubicBezTo>
                    <a:pt x="2251" y="11540"/>
                    <a:pt x="1479" y="14594"/>
                    <a:pt x="0" y="17294"/>
                  </a:cubicBezTo>
                  <a:lnTo>
                    <a:pt x="41306" y="17294"/>
                  </a:lnTo>
                  <a:cubicBezTo>
                    <a:pt x="39860" y="14594"/>
                    <a:pt x="39056" y="11540"/>
                    <a:pt x="39056" y="8422"/>
                  </a:cubicBezTo>
                  <a:lnTo>
                    <a:pt x="390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62"/>
            <p:cNvSpPr/>
            <p:nvPr/>
          </p:nvSpPr>
          <p:spPr>
            <a:xfrm>
              <a:off x="3495775" y="4023125"/>
              <a:ext cx="1049525" cy="432375"/>
            </a:xfrm>
            <a:custGeom>
              <a:avLst/>
              <a:gdLst/>
              <a:ahLst/>
              <a:cxnLst/>
              <a:rect l="l" t="t" r="r" b="b"/>
              <a:pathLst>
                <a:path w="41981" h="17295" extrusionOk="0">
                  <a:moveTo>
                    <a:pt x="2282" y="1"/>
                  </a:moveTo>
                  <a:lnTo>
                    <a:pt x="2282" y="6140"/>
                  </a:lnTo>
                  <a:lnTo>
                    <a:pt x="2282" y="8422"/>
                  </a:lnTo>
                  <a:cubicBezTo>
                    <a:pt x="2282" y="11540"/>
                    <a:pt x="1479" y="14594"/>
                    <a:pt x="0" y="17294"/>
                  </a:cubicBezTo>
                  <a:lnTo>
                    <a:pt x="321" y="17294"/>
                  </a:lnTo>
                  <a:cubicBezTo>
                    <a:pt x="1800" y="14594"/>
                    <a:pt x="2572" y="11540"/>
                    <a:pt x="2572" y="8422"/>
                  </a:cubicBezTo>
                  <a:lnTo>
                    <a:pt x="2572" y="1"/>
                  </a:lnTo>
                  <a:close/>
                  <a:moveTo>
                    <a:pt x="39377" y="1"/>
                  </a:moveTo>
                  <a:lnTo>
                    <a:pt x="39377" y="8422"/>
                  </a:lnTo>
                  <a:cubicBezTo>
                    <a:pt x="39377" y="11540"/>
                    <a:pt x="40181" y="14594"/>
                    <a:pt x="41627" y="17294"/>
                  </a:cubicBezTo>
                  <a:lnTo>
                    <a:pt x="41981" y="17294"/>
                  </a:lnTo>
                  <a:cubicBezTo>
                    <a:pt x="40470" y="14594"/>
                    <a:pt x="39666" y="11540"/>
                    <a:pt x="39666" y="8422"/>
                  </a:cubicBezTo>
                  <a:lnTo>
                    <a:pt x="39666" y="6140"/>
                  </a:lnTo>
                  <a:lnTo>
                    <a:pt x="396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62"/>
            <p:cNvSpPr/>
            <p:nvPr/>
          </p:nvSpPr>
          <p:spPr>
            <a:xfrm>
              <a:off x="3552825" y="3963650"/>
              <a:ext cx="934625" cy="134250"/>
            </a:xfrm>
            <a:custGeom>
              <a:avLst/>
              <a:gdLst/>
              <a:ahLst/>
              <a:cxnLst/>
              <a:rect l="l" t="t" r="r" b="b"/>
              <a:pathLst>
                <a:path w="37385" h="5370" extrusionOk="0">
                  <a:moveTo>
                    <a:pt x="0" y="1"/>
                  </a:moveTo>
                  <a:lnTo>
                    <a:pt x="0" y="5369"/>
                  </a:lnTo>
                  <a:lnTo>
                    <a:pt x="37384" y="5369"/>
                  </a:lnTo>
                  <a:lnTo>
                    <a:pt x="373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62"/>
            <p:cNvSpPr/>
            <p:nvPr/>
          </p:nvSpPr>
          <p:spPr>
            <a:xfrm>
              <a:off x="3545600" y="3956425"/>
              <a:ext cx="949875" cy="148700"/>
            </a:xfrm>
            <a:custGeom>
              <a:avLst/>
              <a:gdLst/>
              <a:ahLst/>
              <a:cxnLst/>
              <a:rect l="l" t="t" r="r" b="b"/>
              <a:pathLst>
                <a:path w="37995" h="5948" extrusionOk="0">
                  <a:moveTo>
                    <a:pt x="37384" y="579"/>
                  </a:moveTo>
                  <a:lnTo>
                    <a:pt x="37384" y="5369"/>
                  </a:lnTo>
                  <a:lnTo>
                    <a:pt x="579" y="5369"/>
                  </a:lnTo>
                  <a:lnTo>
                    <a:pt x="579" y="579"/>
                  </a:lnTo>
                  <a:close/>
                  <a:moveTo>
                    <a:pt x="289" y="1"/>
                  </a:moveTo>
                  <a:cubicBezTo>
                    <a:pt x="225" y="1"/>
                    <a:pt x="129" y="33"/>
                    <a:pt x="96" y="97"/>
                  </a:cubicBezTo>
                  <a:cubicBezTo>
                    <a:pt x="32" y="129"/>
                    <a:pt x="0" y="226"/>
                    <a:pt x="0" y="290"/>
                  </a:cubicBezTo>
                  <a:lnTo>
                    <a:pt x="0" y="5658"/>
                  </a:lnTo>
                  <a:cubicBezTo>
                    <a:pt x="0" y="5722"/>
                    <a:pt x="32" y="5819"/>
                    <a:pt x="96" y="5851"/>
                  </a:cubicBezTo>
                  <a:cubicBezTo>
                    <a:pt x="129" y="5915"/>
                    <a:pt x="225" y="5947"/>
                    <a:pt x="289" y="5947"/>
                  </a:cubicBezTo>
                  <a:lnTo>
                    <a:pt x="37673" y="5947"/>
                  </a:lnTo>
                  <a:cubicBezTo>
                    <a:pt x="37770" y="5947"/>
                    <a:pt x="37834" y="5915"/>
                    <a:pt x="37898" y="5851"/>
                  </a:cubicBezTo>
                  <a:cubicBezTo>
                    <a:pt x="37963" y="5819"/>
                    <a:pt x="37995" y="5722"/>
                    <a:pt x="37995" y="5658"/>
                  </a:cubicBezTo>
                  <a:lnTo>
                    <a:pt x="37995" y="290"/>
                  </a:lnTo>
                  <a:cubicBezTo>
                    <a:pt x="37995" y="226"/>
                    <a:pt x="37963" y="129"/>
                    <a:pt x="37898" y="97"/>
                  </a:cubicBezTo>
                  <a:cubicBezTo>
                    <a:pt x="37834" y="33"/>
                    <a:pt x="37770" y="1"/>
                    <a:pt x="376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62"/>
            <p:cNvSpPr/>
            <p:nvPr/>
          </p:nvSpPr>
          <p:spPr>
            <a:xfrm>
              <a:off x="2141675" y="3577925"/>
              <a:ext cx="3757700" cy="438000"/>
            </a:xfrm>
            <a:custGeom>
              <a:avLst/>
              <a:gdLst/>
              <a:ahLst/>
              <a:cxnLst/>
              <a:rect l="l" t="t" r="r" b="b"/>
              <a:pathLst>
                <a:path w="150308" h="17520" extrusionOk="0">
                  <a:moveTo>
                    <a:pt x="1" y="1"/>
                  </a:moveTo>
                  <a:lnTo>
                    <a:pt x="1" y="12537"/>
                  </a:lnTo>
                  <a:cubicBezTo>
                    <a:pt x="1" y="15301"/>
                    <a:pt x="2219" y="17519"/>
                    <a:pt x="4983" y="17519"/>
                  </a:cubicBezTo>
                  <a:lnTo>
                    <a:pt x="145326" y="17519"/>
                  </a:lnTo>
                  <a:cubicBezTo>
                    <a:pt x="148058" y="17519"/>
                    <a:pt x="150308" y="15301"/>
                    <a:pt x="150308" y="12537"/>
                  </a:cubicBezTo>
                  <a:lnTo>
                    <a:pt x="1503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62"/>
            <p:cNvSpPr/>
            <p:nvPr/>
          </p:nvSpPr>
          <p:spPr>
            <a:xfrm>
              <a:off x="2134450" y="3570700"/>
              <a:ext cx="3772175" cy="452450"/>
            </a:xfrm>
            <a:custGeom>
              <a:avLst/>
              <a:gdLst/>
              <a:ahLst/>
              <a:cxnLst/>
              <a:rect l="l" t="t" r="r" b="b"/>
              <a:pathLst>
                <a:path w="150887" h="18098" extrusionOk="0">
                  <a:moveTo>
                    <a:pt x="150308" y="579"/>
                  </a:moveTo>
                  <a:lnTo>
                    <a:pt x="150308" y="12826"/>
                  </a:lnTo>
                  <a:cubicBezTo>
                    <a:pt x="150308" y="14144"/>
                    <a:pt x="149761" y="15301"/>
                    <a:pt x="148925" y="16137"/>
                  </a:cubicBezTo>
                  <a:cubicBezTo>
                    <a:pt x="148057" y="17005"/>
                    <a:pt x="146900" y="17519"/>
                    <a:pt x="145615" y="17519"/>
                  </a:cubicBezTo>
                  <a:lnTo>
                    <a:pt x="5272" y="17519"/>
                  </a:lnTo>
                  <a:cubicBezTo>
                    <a:pt x="3986" y="17519"/>
                    <a:pt x="2797" y="17005"/>
                    <a:pt x="1961" y="16137"/>
                  </a:cubicBezTo>
                  <a:cubicBezTo>
                    <a:pt x="1093" y="15301"/>
                    <a:pt x="579" y="14144"/>
                    <a:pt x="579" y="12826"/>
                  </a:cubicBezTo>
                  <a:lnTo>
                    <a:pt x="579" y="579"/>
                  </a:lnTo>
                  <a:close/>
                  <a:moveTo>
                    <a:pt x="290" y="0"/>
                  </a:moveTo>
                  <a:cubicBezTo>
                    <a:pt x="193" y="0"/>
                    <a:pt x="129" y="32"/>
                    <a:pt x="65" y="97"/>
                  </a:cubicBezTo>
                  <a:cubicBezTo>
                    <a:pt x="33" y="129"/>
                    <a:pt x="0" y="225"/>
                    <a:pt x="0" y="290"/>
                  </a:cubicBezTo>
                  <a:lnTo>
                    <a:pt x="0" y="12826"/>
                  </a:lnTo>
                  <a:cubicBezTo>
                    <a:pt x="0" y="15751"/>
                    <a:pt x="2347" y="18098"/>
                    <a:pt x="5272" y="18098"/>
                  </a:cubicBezTo>
                  <a:lnTo>
                    <a:pt x="145615" y="18098"/>
                  </a:lnTo>
                  <a:cubicBezTo>
                    <a:pt x="148508" y="18098"/>
                    <a:pt x="150886" y="15751"/>
                    <a:pt x="150886" y="12826"/>
                  </a:cubicBezTo>
                  <a:lnTo>
                    <a:pt x="150886" y="290"/>
                  </a:lnTo>
                  <a:cubicBezTo>
                    <a:pt x="150886" y="225"/>
                    <a:pt x="150854" y="129"/>
                    <a:pt x="150790" y="97"/>
                  </a:cubicBezTo>
                  <a:cubicBezTo>
                    <a:pt x="150725" y="32"/>
                    <a:pt x="150661" y="0"/>
                    <a:pt x="1505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62"/>
            <p:cNvSpPr/>
            <p:nvPr/>
          </p:nvSpPr>
          <p:spPr>
            <a:xfrm>
              <a:off x="2141675" y="1197625"/>
              <a:ext cx="3757700" cy="2818300"/>
            </a:xfrm>
            <a:custGeom>
              <a:avLst/>
              <a:gdLst/>
              <a:ahLst/>
              <a:cxnLst/>
              <a:rect l="l" t="t" r="r" b="b"/>
              <a:pathLst>
                <a:path w="150308" h="112732" extrusionOk="0">
                  <a:moveTo>
                    <a:pt x="142722" y="7008"/>
                  </a:moveTo>
                  <a:lnTo>
                    <a:pt x="142722" y="86662"/>
                  </a:lnTo>
                  <a:lnTo>
                    <a:pt x="7555" y="86662"/>
                  </a:lnTo>
                  <a:lnTo>
                    <a:pt x="7555" y="7008"/>
                  </a:lnTo>
                  <a:close/>
                  <a:moveTo>
                    <a:pt x="4983" y="1"/>
                  </a:moveTo>
                  <a:cubicBezTo>
                    <a:pt x="2219" y="1"/>
                    <a:pt x="1" y="2251"/>
                    <a:pt x="1" y="4983"/>
                  </a:cubicBezTo>
                  <a:lnTo>
                    <a:pt x="1" y="107749"/>
                  </a:lnTo>
                  <a:cubicBezTo>
                    <a:pt x="1" y="110513"/>
                    <a:pt x="2219" y="112731"/>
                    <a:pt x="4983" y="112731"/>
                  </a:cubicBezTo>
                  <a:lnTo>
                    <a:pt x="145326" y="112731"/>
                  </a:lnTo>
                  <a:cubicBezTo>
                    <a:pt x="148058" y="112731"/>
                    <a:pt x="150308" y="110513"/>
                    <a:pt x="150308" y="107749"/>
                  </a:cubicBezTo>
                  <a:lnTo>
                    <a:pt x="150308" y="4983"/>
                  </a:lnTo>
                  <a:cubicBezTo>
                    <a:pt x="150308" y="2251"/>
                    <a:pt x="148058" y="1"/>
                    <a:pt x="1453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62"/>
            <p:cNvSpPr/>
            <p:nvPr/>
          </p:nvSpPr>
          <p:spPr>
            <a:xfrm>
              <a:off x="2134450" y="1190400"/>
              <a:ext cx="3772175" cy="2832750"/>
            </a:xfrm>
            <a:custGeom>
              <a:avLst/>
              <a:gdLst/>
              <a:ahLst/>
              <a:cxnLst/>
              <a:rect l="l" t="t" r="r" b="b"/>
              <a:pathLst>
                <a:path w="150887" h="113310" extrusionOk="0">
                  <a:moveTo>
                    <a:pt x="142722" y="7618"/>
                  </a:moveTo>
                  <a:lnTo>
                    <a:pt x="142722" y="86662"/>
                  </a:lnTo>
                  <a:lnTo>
                    <a:pt x="8133" y="86662"/>
                  </a:lnTo>
                  <a:lnTo>
                    <a:pt x="8133" y="7618"/>
                  </a:lnTo>
                  <a:close/>
                  <a:moveTo>
                    <a:pt x="7844" y="7008"/>
                  </a:moveTo>
                  <a:cubicBezTo>
                    <a:pt x="7779" y="7008"/>
                    <a:pt x="7683" y="7040"/>
                    <a:pt x="7651" y="7104"/>
                  </a:cubicBezTo>
                  <a:cubicBezTo>
                    <a:pt x="7587" y="7168"/>
                    <a:pt x="7554" y="7233"/>
                    <a:pt x="7554" y="7297"/>
                  </a:cubicBezTo>
                  <a:lnTo>
                    <a:pt x="7554" y="86951"/>
                  </a:lnTo>
                  <a:cubicBezTo>
                    <a:pt x="7554" y="87015"/>
                    <a:pt x="7587" y="87112"/>
                    <a:pt x="7651" y="87144"/>
                  </a:cubicBezTo>
                  <a:cubicBezTo>
                    <a:pt x="7683" y="87208"/>
                    <a:pt x="7779" y="87240"/>
                    <a:pt x="7844" y="87240"/>
                  </a:cubicBezTo>
                  <a:lnTo>
                    <a:pt x="143011" y="87240"/>
                  </a:lnTo>
                  <a:cubicBezTo>
                    <a:pt x="143107" y="87240"/>
                    <a:pt x="143172" y="87208"/>
                    <a:pt x="143236" y="87144"/>
                  </a:cubicBezTo>
                  <a:cubicBezTo>
                    <a:pt x="143300" y="87112"/>
                    <a:pt x="143332" y="87015"/>
                    <a:pt x="143332" y="86951"/>
                  </a:cubicBezTo>
                  <a:lnTo>
                    <a:pt x="143332" y="7297"/>
                  </a:lnTo>
                  <a:cubicBezTo>
                    <a:pt x="143332" y="7233"/>
                    <a:pt x="143300" y="7168"/>
                    <a:pt x="143236" y="7104"/>
                  </a:cubicBezTo>
                  <a:cubicBezTo>
                    <a:pt x="143172" y="7040"/>
                    <a:pt x="143107" y="7008"/>
                    <a:pt x="143011" y="7008"/>
                  </a:cubicBezTo>
                  <a:close/>
                  <a:moveTo>
                    <a:pt x="145615" y="579"/>
                  </a:moveTo>
                  <a:cubicBezTo>
                    <a:pt x="146900" y="579"/>
                    <a:pt x="148057" y="1125"/>
                    <a:pt x="148925" y="1961"/>
                  </a:cubicBezTo>
                  <a:cubicBezTo>
                    <a:pt x="149761" y="2829"/>
                    <a:pt x="150308" y="3986"/>
                    <a:pt x="150308" y="5272"/>
                  </a:cubicBezTo>
                  <a:lnTo>
                    <a:pt x="150308" y="108038"/>
                  </a:lnTo>
                  <a:cubicBezTo>
                    <a:pt x="150308" y="109356"/>
                    <a:pt x="149761" y="110513"/>
                    <a:pt x="148925" y="111349"/>
                  </a:cubicBezTo>
                  <a:cubicBezTo>
                    <a:pt x="148057" y="112217"/>
                    <a:pt x="146900" y="112731"/>
                    <a:pt x="145615" y="112731"/>
                  </a:cubicBezTo>
                  <a:lnTo>
                    <a:pt x="5272" y="112731"/>
                  </a:lnTo>
                  <a:cubicBezTo>
                    <a:pt x="3986" y="112731"/>
                    <a:pt x="2797" y="112217"/>
                    <a:pt x="1961" y="111349"/>
                  </a:cubicBezTo>
                  <a:cubicBezTo>
                    <a:pt x="1093" y="110513"/>
                    <a:pt x="579" y="109356"/>
                    <a:pt x="579" y="108038"/>
                  </a:cubicBezTo>
                  <a:lnTo>
                    <a:pt x="579" y="5272"/>
                  </a:lnTo>
                  <a:cubicBezTo>
                    <a:pt x="579" y="3986"/>
                    <a:pt x="1093" y="2829"/>
                    <a:pt x="1961" y="1961"/>
                  </a:cubicBezTo>
                  <a:cubicBezTo>
                    <a:pt x="2797" y="1125"/>
                    <a:pt x="3986" y="579"/>
                    <a:pt x="5272" y="579"/>
                  </a:cubicBezTo>
                  <a:close/>
                  <a:moveTo>
                    <a:pt x="5272" y="0"/>
                  </a:moveTo>
                  <a:cubicBezTo>
                    <a:pt x="2347" y="0"/>
                    <a:pt x="0" y="2379"/>
                    <a:pt x="0" y="5272"/>
                  </a:cubicBezTo>
                  <a:lnTo>
                    <a:pt x="0" y="108038"/>
                  </a:lnTo>
                  <a:cubicBezTo>
                    <a:pt x="0" y="110963"/>
                    <a:pt x="2347" y="113310"/>
                    <a:pt x="5272" y="113310"/>
                  </a:cubicBezTo>
                  <a:lnTo>
                    <a:pt x="145615" y="113310"/>
                  </a:lnTo>
                  <a:cubicBezTo>
                    <a:pt x="148508" y="113310"/>
                    <a:pt x="150886" y="110963"/>
                    <a:pt x="150886" y="108038"/>
                  </a:cubicBezTo>
                  <a:lnTo>
                    <a:pt x="150886" y="5272"/>
                  </a:lnTo>
                  <a:cubicBezTo>
                    <a:pt x="150886" y="2379"/>
                    <a:pt x="148508" y="0"/>
                    <a:pt x="1456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62"/>
            <p:cNvSpPr/>
            <p:nvPr/>
          </p:nvSpPr>
          <p:spPr>
            <a:xfrm>
              <a:off x="3951400" y="3727400"/>
              <a:ext cx="138250" cy="139050"/>
            </a:xfrm>
            <a:custGeom>
              <a:avLst/>
              <a:gdLst/>
              <a:ahLst/>
              <a:cxnLst/>
              <a:rect l="l" t="t" r="r" b="b"/>
              <a:pathLst>
                <a:path w="5530" h="5562" extrusionOk="0">
                  <a:moveTo>
                    <a:pt x="2765" y="0"/>
                  </a:moveTo>
                  <a:cubicBezTo>
                    <a:pt x="1222" y="0"/>
                    <a:pt x="1" y="1254"/>
                    <a:pt x="1" y="2797"/>
                  </a:cubicBezTo>
                  <a:cubicBezTo>
                    <a:pt x="1" y="4308"/>
                    <a:pt x="1222" y="5561"/>
                    <a:pt x="2765" y="5561"/>
                  </a:cubicBezTo>
                  <a:cubicBezTo>
                    <a:pt x="4276" y="5561"/>
                    <a:pt x="5530" y="4308"/>
                    <a:pt x="5530" y="2797"/>
                  </a:cubicBezTo>
                  <a:cubicBezTo>
                    <a:pt x="5530" y="1254"/>
                    <a:pt x="4276" y="0"/>
                    <a:pt x="27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62"/>
            <p:cNvSpPr/>
            <p:nvPr/>
          </p:nvSpPr>
          <p:spPr>
            <a:xfrm>
              <a:off x="3943375" y="3720175"/>
              <a:ext cx="153525" cy="153500"/>
            </a:xfrm>
            <a:custGeom>
              <a:avLst/>
              <a:gdLst/>
              <a:ahLst/>
              <a:cxnLst/>
              <a:rect l="l" t="t" r="r" b="b"/>
              <a:pathLst>
                <a:path w="6141" h="6140" extrusionOk="0">
                  <a:moveTo>
                    <a:pt x="3086" y="579"/>
                  </a:moveTo>
                  <a:cubicBezTo>
                    <a:pt x="3761" y="579"/>
                    <a:pt x="4372" y="868"/>
                    <a:pt x="4822" y="1318"/>
                  </a:cubicBezTo>
                  <a:cubicBezTo>
                    <a:pt x="5272" y="1768"/>
                    <a:pt x="5561" y="2379"/>
                    <a:pt x="5561" y="3086"/>
                  </a:cubicBezTo>
                  <a:cubicBezTo>
                    <a:pt x="5561" y="3761"/>
                    <a:pt x="5272" y="4372"/>
                    <a:pt x="4822" y="4822"/>
                  </a:cubicBezTo>
                  <a:cubicBezTo>
                    <a:pt x="4372" y="5272"/>
                    <a:pt x="3761" y="5561"/>
                    <a:pt x="3086" y="5561"/>
                  </a:cubicBezTo>
                  <a:cubicBezTo>
                    <a:pt x="2379" y="5561"/>
                    <a:pt x="1768" y="5272"/>
                    <a:pt x="1318" y="4822"/>
                  </a:cubicBezTo>
                  <a:cubicBezTo>
                    <a:pt x="868" y="4372"/>
                    <a:pt x="611" y="3761"/>
                    <a:pt x="611" y="3086"/>
                  </a:cubicBezTo>
                  <a:cubicBezTo>
                    <a:pt x="611" y="2379"/>
                    <a:pt x="868" y="1768"/>
                    <a:pt x="1318" y="1318"/>
                  </a:cubicBezTo>
                  <a:cubicBezTo>
                    <a:pt x="1768" y="868"/>
                    <a:pt x="2379" y="579"/>
                    <a:pt x="3086" y="579"/>
                  </a:cubicBezTo>
                  <a:close/>
                  <a:moveTo>
                    <a:pt x="3086" y="0"/>
                  </a:moveTo>
                  <a:cubicBezTo>
                    <a:pt x="1383" y="0"/>
                    <a:pt x="0" y="1382"/>
                    <a:pt x="0" y="3086"/>
                  </a:cubicBezTo>
                  <a:cubicBezTo>
                    <a:pt x="0" y="4758"/>
                    <a:pt x="1383" y="6140"/>
                    <a:pt x="3086" y="6140"/>
                  </a:cubicBezTo>
                  <a:cubicBezTo>
                    <a:pt x="4758" y="6140"/>
                    <a:pt x="6140" y="4758"/>
                    <a:pt x="6140" y="3086"/>
                  </a:cubicBezTo>
                  <a:cubicBezTo>
                    <a:pt x="6140" y="1382"/>
                    <a:pt x="4758" y="0"/>
                    <a:pt x="3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62"/>
            <p:cNvSpPr/>
            <p:nvPr/>
          </p:nvSpPr>
          <p:spPr>
            <a:xfrm>
              <a:off x="3413000" y="4570400"/>
              <a:ext cx="1215075" cy="57075"/>
            </a:xfrm>
            <a:custGeom>
              <a:avLst/>
              <a:gdLst/>
              <a:ahLst/>
              <a:cxnLst/>
              <a:rect l="l" t="t" r="r" b="b"/>
              <a:pathLst>
                <a:path w="48603" h="2283" extrusionOk="0">
                  <a:moveTo>
                    <a:pt x="0" y="0"/>
                  </a:moveTo>
                  <a:lnTo>
                    <a:pt x="0" y="2282"/>
                  </a:lnTo>
                  <a:lnTo>
                    <a:pt x="48602" y="2282"/>
                  </a:lnTo>
                  <a:lnTo>
                    <a:pt x="4860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62"/>
            <p:cNvSpPr/>
            <p:nvPr/>
          </p:nvSpPr>
          <p:spPr>
            <a:xfrm>
              <a:off x="3404950" y="4563150"/>
              <a:ext cx="1230350" cy="71550"/>
            </a:xfrm>
            <a:custGeom>
              <a:avLst/>
              <a:gdLst/>
              <a:ahLst/>
              <a:cxnLst/>
              <a:rect l="l" t="t" r="r" b="b"/>
              <a:pathLst>
                <a:path w="49214" h="2862" extrusionOk="0">
                  <a:moveTo>
                    <a:pt x="48635" y="579"/>
                  </a:moveTo>
                  <a:lnTo>
                    <a:pt x="48635" y="2251"/>
                  </a:lnTo>
                  <a:lnTo>
                    <a:pt x="611" y="2251"/>
                  </a:lnTo>
                  <a:lnTo>
                    <a:pt x="611" y="579"/>
                  </a:lnTo>
                  <a:close/>
                  <a:moveTo>
                    <a:pt x="322" y="1"/>
                  </a:moveTo>
                  <a:cubicBezTo>
                    <a:pt x="226" y="1"/>
                    <a:pt x="161" y="33"/>
                    <a:pt x="97" y="97"/>
                  </a:cubicBezTo>
                  <a:cubicBezTo>
                    <a:pt x="33" y="129"/>
                    <a:pt x="1" y="226"/>
                    <a:pt x="1" y="290"/>
                  </a:cubicBezTo>
                  <a:lnTo>
                    <a:pt x="1" y="2572"/>
                  </a:lnTo>
                  <a:cubicBezTo>
                    <a:pt x="1" y="2637"/>
                    <a:pt x="33" y="2701"/>
                    <a:pt x="97" y="2765"/>
                  </a:cubicBezTo>
                  <a:cubicBezTo>
                    <a:pt x="161" y="2829"/>
                    <a:pt x="226" y="2862"/>
                    <a:pt x="322" y="2862"/>
                  </a:cubicBezTo>
                  <a:lnTo>
                    <a:pt x="48924" y="2862"/>
                  </a:lnTo>
                  <a:cubicBezTo>
                    <a:pt x="49021" y="2862"/>
                    <a:pt x="49085" y="2829"/>
                    <a:pt x="49149" y="2765"/>
                  </a:cubicBezTo>
                  <a:cubicBezTo>
                    <a:pt x="49214" y="2701"/>
                    <a:pt x="49214" y="2637"/>
                    <a:pt x="49214" y="2572"/>
                  </a:cubicBezTo>
                  <a:lnTo>
                    <a:pt x="49214" y="290"/>
                  </a:lnTo>
                  <a:cubicBezTo>
                    <a:pt x="49214" y="226"/>
                    <a:pt x="49214" y="129"/>
                    <a:pt x="49149" y="97"/>
                  </a:cubicBezTo>
                  <a:cubicBezTo>
                    <a:pt x="49085" y="33"/>
                    <a:pt x="49021" y="1"/>
                    <a:pt x="489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62"/>
            <p:cNvSpPr/>
            <p:nvPr/>
          </p:nvSpPr>
          <p:spPr>
            <a:xfrm>
              <a:off x="2180250" y="2902900"/>
              <a:ext cx="162350" cy="178425"/>
            </a:xfrm>
            <a:custGeom>
              <a:avLst/>
              <a:gdLst/>
              <a:ahLst/>
              <a:cxnLst/>
              <a:rect l="l" t="t" r="r" b="b"/>
              <a:pathLst>
                <a:path w="6494" h="7137" extrusionOk="0">
                  <a:moveTo>
                    <a:pt x="2122" y="0"/>
                  </a:moveTo>
                  <a:lnTo>
                    <a:pt x="129" y="1897"/>
                  </a:lnTo>
                  <a:cubicBezTo>
                    <a:pt x="129" y="1897"/>
                    <a:pt x="1" y="3279"/>
                    <a:pt x="1286" y="5047"/>
                  </a:cubicBezTo>
                  <a:cubicBezTo>
                    <a:pt x="2540" y="6815"/>
                    <a:pt x="2797" y="7136"/>
                    <a:pt x="2797" y="7136"/>
                  </a:cubicBezTo>
                  <a:cubicBezTo>
                    <a:pt x="2797" y="7136"/>
                    <a:pt x="3247" y="6236"/>
                    <a:pt x="4244" y="5047"/>
                  </a:cubicBezTo>
                  <a:cubicBezTo>
                    <a:pt x="5272" y="3858"/>
                    <a:pt x="6494" y="2732"/>
                    <a:pt x="6494" y="2732"/>
                  </a:cubicBezTo>
                  <a:cubicBezTo>
                    <a:pt x="5980" y="547"/>
                    <a:pt x="2122" y="0"/>
                    <a:pt x="21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62"/>
            <p:cNvSpPr/>
            <p:nvPr/>
          </p:nvSpPr>
          <p:spPr>
            <a:xfrm>
              <a:off x="2177050" y="2895650"/>
              <a:ext cx="172800" cy="192900"/>
            </a:xfrm>
            <a:custGeom>
              <a:avLst/>
              <a:gdLst/>
              <a:ahLst/>
              <a:cxnLst/>
              <a:rect l="l" t="t" r="r" b="b"/>
              <a:pathLst>
                <a:path w="6912" h="7716" extrusionOk="0">
                  <a:moveTo>
                    <a:pt x="2356" y="566"/>
                  </a:moveTo>
                  <a:cubicBezTo>
                    <a:pt x="2682" y="623"/>
                    <a:pt x="3523" y="792"/>
                    <a:pt x="4340" y="1158"/>
                  </a:cubicBezTo>
                  <a:cubicBezTo>
                    <a:pt x="4790" y="1351"/>
                    <a:pt x="5272" y="1608"/>
                    <a:pt x="5625" y="1930"/>
                  </a:cubicBezTo>
                  <a:cubicBezTo>
                    <a:pt x="5971" y="2218"/>
                    <a:pt x="6214" y="2558"/>
                    <a:pt x="6330" y="2950"/>
                  </a:cubicBezTo>
                  <a:lnTo>
                    <a:pt x="6330" y="2950"/>
                  </a:lnTo>
                  <a:cubicBezTo>
                    <a:pt x="5982" y="3271"/>
                    <a:pt x="5007" y="4192"/>
                    <a:pt x="4179" y="5176"/>
                  </a:cubicBezTo>
                  <a:cubicBezTo>
                    <a:pt x="3544" y="5910"/>
                    <a:pt x="3130" y="6546"/>
                    <a:pt x="2898" y="6933"/>
                  </a:cubicBezTo>
                  <a:lnTo>
                    <a:pt x="2898" y="6933"/>
                  </a:lnTo>
                  <a:cubicBezTo>
                    <a:pt x="2886" y="6916"/>
                    <a:pt x="2874" y="6898"/>
                    <a:pt x="2861" y="6880"/>
                  </a:cubicBezTo>
                  <a:cubicBezTo>
                    <a:pt x="2636" y="6590"/>
                    <a:pt x="2250" y="6076"/>
                    <a:pt x="1607" y="5176"/>
                  </a:cubicBezTo>
                  <a:cubicBezTo>
                    <a:pt x="614" y="3798"/>
                    <a:pt x="515" y="2644"/>
                    <a:pt x="514" y="2318"/>
                  </a:cubicBezTo>
                  <a:lnTo>
                    <a:pt x="514" y="2318"/>
                  </a:lnTo>
                  <a:lnTo>
                    <a:pt x="2356" y="566"/>
                  </a:lnTo>
                  <a:close/>
                  <a:moveTo>
                    <a:pt x="2282" y="1"/>
                  </a:moveTo>
                  <a:cubicBezTo>
                    <a:pt x="2218" y="1"/>
                    <a:pt x="2122" y="33"/>
                    <a:pt x="2057" y="97"/>
                  </a:cubicBezTo>
                  <a:lnTo>
                    <a:pt x="64" y="1994"/>
                  </a:lnTo>
                  <a:cubicBezTo>
                    <a:pt x="32" y="2058"/>
                    <a:pt x="0" y="2090"/>
                    <a:pt x="0" y="2155"/>
                  </a:cubicBezTo>
                  <a:cubicBezTo>
                    <a:pt x="0" y="2187"/>
                    <a:pt x="0" y="2219"/>
                    <a:pt x="0" y="2315"/>
                  </a:cubicBezTo>
                  <a:cubicBezTo>
                    <a:pt x="0" y="2733"/>
                    <a:pt x="97" y="3987"/>
                    <a:pt x="1189" y="5498"/>
                  </a:cubicBezTo>
                  <a:cubicBezTo>
                    <a:pt x="2475" y="7266"/>
                    <a:pt x="2700" y="7587"/>
                    <a:pt x="2700" y="7587"/>
                  </a:cubicBezTo>
                  <a:cubicBezTo>
                    <a:pt x="2765" y="7683"/>
                    <a:pt x="2861" y="7716"/>
                    <a:pt x="2957" y="7716"/>
                  </a:cubicBezTo>
                  <a:cubicBezTo>
                    <a:pt x="3054" y="7683"/>
                    <a:pt x="3118" y="7651"/>
                    <a:pt x="3150" y="7555"/>
                  </a:cubicBezTo>
                  <a:lnTo>
                    <a:pt x="3182" y="7523"/>
                  </a:lnTo>
                  <a:cubicBezTo>
                    <a:pt x="3279" y="7330"/>
                    <a:pt x="3729" y="6526"/>
                    <a:pt x="4597" y="5498"/>
                  </a:cubicBezTo>
                  <a:cubicBezTo>
                    <a:pt x="5079" y="4919"/>
                    <a:pt x="5658" y="4340"/>
                    <a:pt x="6075" y="3922"/>
                  </a:cubicBezTo>
                  <a:cubicBezTo>
                    <a:pt x="6300" y="3730"/>
                    <a:pt x="6493" y="3537"/>
                    <a:pt x="6622" y="3408"/>
                  </a:cubicBezTo>
                  <a:cubicBezTo>
                    <a:pt x="6750" y="3312"/>
                    <a:pt x="6815" y="3247"/>
                    <a:pt x="6815" y="3247"/>
                  </a:cubicBezTo>
                  <a:cubicBezTo>
                    <a:pt x="6879" y="3183"/>
                    <a:pt x="6911" y="3055"/>
                    <a:pt x="6911" y="2958"/>
                  </a:cubicBezTo>
                  <a:cubicBezTo>
                    <a:pt x="6750" y="2347"/>
                    <a:pt x="6365" y="1865"/>
                    <a:pt x="5915" y="1480"/>
                  </a:cubicBezTo>
                  <a:cubicBezTo>
                    <a:pt x="5208" y="901"/>
                    <a:pt x="4307" y="547"/>
                    <a:pt x="3568" y="322"/>
                  </a:cubicBezTo>
                  <a:cubicBezTo>
                    <a:pt x="2861" y="97"/>
                    <a:pt x="2282" y="33"/>
                    <a:pt x="22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62"/>
            <p:cNvSpPr/>
            <p:nvPr/>
          </p:nvSpPr>
          <p:spPr>
            <a:xfrm>
              <a:off x="2210000" y="2764900"/>
              <a:ext cx="282075" cy="242375"/>
            </a:xfrm>
            <a:custGeom>
              <a:avLst/>
              <a:gdLst/>
              <a:ahLst/>
              <a:cxnLst/>
              <a:rect l="l" t="t" r="r" b="b"/>
              <a:pathLst>
                <a:path w="11283" h="9695" extrusionOk="0">
                  <a:moveTo>
                    <a:pt x="5918" y="0"/>
                  </a:moveTo>
                  <a:cubicBezTo>
                    <a:pt x="4911" y="0"/>
                    <a:pt x="3878" y="114"/>
                    <a:pt x="3311" y="506"/>
                  </a:cubicBezTo>
                  <a:cubicBezTo>
                    <a:pt x="1929" y="1438"/>
                    <a:pt x="1382" y="2627"/>
                    <a:pt x="707" y="4588"/>
                  </a:cubicBezTo>
                  <a:cubicBezTo>
                    <a:pt x="0" y="6517"/>
                    <a:pt x="868" y="5584"/>
                    <a:pt x="1639" y="7031"/>
                  </a:cubicBezTo>
                  <a:cubicBezTo>
                    <a:pt x="2411" y="8445"/>
                    <a:pt x="2411" y="8381"/>
                    <a:pt x="3022" y="8477"/>
                  </a:cubicBezTo>
                  <a:cubicBezTo>
                    <a:pt x="3632" y="8574"/>
                    <a:pt x="4018" y="8574"/>
                    <a:pt x="4018" y="8574"/>
                  </a:cubicBezTo>
                  <a:cubicBezTo>
                    <a:pt x="4018" y="8574"/>
                    <a:pt x="5143" y="8960"/>
                    <a:pt x="6525" y="9474"/>
                  </a:cubicBezTo>
                  <a:cubicBezTo>
                    <a:pt x="6960" y="9629"/>
                    <a:pt x="7295" y="9694"/>
                    <a:pt x="7559" y="9694"/>
                  </a:cubicBezTo>
                  <a:cubicBezTo>
                    <a:pt x="8117" y="9694"/>
                    <a:pt x="8365" y="9405"/>
                    <a:pt x="8583" y="9056"/>
                  </a:cubicBezTo>
                  <a:cubicBezTo>
                    <a:pt x="8904" y="8510"/>
                    <a:pt x="9386" y="4588"/>
                    <a:pt x="9386" y="4588"/>
                  </a:cubicBezTo>
                  <a:cubicBezTo>
                    <a:pt x="9386" y="4588"/>
                    <a:pt x="10479" y="4074"/>
                    <a:pt x="10865" y="2949"/>
                  </a:cubicBezTo>
                  <a:cubicBezTo>
                    <a:pt x="11283" y="1824"/>
                    <a:pt x="9740" y="2145"/>
                    <a:pt x="9290" y="1984"/>
                  </a:cubicBezTo>
                  <a:cubicBezTo>
                    <a:pt x="8840" y="1824"/>
                    <a:pt x="8647" y="216"/>
                    <a:pt x="8647" y="216"/>
                  </a:cubicBezTo>
                  <a:cubicBezTo>
                    <a:pt x="8647" y="216"/>
                    <a:pt x="7307" y="0"/>
                    <a:pt x="59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62"/>
            <p:cNvSpPr/>
            <p:nvPr/>
          </p:nvSpPr>
          <p:spPr>
            <a:xfrm>
              <a:off x="2214000" y="2758250"/>
              <a:ext cx="276475" cy="255575"/>
            </a:xfrm>
            <a:custGeom>
              <a:avLst/>
              <a:gdLst/>
              <a:ahLst/>
              <a:cxnLst/>
              <a:rect l="l" t="t" r="r" b="b"/>
              <a:pathLst>
                <a:path w="11059" h="10223" extrusionOk="0">
                  <a:moveTo>
                    <a:pt x="5722" y="547"/>
                  </a:moveTo>
                  <a:cubicBezTo>
                    <a:pt x="6397" y="547"/>
                    <a:pt x="7073" y="611"/>
                    <a:pt x="7587" y="643"/>
                  </a:cubicBezTo>
                  <a:cubicBezTo>
                    <a:pt x="7844" y="675"/>
                    <a:pt x="8069" y="707"/>
                    <a:pt x="8198" y="739"/>
                  </a:cubicBezTo>
                  <a:cubicBezTo>
                    <a:pt x="8218" y="739"/>
                    <a:pt x="8236" y="740"/>
                    <a:pt x="8254" y="741"/>
                  </a:cubicBezTo>
                  <a:lnTo>
                    <a:pt x="8254" y="741"/>
                  </a:lnTo>
                  <a:cubicBezTo>
                    <a:pt x="8277" y="902"/>
                    <a:pt x="8319" y="1132"/>
                    <a:pt x="8390" y="1382"/>
                  </a:cubicBezTo>
                  <a:cubicBezTo>
                    <a:pt x="8423" y="1607"/>
                    <a:pt x="8519" y="1832"/>
                    <a:pt x="8615" y="2025"/>
                  </a:cubicBezTo>
                  <a:cubicBezTo>
                    <a:pt x="8648" y="2122"/>
                    <a:pt x="8712" y="2218"/>
                    <a:pt x="8776" y="2315"/>
                  </a:cubicBezTo>
                  <a:cubicBezTo>
                    <a:pt x="8840" y="2411"/>
                    <a:pt x="8937" y="2475"/>
                    <a:pt x="9033" y="2507"/>
                  </a:cubicBezTo>
                  <a:cubicBezTo>
                    <a:pt x="9194" y="2572"/>
                    <a:pt x="9387" y="2572"/>
                    <a:pt x="9548" y="2572"/>
                  </a:cubicBezTo>
                  <a:cubicBezTo>
                    <a:pt x="9805" y="2604"/>
                    <a:pt x="10094" y="2604"/>
                    <a:pt x="10287" y="2668"/>
                  </a:cubicBezTo>
                  <a:cubicBezTo>
                    <a:pt x="10383" y="2700"/>
                    <a:pt x="10448" y="2732"/>
                    <a:pt x="10480" y="2765"/>
                  </a:cubicBezTo>
                  <a:cubicBezTo>
                    <a:pt x="10512" y="2765"/>
                    <a:pt x="10512" y="2797"/>
                    <a:pt x="10512" y="2861"/>
                  </a:cubicBezTo>
                  <a:cubicBezTo>
                    <a:pt x="10512" y="2925"/>
                    <a:pt x="10512" y="3022"/>
                    <a:pt x="10480" y="3118"/>
                  </a:cubicBezTo>
                  <a:cubicBezTo>
                    <a:pt x="10287" y="3632"/>
                    <a:pt x="9933" y="4018"/>
                    <a:pt x="9644" y="4243"/>
                  </a:cubicBezTo>
                  <a:cubicBezTo>
                    <a:pt x="9516" y="4372"/>
                    <a:pt x="9355" y="4468"/>
                    <a:pt x="9258" y="4533"/>
                  </a:cubicBezTo>
                  <a:cubicBezTo>
                    <a:pt x="9226" y="4565"/>
                    <a:pt x="9194" y="4597"/>
                    <a:pt x="9162" y="4597"/>
                  </a:cubicBezTo>
                  <a:lnTo>
                    <a:pt x="9130" y="4629"/>
                  </a:lnTo>
                  <a:cubicBezTo>
                    <a:pt x="9033" y="4661"/>
                    <a:pt x="8969" y="4725"/>
                    <a:pt x="8969" y="4822"/>
                  </a:cubicBezTo>
                  <a:cubicBezTo>
                    <a:pt x="8969" y="4822"/>
                    <a:pt x="8937" y="5079"/>
                    <a:pt x="8873" y="5433"/>
                  </a:cubicBezTo>
                  <a:cubicBezTo>
                    <a:pt x="8808" y="6011"/>
                    <a:pt x="8680" y="6847"/>
                    <a:pt x="8551" y="7618"/>
                  </a:cubicBezTo>
                  <a:cubicBezTo>
                    <a:pt x="8487" y="8004"/>
                    <a:pt x="8423" y="8358"/>
                    <a:pt x="8358" y="8647"/>
                  </a:cubicBezTo>
                  <a:cubicBezTo>
                    <a:pt x="8326" y="8776"/>
                    <a:pt x="8294" y="8904"/>
                    <a:pt x="8262" y="9001"/>
                  </a:cubicBezTo>
                  <a:cubicBezTo>
                    <a:pt x="8230" y="9097"/>
                    <a:pt x="8198" y="9161"/>
                    <a:pt x="8198" y="9161"/>
                  </a:cubicBezTo>
                  <a:cubicBezTo>
                    <a:pt x="8101" y="9322"/>
                    <a:pt x="8005" y="9451"/>
                    <a:pt x="7876" y="9547"/>
                  </a:cubicBezTo>
                  <a:cubicBezTo>
                    <a:pt x="7780" y="9644"/>
                    <a:pt x="7651" y="9676"/>
                    <a:pt x="7394" y="9676"/>
                  </a:cubicBezTo>
                  <a:cubicBezTo>
                    <a:pt x="7169" y="9676"/>
                    <a:pt x="6880" y="9611"/>
                    <a:pt x="6430" y="9483"/>
                  </a:cubicBezTo>
                  <a:cubicBezTo>
                    <a:pt x="5080" y="9001"/>
                    <a:pt x="3955" y="8583"/>
                    <a:pt x="3955" y="8583"/>
                  </a:cubicBezTo>
                  <a:lnTo>
                    <a:pt x="3858" y="8583"/>
                  </a:lnTo>
                  <a:lnTo>
                    <a:pt x="3794" y="8551"/>
                  </a:lnTo>
                  <a:cubicBezTo>
                    <a:pt x="3665" y="8551"/>
                    <a:pt x="3344" y="8551"/>
                    <a:pt x="2894" y="8486"/>
                  </a:cubicBezTo>
                  <a:cubicBezTo>
                    <a:pt x="2733" y="8454"/>
                    <a:pt x="2637" y="8422"/>
                    <a:pt x="2572" y="8422"/>
                  </a:cubicBezTo>
                  <a:cubicBezTo>
                    <a:pt x="2540" y="8390"/>
                    <a:pt x="2508" y="8390"/>
                    <a:pt x="2476" y="8358"/>
                  </a:cubicBezTo>
                  <a:cubicBezTo>
                    <a:pt x="2412" y="8326"/>
                    <a:pt x="2315" y="8229"/>
                    <a:pt x="2219" y="8036"/>
                  </a:cubicBezTo>
                  <a:cubicBezTo>
                    <a:pt x="2090" y="7843"/>
                    <a:pt x="1929" y="7554"/>
                    <a:pt x="1704" y="7168"/>
                  </a:cubicBezTo>
                  <a:cubicBezTo>
                    <a:pt x="1415" y="6590"/>
                    <a:pt x="1062" y="6333"/>
                    <a:pt x="804" y="6172"/>
                  </a:cubicBezTo>
                  <a:cubicBezTo>
                    <a:pt x="708" y="6108"/>
                    <a:pt x="612" y="6043"/>
                    <a:pt x="612" y="6011"/>
                  </a:cubicBezTo>
                  <a:cubicBezTo>
                    <a:pt x="579" y="5979"/>
                    <a:pt x="547" y="5947"/>
                    <a:pt x="547" y="5850"/>
                  </a:cubicBezTo>
                  <a:cubicBezTo>
                    <a:pt x="547" y="5722"/>
                    <a:pt x="612" y="5400"/>
                    <a:pt x="804" y="4918"/>
                  </a:cubicBezTo>
                  <a:cubicBezTo>
                    <a:pt x="1126" y="3954"/>
                    <a:pt x="1447" y="3182"/>
                    <a:pt x="1833" y="2572"/>
                  </a:cubicBezTo>
                  <a:cubicBezTo>
                    <a:pt x="2187" y="1929"/>
                    <a:pt x="2637" y="1447"/>
                    <a:pt x="3279" y="997"/>
                  </a:cubicBezTo>
                  <a:cubicBezTo>
                    <a:pt x="3505" y="836"/>
                    <a:pt x="3890" y="707"/>
                    <a:pt x="4308" y="643"/>
                  </a:cubicBezTo>
                  <a:cubicBezTo>
                    <a:pt x="4726" y="579"/>
                    <a:pt x="5240" y="547"/>
                    <a:pt x="5722" y="547"/>
                  </a:cubicBezTo>
                  <a:close/>
                  <a:moveTo>
                    <a:pt x="5722" y="0"/>
                  </a:moveTo>
                  <a:cubicBezTo>
                    <a:pt x="5208" y="0"/>
                    <a:pt x="4694" y="32"/>
                    <a:pt x="4212" y="129"/>
                  </a:cubicBezTo>
                  <a:cubicBezTo>
                    <a:pt x="3762" y="193"/>
                    <a:pt x="3312" y="322"/>
                    <a:pt x="2990" y="547"/>
                  </a:cubicBezTo>
                  <a:cubicBezTo>
                    <a:pt x="2283" y="1029"/>
                    <a:pt x="1769" y="1607"/>
                    <a:pt x="1351" y="2282"/>
                  </a:cubicBezTo>
                  <a:cubicBezTo>
                    <a:pt x="933" y="2990"/>
                    <a:pt x="644" y="3793"/>
                    <a:pt x="290" y="4758"/>
                  </a:cubicBezTo>
                  <a:cubicBezTo>
                    <a:pt x="97" y="5272"/>
                    <a:pt x="33" y="5593"/>
                    <a:pt x="33" y="5850"/>
                  </a:cubicBezTo>
                  <a:cubicBezTo>
                    <a:pt x="1" y="6043"/>
                    <a:pt x="65" y="6236"/>
                    <a:pt x="194" y="6365"/>
                  </a:cubicBezTo>
                  <a:cubicBezTo>
                    <a:pt x="354" y="6525"/>
                    <a:pt x="515" y="6622"/>
                    <a:pt x="676" y="6751"/>
                  </a:cubicBezTo>
                  <a:cubicBezTo>
                    <a:pt x="869" y="6879"/>
                    <a:pt x="1029" y="7040"/>
                    <a:pt x="1254" y="7426"/>
                  </a:cubicBezTo>
                  <a:cubicBezTo>
                    <a:pt x="1640" y="8133"/>
                    <a:pt x="1833" y="8486"/>
                    <a:pt x="2058" y="8711"/>
                  </a:cubicBezTo>
                  <a:cubicBezTo>
                    <a:pt x="2154" y="8808"/>
                    <a:pt x="2283" y="8904"/>
                    <a:pt x="2412" y="8936"/>
                  </a:cubicBezTo>
                  <a:cubicBezTo>
                    <a:pt x="2540" y="8968"/>
                    <a:pt x="2669" y="8968"/>
                    <a:pt x="2829" y="9001"/>
                  </a:cubicBezTo>
                  <a:cubicBezTo>
                    <a:pt x="3280" y="9072"/>
                    <a:pt x="3608" y="9090"/>
                    <a:pt x="3762" y="9095"/>
                  </a:cubicBezTo>
                  <a:lnTo>
                    <a:pt x="3762" y="9095"/>
                  </a:lnTo>
                  <a:lnTo>
                    <a:pt x="3762" y="9097"/>
                  </a:lnTo>
                  <a:cubicBezTo>
                    <a:pt x="3762" y="9097"/>
                    <a:pt x="4887" y="9483"/>
                    <a:pt x="6269" y="9965"/>
                  </a:cubicBezTo>
                  <a:cubicBezTo>
                    <a:pt x="6719" y="10126"/>
                    <a:pt x="7105" y="10222"/>
                    <a:pt x="7394" y="10222"/>
                  </a:cubicBezTo>
                  <a:cubicBezTo>
                    <a:pt x="7715" y="10222"/>
                    <a:pt x="8005" y="10126"/>
                    <a:pt x="8198" y="9965"/>
                  </a:cubicBezTo>
                  <a:cubicBezTo>
                    <a:pt x="8390" y="9836"/>
                    <a:pt x="8551" y="9644"/>
                    <a:pt x="8648" y="9451"/>
                  </a:cubicBezTo>
                  <a:cubicBezTo>
                    <a:pt x="8712" y="9322"/>
                    <a:pt x="8744" y="9193"/>
                    <a:pt x="8808" y="9033"/>
                  </a:cubicBezTo>
                  <a:cubicBezTo>
                    <a:pt x="8969" y="8454"/>
                    <a:pt x="9130" y="7426"/>
                    <a:pt x="9258" y="6525"/>
                  </a:cubicBezTo>
                  <a:cubicBezTo>
                    <a:pt x="9378" y="5881"/>
                    <a:pt x="9461" y="5291"/>
                    <a:pt x="9497" y="5029"/>
                  </a:cubicBezTo>
                  <a:lnTo>
                    <a:pt x="9497" y="5029"/>
                  </a:lnTo>
                  <a:cubicBezTo>
                    <a:pt x="9819" y="4837"/>
                    <a:pt x="10604" y="4308"/>
                    <a:pt x="10962" y="3311"/>
                  </a:cubicBezTo>
                  <a:cubicBezTo>
                    <a:pt x="11026" y="3150"/>
                    <a:pt x="11058" y="3022"/>
                    <a:pt x="11058" y="2861"/>
                  </a:cubicBezTo>
                  <a:cubicBezTo>
                    <a:pt x="11058" y="2732"/>
                    <a:pt x="11026" y="2636"/>
                    <a:pt x="10962" y="2507"/>
                  </a:cubicBezTo>
                  <a:cubicBezTo>
                    <a:pt x="10866" y="2315"/>
                    <a:pt x="10673" y="2218"/>
                    <a:pt x="10512" y="2154"/>
                  </a:cubicBezTo>
                  <a:cubicBezTo>
                    <a:pt x="10255" y="2090"/>
                    <a:pt x="9998" y="2057"/>
                    <a:pt x="9741" y="2057"/>
                  </a:cubicBezTo>
                  <a:lnTo>
                    <a:pt x="9419" y="2057"/>
                  </a:lnTo>
                  <a:cubicBezTo>
                    <a:pt x="9323" y="2025"/>
                    <a:pt x="9258" y="2025"/>
                    <a:pt x="9226" y="2025"/>
                  </a:cubicBezTo>
                  <a:cubicBezTo>
                    <a:pt x="9226" y="2025"/>
                    <a:pt x="9130" y="1929"/>
                    <a:pt x="9065" y="1768"/>
                  </a:cubicBezTo>
                  <a:cubicBezTo>
                    <a:pt x="8969" y="1543"/>
                    <a:pt x="8873" y="1190"/>
                    <a:pt x="8840" y="932"/>
                  </a:cubicBezTo>
                  <a:cubicBezTo>
                    <a:pt x="8808" y="804"/>
                    <a:pt x="8776" y="675"/>
                    <a:pt x="8776" y="611"/>
                  </a:cubicBezTo>
                  <a:cubicBezTo>
                    <a:pt x="8744" y="514"/>
                    <a:pt x="8744" y="450"/>
                    <a:pt x="8744" y="450"/>
                  </a:cubicBezTo>
                  <a:cubicBezTo>
                    <a:pt x="8744" y="354"/>
                    <a:pt x="8648" y="257"/>
                    <a:pt x="8519" y="225"/>
                  </a:cubicBezTo>
                  <a:cubicBezTo>
                    <a:pt x="8519" y="225"/>
                    <a:pt x="7137" y="0"/>
                    <a:pt x="57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62"/>
            <p:cNvSpPr/>
            <p:nvPr/>
          </p:nvSpPr>
          <p:spPr>
            <a:xfrm>
              <a:off x="2414900" y="2812075"/>
              <a:ext cx="12900" cy="42625"/>
            </a:xfrm>
            <a:custGeom>
              <a:avLst/>
              <a:gdLst/>
              <a:ahLst/>
              <a:cxnLst/>
              <a:rect l="l" t="t" r="r" b="b"/>
              <a:pathLst>
                <a:path w="516" h="1705" extrusionOk="0">
                  <a:moveTo>
                    <a:pt x="194" y="1"/>
                  </a:moveTo>
                  <a:cubicBezTo>
                    <a:pt x="65" y="33"/>
                    <a:pt x="1" y="419"/>
                    <a:pt x="33" y="869"/>
                  </a:cubicBezTo>
                  <a:cubicBezTo>
                    <a:pt x="65" y="1351"/>
                    <a:pt x="194" y="1704"/>
                    <a:pt x="322" y="1704"/>
                  </a:cubicBezTo>
                  <a:cubicBezTo>
                    <a:pt x="451" y="1672"/>
                    <a:pt x="515" y="1287"/>
                    <a:pt x="483" y="837"/>
                  </a:cubicBezTo>
                  <a:cubicBezTo>
                    <a:pt x="451" y="387"/>
                    <a:pt x="322"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62"/>
            <p:cNvSpPr/>
            <p:nvPr/>
          </p:nvSpPr>
          <p:spPr>
            <a:xfrm>
              <a:off x="2047650" y="2005300"/>
              <a:ext cx="213800" cy="665375"/>
            </a:xfrm>
            <a:custGeom>
              <a:avLst/>
              <a:gdLst/>
              <a:ahLst/>
              <a:cxnLst/>
              <a:rect l="l" t="t" r="r" b="b"/>
              <a:pathLst>
                <a:path w="8552" h="26615" extrusionOk="0">
                  <a:moveTo>
                    <a:pt x="3933" y="1"/>
                  </a:moveTo>
                  <a:cubicBezTo>
                    <a:pt x="3662" y="1"/>
                    <a:pt x="3472" y="320"/>
                    <a:pt x="3472" y="320"/>
                  </a:cubicBezTo>
                  <a:lnTo>
                    <a:pt x="3858" y="2795"/>
                  </a:lnTo>
                  <a:cubicBezTo>
                    <a:pt x="3858" y="2795"/>
                    <a:pt x="2733" y="417"/>
                    <a:pt x="2315" y="159"/>
                  </a:cubicBezTo>
                  <a:cubicBezTo>
                    <a:pt x="2178" y="85"/>
                    <a:pt x="2061" y="55"/>
                    <a:pt x="1960" y="55"/>
                  </a:cubicBezTo>
                  <a:cubicBezTo>
                    <a:pt x="1541" y="55"/>
                    <a:pt x="1415" y="577"/>
                    <a:pt x="1415" y="577"/>
                  </a:cubicBezTo>
                  <a:lnTo>
                    <a:pt x="2830" y="3824"/>
                  </a:lnTo>
                  <a:cubicBezTo>
                    <a:pt x="2830" y="3824"/>
                    <a:pt x="1640" y="1574"/>
                    <a:pt x="1126" y="1445"/>
                  </a:cubicBezTo>
                  <a:cubicBezTo>
                    <a:pt x="1081" y="1434"/>
                    <a:pt x="1041" y="1429"/>
                    <a:pt x="1004" y="1429"/>
                  </a:cubicBezTo>
                  <a:cubicBezTo>
                    <a:pt x="617" y="1429"/>
                    <a:pt x="644" y="1992"/>
                    <a:pt x="644" y="1992"/>
                  </a:cubicBezTo>
                  <a:lnTo>
                    <a:pt x="2058" y="4853"/>
                  </a:lnTo>
                  <a:cubicBezTo>
                    <a:pt x="2058" y="4853"/>
                    <a:pt x="1544" y="4081"/>
                    <a:pt x="1029" y="3695"/>
                  </a:cubicBezTo>
                  <a:cubicBezTo>
                    <a:pt x="893" y="3593"/>
                    <a:pt x="777" y="3552"/>
                    <a:pt x="684" y="3552"/>
                  </a:cubicBezTo>
                  <a:cubicBezTo>
                    <a:pt x="427" y="3552"/>
                    <a:pt x="350" y="3869"/>
                    <a:pt x="515" y="4081"/>
                  </a:cubicBezTo>
                  <a:cubicBezTo>
                    <a:pt x="708" y="4338"/>
                    <a:pt x="3215" y="7971"/>
                    <a:pt x="3215" y="7971"/>
                  </a:cubicBezTo>
                  <a:cubicBezTo>
                    <a:pt x="3215" y="7971"/>
                    <a:pt x="1" y="18450"/>
                    <a:pt x="1" y="20153"/>
                  </a:cubicBezTo>
                  <a:cubicBezTo>
                    <a:pt x="1" y="21825"/>
                    <a:pt x="901" y="26614"/>
                    <a:pt x="901" y="26614"/>
                  </a:cubicBezTo>
                  <a:lnTo>
                    <a:pt x="5433" y="26100"/>
                  </a:lnTo>
                  <a:lnTo>
                    <a:pt x="4790" y="20411"/>
                  </a:lnTo>
                  <a:lnTo>
                    <a:pt x="5433" y="7971"/>
                  </a:lnTo>
                  <a:cubicBezTo>
                    <a:pt x="5433" y="7971"/>
                    <a:pt x="6333" y="6653"/>
                    <a:pt x="6719" y="6267"/>
                  </a:cubicBezTo>
                  <a:cubicBezTo>
                    <a:pt x="6976" y="6010"/>
                    <a:pt x="7812" y="5303"/>
                    <a:pt x="8294" y="4917"/>
                  </a:cubicBezTo>
                  <a:cubicBezTo>
                    <a:pt x="8519" y="4724"/>
                    <a:pt x="8551" y="4403"/>
                    <a:pt x="8423" y="4178"/>
                  </a:cubicBezTo>
                  <a:cubicBezTo>
                    <a:pt x="8309" y="3973"/>
                    <a:pt x="8114" y="3865"/>
                    <a:pt x="7908" y="3865"/>
                  </a:cubicBezTo>
                  <a:cubicBezTo>
                    <a:pt x="7823" y="3865"/>
                    <a:pt x="7736" y="3883"/>
                    <a:pt x="7651" y="3920"/>
                  </a:cubicBezTo>
                  <a:lnTo>
                    <a:pt x="5819" y="4853"/>
                  </a:lnTo>
                  <a:cubicBezTo>
                    <a:pt x="5819" y="4853"/>
                    <a:pt x="4758" y="1092"/>
                    <a:pt x="4533" y="577"/>
                  </a:cubicBezTo>
                  <a:cubicBezTo>
                    <a:pt x="4318" y="135"/>
                    <a:pt x="4108" y="1"/>
                    <a:pt x="39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62"/>
            <p:cNvSpPr/>
            <p:nvPr/>
          </p:nvSpPr>
          <p:spPr>
            <a:xfrm>
              <a:off x="2047650" y="2204550"/>
              <a:ext cx="80400" cy="466125"/>
            </a:xfrm>
            <a:custGeom>
              <a:avLst/>
              <a:gdLst/>
              <a:ahLst/>
              <a:cxnLst/>
              <a:rect l="l" t="t" r="r" b="b"/>
              <a:pathLst>
                <a:path w="3216" h="18645" extrusionOk="0">
                  <a:moveTo>
                    <a:pt x="3215" y="1"/>
                  </a:moveTo>
                  <a:cubicBezTo>
                    <a:pt x="3215" y="1"/>
                    <a:pt x="1" y="10480"/>
                    <a:pt x="1" y="12183"/>
                  </a:cubicBezTo>
                  <a:cubicBezTo>
                    <a:pt x="1" y="13855"/>
                    <a:pt x="901" y="18644"/>
                    <a:pt x="901" y="18644"/>
                  </a:cubicBezTo>
                  <a:lnTo>
                    <a:pt x="2090" y="18516"/>
                  </a:lnTo>
                  <a:cubicBezTo>
                    <a:pt x="2090" y="17134"/>
                    <a:pt x="2058" y="15848"/>
                    <a:pt x="2026" y="14948"/>
                  </a:cubicBezTo>
                  <a:cubicBezTo>
                    <a:pt x="1865" y="11541"/>
                    <a:pt x="3215" y="1"/>
                    <a:pt x="3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62"/>
            <p:cNvSpPr/>
            <p:nvPr/>
          </p:nvSpPr>
          <p:spPr>
            <a:xfrm>
              <a:off x="2054100" y="2240725"/>
              <a:ext cx="69925" cy="289325"/>
            </a:xfrm>
            <a:custGeom>
              <a:avLst/>
              <a:gdLst/>
              <a:ahLst/>
              <a:cxnLst/>
              <a:rect l="l" t="t" r="r" b="b"/>
              <a:pathLst>
                <a:path w="2797" h="11573" extrusionOk="0">
                  <a:moveTo>
                    <a:pt x="2797" y="0"/>
                  </a:moveTo>
                  <a:lnTo>
                    <a:pt x="2797" y="0"/>
                  </a:lnTo>
                  <a:cubicBezTo>
                    <a:pt x="2572" y="804"/>
                    <a:pt x="2250" y="1864"/>
                    <a:pt x="1897" y="3022"/>
                  </a:cubicBezTo>
                  <a:cubicBezTo>
                    <a:pt x="1222" y="5433"/>
                    <a:pt x="450" y="8229"/>
                    <a:pt x="129" y="9772"/>
                  </a:cubicBezTo>
                  <a:cubicBezTo>
                    <a:pt x="32" y="10222"/>
                    <a:pt x="0" y="10543"/>
                    <a:pt x="0" y="10736"/>
                  </a:cubicBezTo>
                  <a:cubicBezTo>
                    <a:pt x="0" y="10961"/>
                    <a:pt x="0" y="11219"/>
                    <a:pt x="32" y="11572"/>
                  </a:cubicBezTo>
                  <a:cubicBezTo>
                    <a:pt x="257" y="11508"/>
                    <a:pt x="482" y="11476"/>
                    <a:pt x="739" y="11444"/>
                  </a:cubicBezTo>
                  <a:cubicBezTo>
                    <a:pt x="804" y="11411"/>
                    <a:pt x="868" y="11379"/>
                    <a:pt x="964" y="11347"/>
                  </a:cubicBezTo>
                  <a:cubicBezTo>
                    <a:pt x="1222" y="11283"/>
                    <a:pt x="1511" y="11186"/>
                    <a:pt x="1800" y="11154"/>
                  </a:cubicBezTo>
                  <a:cubicBezTo>
                    <a:pt x="1961" y="7747"/>
                    <a:pt x="2507" y="2540"/>
                    <a:pt x="27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62"/>
            <p:cNvSpPr/>
            <p:nvPr/>
          </p:nvSpPr>
          <p:spPr>
            <a:xfrm>
              <a:off x="2040425" y="1998825"/>
              <a:ext cx="226650" cy="679075"/>
            </a:xfrm>
            <a:custGeom>
              <a:avLst/>
              <a:gdLst/>
              <a:ahLst/>
              <a:cxnLst/>
              <a:rect l="l" t="t" r="r" b="b"/>
              <a:pathLst>
                <a:path w="9066" h="27163" extrusionOk="0">
                  <a:moveTo>
                    <a:pt x="4211" y="515"/>
                  </a:moveTo>
                  <a:cubicBezTo>
                    <a:pt x="4244" y="515"/>
                    <a:pt x="4276" y="515"/>
                    <a:pt x="4340" y="579"/>
                  </a:cubicBezTo>
                  <a:cubicBezTo>
                    <a:pt x="4372" y="643"/>
                    <a:pt x="4469" y="740"/>
                    <a:pt x="4565" y="965"/>
                  </a:cubicBezTo>
                  <a:cubicBezTo>
                    <a:pt x="4597" y="997"/>
                    <a:pt x="4629" y="1094"/>
                    <a:pt x="4694" y="1254"/>
                  </a:cubicBezTo>
                  <a:cubicBezTo>
                    <a:pt x="4854" y="1769"/>
                    <a:pt x="5144" y="2765"/>
                    <a:pt x="5401" y="3601"/>
                  </a:cubicBezTo>
                  <a:cubicBezTo>
                    <a:pt x="5658" y="4469"/>
                    <a:pt x="5851" y="5176"/>
                    <a:pt x="5851" y="5176"/>
                  </a:cubicBezTo>
                  <a:cubicBezTo>
                    <a:pt x="5883" y="5272"/>
                    <a:pt x="5915" y="5337"/>
                    <a:pt x="6012" y="5369"/>
                  </a:cubicBezTo>
                  <a:cubicBezTo>
                    <a:pt x="6038" y="5382"/>
                    <a:pt x="6065" y="5390"/>
                    <a:pt x="6094" y="5390"/>
                  </a:cubicBezTo>
                  <a:cubicBezTo>
                    <a:pt x="6135" y="5390"/>
                    <a:pt x="6180" y="5374"/>
                    <a:pt x="6237" y="5337"/>
                  </a:cubicBezTo>
                  <a:lnTo>
                    <a:pt x="8069" y="4437"/>
                  </a:lnTo>
                  <a:lnTo>
                    <a:pt x="8197" y="4404"/>
                  </a:lnTo>
                  <a:cubicBezTo>
                    <a:pt x="8326" y="4404"/>
                    <a:pt x="8422" y="4469"/>
                    <a:pt x="8487" y="4565"/>
                  </a:cubicBezTo>
                  <a:cubicBezTo>
                    <a:pt x="8519" y="4597"/>
                    <a:pt x="8519" y="4662"/>
                    <a:pt x="8519" y="4726"/>
                  </a:cubicBezTo>
                  <a:cubicBezTo>
                    <a:pt x="8519" y="4822"/>
                    <a:pt x="8487" y="4887"/>
                    <a:pt x="8422" y="4951"/>
                  </a:cubicBezTo>
                  <a:cubicBezTo>
                    <a:pt x="8165" y="5176"/>
                    <a:pt x="7844" y="5433"/>
                    <a:pt x="7555" y="5690"/>
                  </a:cubicBezTo>
                  <a:cubicBezTo>
                    <a:pt x="7233" y="5947"/>
                    <a:pt x="6976" y="6204"/>
                    <a:pt x="6815" y="6333"/>
                  </a:cubicBezTo>
                  <a:cubicBezTo>
                    <a:pt x="6590" y="6558"/>
                    <a:pt x="6269" y="6976"/>
                    <a:pt x="6012" y="7362"/>
                  </a:cubicBezTo>
                  <a:cubicBezTo>
                    <a:pt x="5722" y="7747"/>
                    <a:pt x="5497" y="8069"/>
                    <a:pt x="5497" y="8069"/>
                  </a:cubicBezTo>
                  <a:cubicBezTo>
                    <a:pt x="5465" y="8101"/>
                    <a:pt x="5465" y="8165"/>
                    <a:pt x="5465" y="8197"/>
                  </a:cubicBezTo>
                  <a:lnTo>
                    <a:pt x="4790" y="20670"/>
                  </a:lnTo>
                  <a:lnTo>
                    <a:pt x="4790" y="20702"/>
                  </a:lnTo>
                  <a:lnTo>
                    <a:pt x="5433" y="26134"/>
                  </a:lnTo>
                  <a:lnTo>
                    <a:pt x="1401" y="26589"/>
                  </a:lnTo>
                  <a:lnTo>
                    <a:pt x="1401" y="26589"/>
                  </a:lnTo>
                  <a:cubicBezTo>
                    <a:pt x="1377" y="26455"/>
                    <a:pt x="1348" y="26276"/>
                    <a:pt x="1318" y="26070"/>
                  </a:cubicBezTo>
                  <a:cubicBezTo>
                    <a:pt x="1190" y="25363"/>
                    <a:pt x="997" y="24238"/>
                    <a:pt x="836" y="23145"/>
                  </a:cubicBezTo>
                  <a:cubicBezTo>
                    <a:pt x="676" y="22084"/>
                    <a:pt x="547" y="20991"/>
                    <a:pt x="547" y="20412"/>
                  </a:cubicBezTo>
                  <a:cubicBezTo>
                    <a:pt x="547" y="20219"/>
                    <a:pt x="579" y="19898"/>
                    <a:pt x="676" y="19448"/>
                  </a:cubicBezTo>
                  <a:cubicBezTo>
                    <a:pt x="997" y="17905"/>
                    <a:pt x="1769" y="15109"/>
                    <a:pt x="2444" y="12698"/>
                  </a:cubicBezTo>
                  <a:cubicBezTo>
                    <a:pt x="2797" y="11508"/>
                    <a:pt x="3119" y="10415"/>
                    <a:pt x="3376" y="9612"/>
                  </a:cubicBezTo>
                  <a:cubicBezTo>
                    <a:pt x="3601" y="8808"/>
                    <a:pt x="3761" y="8294"/>
                    <a:pt x="3761" y="8294"/>
                  </a:cubicBezTo>
                  <a:cubicBezTo>
                    <a:pt x="3794" y="8230"/>
                    <a:pt x="3794" y="8133"/>
                    <a:pt x="3729" y="8069"/>
                  </a:cubicBezTo>
                  <a:cubicBezTo>
                    <a:pt x="3729" y="8069"/>
                    <a:pt x="3119" y="7169"/>
                    <a:pt x="2444" y="6237"/>
                  </a:cubicBezTo>
                  <a:cubicBezTo>
                    <a:pt x="2122" y="5754"/>
                    <a:pt x="1801" y="5272"/>
                    <a:pt x="1511" y="4887"/>
                  </a:cubicBezTo>
                  <a:cubicBezTo>
                    <a:pt x="1383" y="4726"/>
                    <a:pt x="1286" y="4533"/>
                    <a:pt x="1190" y="4437"/>
                  </a:cubicBezTo>
                  <a:cubicBezTo>
                    <a:pt x="1093" y="4308"/>
                    <a:pt x="1029" y="4212"/>
                    <a:pt x="997" y="4179"/>
                  </a:cubicBezTo>
                  <a:lnTo>
                    <a:pt x="965" y="4083"/>
                  </a:lnTo>
                  <a:cubicBezTo>
                    <a:pt x="997" y="4083"/>
                    <a:pt x="1061" y="4083"/>
                    <a:pt x="1158" y="4147"/>
                  </a:cubicBezTo>
                  <a:cubicBezTo>
                    <a:pt x="1383" y="4340"/>
                    <a:pt x="1640" y="4597"/>
                    <a:pt x="1801" y="4854"/>
                  </a:cubicBezTo>
                  <a:cubicBezTo>
                    <a:pt x="1897" y="4951"/>
                    <a:pt x="1994" y="5079"/>
                    <a:pt x="2026" y="5144"/>
                  </a:cubicBezTo>
                  <a:lnTo>
                    <a:pt x="2090" y="5240"/>
                  </a:lnTo>
                  <a:lnTo>
                    <a:pt x="2122" y="5272"/>
                  </a:lnTo>
                  <a:cubicBezTo>
                    <a:pt x="2184" y="5335"/>
                    <a:pt x="2260" y="5370"/>
                    <a:pt x="2340" y="5370"/>
                  </a:cubicBezTo>
                  <a:cubicBezTo>
                    <a:pt x="2385" y="5370"/>
                    <a:pt x="2430" y="5359"/>
                    <a:pt x="2476" y="5337"/>
                  </a:cubicBezTo>
                  <a:cubicBezTo>
                    <a:pt x="2604" y="5272"/>
                    <a:pt x="2636" y="5112"/>
                    <a:pt x="2572" y="4983"/>
                  </a:cubicBezTo>
                  <a:lnTo>
                    <a:pt x="2560" y="4959"/>
                  </a:lnTo>
                  <a:lnTo>
                    <a:pt x="2560" y="4959"/>
                  </a:lnTo>
                  <a:lnTo>
                    <a:pt x="2572" y="4951"/>
                  </a:lnTo>
                  <a:cubicBezTo>
                    <a:pt x="2572" y="4951"/>
                    <a:pt x="2553" y="4922"/>
                    <a:pt x="2517" y="4873"/>
                  </a:cubicBezTo>
                  <a:lnTo>
                    <a:pt x="2517" y="4873"/>
                  </a:lnTo>
                  <a:lnTo>
                    <a:pt x="1190" y="2219"/>
                  </a:lnTo>
                  <a:lnTo>
                    <a:pt x="1190" y="2219"/>
                  </a:lnTo>
                  <a:cubicBezTo>
                    <a:pt x="1191" y="2167"/>
                    <a:pt x="1197" y="2076"/>
                    <a:pt x="1222" y="2026"/>
                  </a:cubicBezTo>
                  <a:lnTo>
                    <a:pt x="1254" y="1961"/>
                  </a:lnTo>
                  <a:lnTo>
                    <a:pt x="1351" y="1961"/>
                  </a:lnTo>
                  <a:cubicBezTo>
                    <a:pt x="1351" y="1961"/>
                    <a:pt x="1415" y="1994"/>
                    <a:pt x="1479" y="2058"/>
                  </a:cubicBezTo>
                  <a:cubicBezTo>
                    <a:pt x="1736" y="2283"/>
                    <a:pt x="2090" y="2829"/>
                    <a:pt x="2379" y="3311"/>
                  </a:cubicBezTo>
                  <a:cubicBezTo>
                    <a:pt x="2540" y="3536"/>
                    <a:pt x="2669" y="3762"/>
                    <a:pt x="2733" y="3922"/>
                  </a:cubicBezTo>
                  <a:cubicBezTo>
                    <a:pt x="2829" y="4083"/>
                    <a:pt x="2894" y="4212"/>
                    <a:pt x="2894" y="4212"/>
                  </a:cubicBezTo>
                  <a:cubicBezTo>
                    <a:pt x="2936" y="4297"/>
                    <a:pt x="3022" y="4340"/>
                    <a:pt x="3113" y="4340"/>
                  </a:cubicBezTo>
                  <a:cubicBezTo>
                    <a:pt x="3158" y="4340"/>
                    <a:pt x="3204" y="4329"/>
                    <a:pt x="3247" y="4308"/>
                  </a:cubicBezTo>
                  <a:cubicBezTo>
                    <a:pt x="3376" y="4244"/>
                    <a:pt x="3440" y="4083"/>
                    <a:pt x="3376" y="3954"/>
                  </a:cubicBezTo>
                  <a:lnTo>
                    <a:pt x="1993" y="811"/>
                  </a:lnTo>
                  <a:lnTo>
                    <a:pt x="1993" y="811"/>
                  </a:lnTo>
                  <a:cubicBezTo>
                    <a:pt x="2008" y="775"/>
                    <a:pt x="2030" y="735"/>
                    <a:pt x="2058" y="708"/>
                  </a:cubicBezTo>
                  <a:lnTo>
                    <a:pt x="2122" y="611"/>
                  </a:lnTo>
                  <a:lnTo>
                    <a:pt x="2251" y="579"/>
                  </a:lnTo>
                  <a:cubicBezTo>
                    <a:pt x="2283" y="579"/>
                    <a:pt x="2347" y="611"/>
                    <a:pt x="2476" y="676"/>
                  </a:cubicBezTo>
                  <a:cubicBezTo>
                    <a:pt x="2476" y="676"/>
                    <a:pt x="2540" y="740"/>
                    <a:pt x="2604" y="804"/>
                  </a:cubicBezTo>
                  <a:cubicBezTo>
                    <a:pt x="2829" y="1094"/>
                    <a:pt x="3151" y="1704"/>
                    <a:pt x="3440" y="2186"/>
                  </a:cubicBezTo>
                  <a:cubicBezTo>
                    <a:pt x="3569" y="2476"/>
                    <a:pt x="3697" y="2701"/>
                    <a:pt x="3794" y="2861"/>
                  </a:cubicBezTo>
                  <a:cubicBezTo>
                    <a:pt x="3858" y="3054"/>
                    <a:pt x="3922" y="3151"/>
                    <a:pt x="3922" y="3151"/>
                  </a:cubicBezTo>
                  <a:cubicBezTo>
                    <a:pt x="3969" y="3245"/>
                    <a:pt x="4051" y="3305"/>
                    <a:pt x="4142" y="3305"/>
                  </a:cubicBezTo>
                  <a:cubicBezTo>
                    <a:pt x="4175" y="3305"/>
                    <a:pt x="4209" y="3297"/>
                    <a:pt x="4244" y="3279"/>
                  </a:cubicBezTo>
                  <a:cubicBezTo>
                    <a:pt x="4372" y="3247"/>
                    <a:pt x="4437" y="3119"/>
                    <a:pt x="4437" y="2990"/>
                  </a:cubicBezTo>
                  <a:lnTo>
                    <a:pt x="4064" y="633"/>
                  </a:lnTo>
                  <a:lnTo>
                    <a:pt x="4064" y="633"/>
                  </a:lnTo>
                  <a:cubicBezTo>
                    <a:pt x="4070" y="625"/>
                    <a:pt x="4077" y="618"/>
                    <a:pt x="4083" y="611"/>
                  </a:cubicBezTo>
                  <a:cubicBezTo>
                    <a:pt x="4147" y="547"/>
                    <a:pt x="4211" y="515"/>
                    <a:pt x="4211" y="515"/>
                  </a:cubicBezTo>
                  <a:close/>
                  <a:moveTo>
                    <a:pt x="4211" y="1"/>
                  </a:moveTo>
                  <a:cubicBezTo>
                    <a:pt x="3986" y="1"/>
                    <a:pt x="3826" y="129"/>
                    <a:pt x="3697" y="226"/>
                  </a:cubicBezTo>
                  <a:cubicBezTo>
                    <a:pt x="3601" y="322"/>
                    <a:pt x="3536" y="418"/>
                    <a:pt x="3536" y="451"/>
                  </a:cubicBezTo>
                  <a:cubicBezTo>
                    <a:pt x="3504" y="483"/>
                    <a:pt x="3504" y="547"/>
                    <a:pt x="3504" y="611"/>
                  </a:cubicBezTo>
                  <a:lnTo>
                    <a:pt x="3638" y="1468"/>
                  </a:lnTo>
                  <a:lnTo>
                    <a:pt x="3638" y="1468"/>
                  </a:lnTo>
                  <a:cubicBezTo>
                    <a:pt x="3508" y="1228"/>
                    <a:pt x="3368" y="998"/>
                    <a:pt x="3247" y="804"/>
                  </a:cubicBezTo>
                  <a:cubicBezTo>
                    <a:pt x="3151" y="643"/>
                    <a:pt x="3086" y="547"/>
                    <a:pt x="2990" y="451"/>
                  </a:cubicBezTo>
                  <a:cubicBezTo>
                    <a:pt x="2926" y="354"/>
                    <a:pt x="2829" y="258"/>
                    <a:pt x="2733" y="193"/>
                  </a:cubicBezTo>
                  <a:cubicBezTo>
                    <a:pt x="2572" y="97"/>
                    <a:pt x="2411" y="65"/>
                    <a:pt x="2251" y="65"/>
                  </a:cubicBezTo>
                  <a:cubicBezTo>
                    <a:pt x="2090" y="65"/>
                    <a:pt x="1929" y="97"/>
                    <a:pt x="1833" y="193"/>
                  </a:cubicBezTo>
                  <a:cubicBezTo>
                    <a:pt x="1672" y="290"/>
                    <a:pt x="1576" y="451"/>
                    <a:pt x="1511" y="547"/>
                  </a:cubicBezTo>
                  <a:cubicBezTo>
                    <a:pt x="1479" y="676"/>
                    <a:pt x="1447" y="772"/>
                    <a:pt x="1447" y="772"/>
                  </a:cubicBezTo>
                  <a:cubicBezTo>
                    <a:pt x="1415" y="836"/>
                    <a:pt x="1447" y="901"/>
                    <a:pt x="1447" y="933"/>
                  </a:cubicBezTo>
                  <a:lnTo>
                    <a:pt x="1729" y="1565"/>
                  </a:lnTo>
                  <a:lnTo>
                    <a:pt x="1729" y="1565"/>
                  </a:lnTo>
                  <a:cubicBezTo>
                    <a:pt x="1646" y="1509"/>
                    <a:pt x="1571" y="1470"/>
                    <a:pt x="1479" y="1447"/>
                  </a:cubicBezTo>
                  <a:cubicBezTo>
                    <a:pt x="1415" y="1415"/>
                    <a:pt x="1351" y="1415"/>
                    <a:pt x="1286" y="1415"/>
                  </a:cubicBezTo>
                  <a:cubicBezTo>
                    <a:pt x="1158" y="1415"/>
                    <a:pt x="997" y="1479"/>
                    <a:pt x="901" y="1544"/>
                  </a:cubicBezTo>
                  <a:cubicBezTo>
                    <a:pt x="772" y="1704"/>
                    <a:pt x="708" y="1833"/>
                    <a:pt x="676" y="1961"/>
                  </a:cubicBezTo>
                  <a:cubicBezTo>
                    <a:pt x="643" y="2090"/>
                    <a:pt x="643" y="2219"/>
                    <a:pt x="643" y="2251"/>
                  </a:cubicBezTo>
                  <a:lnTo>
                    <a:pt x="643" y="2283"/>
                  </a:lnTo>
                  <a:lnTo>
                    <a:pt x="676" y="2379"/>
                  </a:lnTo>
                  <a:lnTo>
                    <a:pt x="1299" y="3613"/>
                  </a:lnTo>
                  <a:lnTo>
                    <a:pt x="1299" y="3613"/>
                  </a:lnTo>
                  <a:cubicBezTo>
                    <a:pt x="1195" y="3562"/>
                    <a:pt x="1087" y="3536"/>
                    <a:pt x="965" y="3536"/>
                  </a:cubicBezTo>
                  <a:cubicBezTo>
                    <a:pt x="804" y="3536"/>
                    <a:pt x="643" y="3601"/>
                    <a:pt x="579" y="3729"/>
                  </a:cubicBezTo>
                  <a:cubicBezTo>
                    <a:pt x="483" y="3826"/>
                    <a:pt x="451" y="3954"/>
                    <a:pt x="451" y="4083"/>
                  </a:cubicBezTo>
                  <a:cubicBezTo>
                    <a:pt x="451" y="4244"/>
                    <a:pt x="483" y="4372"/>
                    <a:pt x="579" y="4501"/>
                  </a:cubicBezTo>
                  <a:cubicBezTo>
                    <a:pt x="611" y="4533"/>
                    <a:pt x="676" y="4597"/>
                    <a:pt x="740" y="4726"/>
                  </a:cubicBezTo>
                  <a:cubicBezTo>
                    <a:pt x="1061" y="5176"/>
                    <a:pt x="1704" y="6076"/>
                    <a:pt x="2251" y="6880"/>
                  </a:cubicBezTo>
                  <a:cubicBezTo>
                    <a:pt x="2694" y="7496"/>
                    <a:pt x="3063" y="8037"/>
                    <a:pt x="3210" y="8255"/>
                  </a:cubicBezTo>
                  <a:lnTo>
                    <a:pt x="3210" y="8255"/>
                  </a:lnTo>
                  <a:cubicBezTo>
                    <a:pt x="3044" y="8804"/>
                    <a:pt x="2342" y="11127"/>
                    <a:pt x="1640" y="13598"/>
                  </a:cubicBezTo>
                  <a:cubicBezTo>
                    <a:pt x="1222" y="15012"/>
                    <a:pt x="836" y="16491"/>
                    <a:pt x="515" y="17712"/>
                  </a:cubicBezTo>
                  <a:cubicBezTo>
                    <a:pt x="354" y="18323"/>
                    <a:pt x="226" y="18902"/>
                    <a:pt x="161" y="19352"/>
                  </a:cubicBezTo>
                  <a:cubicBezTo>
                    <a:pt x="65" y="19802"/>
                    <a:pt x="1" y="20155"/>
                    <a:pt x="1" y="20412"/>
                  </a:cubicBezTo>
                  <a:cubicBezTo>
                    <a:pt x="1" y="21280"/>
                    <a:pt x="226" y="22887"/>
                    <a:pt x="451" y="24302"/>
                  </a:cubicBezTo>
                  <a:cubicBezTo>
                    <a:pt x="676" y="25716"/>
                    <a:pt x="933" y="26938"/>
                    <a:pt x="933" y="26938"/>
                  </a:cubicBezTo>
                  <a:cubicBezTo>
                    <a:pt x="933" y="27066"/>
                    <a:pt x="1061" y="27163"/>
                    <a:pt x="1222" y="27163"/>
                  </a:cubicBezTo>
                  <a:lnTo>
                    <a:pt x="5754" y="26616"/>
                  </a:lnTo>
                  <a:cubicBezTo>
                    <a:pt x="5819" y="26616"/>
                    <a:pt x="5883" y="26584"/>
                    <a:pt x="5915" y="26520"/>
                  </a:cubicBezTo>
                  <a:cubicBezTo>
                    <a:pt x="5979" y="26488"/>
                    <a:pt x="5979" y="26391"/>
                    <a:pt x="5979" y="26327"/>
                  </a:cubicBezTo>
                  <a:lnTo>
                    <a:pt x="5337" y="20670"/>
                  </a:lnTo>
                  <a:lnTo>
                    <a:pt x="5973" y="8353"/>
                  </a:lnTo>
                  <a:lnTo>
                    <a:pt x="5973" y="8353"/>
                  </a:lnTo>
                  <a:cubicBezTo>
                    <a:pt x="6039" y="8258"/>
                    <a:pt x="6224" y="7991"/>
                    <a:pt x="6429" y="7683"/>
                  </a:cubicBezTo>
                  <a:cubicBezTo>
                    <a:pt x="6719" y="7330"/>
                    <a:pt x="7040" y="6880"/>
                    <a:pt x="7201" y="6719"/>
                  </a:cubicBezTo>
                  <a:cubicBezTo>
                    <a:pt x="7329" y="6590"/>
                    <a:pt x="7587" y="6365"/>
                    <a:pt x="7876" y="6108"/>
                  </a:cubicBezTo>
                  <a:cubicBezTo>
                    <a:pt x="8197" y="5851"/>
                    <a:pt x="8519" y="5562"/>
                    <a:pt x="8744" y="5369"/>
                  </a:cubicBezTo>
                  <a:cubicBezTo>
                    <a:pt x="8969" y="5208"/>
                    <a:pt x="9065" y="4951"/>
                    <a:pt x="9065" y="4726"/>
                  </a:cubicBezTo>
                  <a:cubicBezTo>
                    <a:pt x="9065" y="4565"/>
                    <a:pt x="9033" y="4437"/>
                    <a:pt x="8937" y="4308"/>
                  </a:cubicBezTo>
                  <a:cubicBezTo>
                    <a:pt x="8776" y="4019"/>
                    <a:pt x="8487" y="3858"/>
                    <a:pt x="8197" y="3858"/>
                  </a:cubicBezTo>
                  <a:cubicBezTo>
                    <a:pt x="8069" y="3858"/>
                    <a:pt x="7940" y="3890"/>
                    <a:pt x="7812" y="3954"/>
                  </a:cubicBezTo>
                  <a:lnTo>
                    <a:pt x="6279" y="4734"/>
                  </a:lnTo>
                  <a:lnTo>
                    <a:pt x="6279" y="4734"/>
                  </a:lnTo>
                  <a:cubicBezTo>
                    <a:pt x="6179" y="4376"/>
                    <a:pt x="6006" y="3751"/>
                    <a:pt x="5819" y="3086"/>
                  </a:cubicBezTo>
                  <a:cubicBezTo>
                    <a:pt x="5658" y="2604"/>
                    <a:pt x="5497" y="2058"/>
                    <a:pt x="5369" y="1640"/>
                  </a:cubicBezTo>
                  <a:cubicBezTo>
                    <a:pt x="5304" y="1415"/>
                    <a:pt x="5240" y="1254"/>
                    <a:pt x="5176" y="1094"/>
                  </a:cubicBezTo>
                  <a:cubicBezTo>
                    <a:pt x="5144" y="933"/>
                    <a:pt x="5079" y="804"/>
                    <a:pt x="5047" y="708"/>
                  </a:cubicBezTo>
                  <a:cubicBezTo>
                    <a:pt x="4951" y="483"/>
                    <a:pt x="4822" y="322"/>
                    <a:pt x="4694" y="193"/>
                  </a:cubicBezTo>
                  <a:cubicBezTo>
                    <a:pt x="4533" y="65"/>
                    <a:pt x="4372" y="1"/>
                    <a:pt x="4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62"/>
            <p:cNvSpPr/>
            <p:nvPr/>
          </p:nvSpPr>
          <p:spPr>
            <a:xfrm>
              <a:off x="2352225" y="3549925"/>
              <a:ext cx="682300" cy="202825"/>
            </a:xfrm>
            <a:custGeom>
              <a:avLst/>
              <a:gdLst/>
              <a:ahLst/>
              <a:cxnLst/>
              <a:rect l="l" t="t" r="r" b="b"/>
              <a:pathLst>
                <a:path w="27292" h="8113" extrusionOk="0">
                  <a:moveTo>
                    <a:pt x="22580" y="1"/>
                  </a:moveTo>
                  <a:cubicBezTo>
                    <a:pt x="22419" y="1"/>
                    <a:pt x="22266" y="71"/>
                    <a:pt x="22148" y="188"/>
                  </a:cubicBezTo>
                  <a:cubicBezTo>
                    <a:pt x="21698" y="638"/>
                    <a:pt x="20959" y="1410"/>
                    <a:pt x="20669" y="1667"/>
                  </a:cubicBezTo>
                  <a:cubicBezTo>
                    <a:pt x="20252" y="2021"/>
                    <a:pt x="18901" y="2856"/>
                    <a:pt x="18901" y="2856"/>
                  </a:cubicBezTo>
                  <a:lnTo>
                    <a:pt x="3536" y="2278"/>
                  </a:lnTo>
                  <a:lnTo>
                    <a:pt x="804" y="1667"/>
                  </a:lnTo>
                  <a:lnTo>
                    <a:pt x="1" y="6167"/>
                  </a:lnTo>
                  <a:cubicBezTo>
                    <a:pt x="1" y="6167"/>
                    <a:pt x="1061" y="7421"/>
                    <a:pt x="2733" y="7549"/>
                  </a:cubicBezTo>
                  <a:cubicBezTo>
                    <a:pt x="2763" y="7551"/>
                    <a:pt x="2798" y="7552"/>
                    <a:pt x="2836" y="7552"/>
                  </a:cubicBezTo>
                  <a:cubicBezTo>
                    <a:pt x="4921" y="7552"/>
                    <a:pt x="18741" y="5042"/>
                    <a:pt x="18741" y="5042"/>
                  </a:cubicBezTo>
                  <a:cubicBezTo>
                    <a:pt x="18741" y="5042"/>
                    <a:pt x="22212" y="7774"/>
                    <a:pt x="22470" y="7999"/>
                  </a:cubicBezTo>
                  <a:cubicBezTo>
                    <a:pt x="22545" y="8075"/>
                    <a:pt x="22644" y="8112"/>
                    <a:pt x="22735" y="8112"/>
                  </a:cubicBezTo>
                  <a:cubicBezTo>
                    <a:pt x="22955" y="8112"/>
                    <a:pt x="23137" y="7903"/>
                    <a:pt x="22887" y="7517"/>
                  </a:cubicBezTo>
                  <a:cubicBezTo>
                    <a:pt x="22534" y="6971"/>
                    <a:pt x="21795" y="6425"/>
                    <a:pt x="21794" y="6424"/>
                  </a:cubicBezTo>
                  <a:lnTo>
                    <a:pt x="21794" y="6424"/>
                  </a:lnTo>
                  <a:lnTo>
                    <a:pt x="24527" y="8032"/>
                  </a:lnTo>
                  <a:cubicBezTo>
                    <a:pt x="24527" y="8032"/>
                    <a:pt x="24552" y="8034"/>
                    <a:pt x="24593" y="8034"/>
                  </a:cubicBezTo>
                  <a:cubicBezTo>
                    <a:pt x="24767" y="8034"/>
                    <a:pt x="25216" y="7992"/>
                    <a:pt x="25138" y="7549"/>
                  </a:cubicBezTo>
                  <a:cubicBezTo>
                    <a:pt x="25041" y="7035"/>
                    <a:pt x="22856" y="5717"/>
                    <a:pt x="22855" y="5717"/>
                  </a:cubicBezTo>
                  <a:lnTo>
                    <a:pt x="22855" y="5717"/>
                  </a:lnTo>
                  <a:lnTo>
                    <a:pt x="26005" y="7324"/>
                  </a:lnTo>
                  <a:cubicBezTo>
                    <a:pt x="26005" y="7324"/>
                    <a:pt x="26809" y="7196"/>
                    <a:pt x="26455" y="6457"/>
                  </a:cubicBezTo>
                  <a:cubicBezTo>
                    <a:pt x="26263" y="6039"/>
                    <a:pt x="23980" y="4721"/>
                    <a:pt x="23980" y="4721"/>
                  </a:cubicBezTo>
                  <a:lnTo>
                    <a:pt x="23980" y="4721"/>
                  </a:lnTo>
                  <a:lnTo>
                    <a:pt x="26391" y="5267"/>
                  </a:lnTo>
                  <a:cubicBezTo>
                    <a:pt x="26391" y="5267"/>
                    <a:pt x="27291" y="4817"/>
                    <a:pt x="26198" y="4239"/>
                  </a:cubicBezTo>
                  <a:cubicBezTo>
                    <a:pt x="25716" y="3949"/>
                    <a:pt x="22019" y="2663"/>
                    <a:pt x="22019" y="2663"/>
                  </a:cubicBezTo>
                  <a:lnTo>
                    <a:pt x="23048" y="896"/>
                  </a:lnTo>
                  <a:cubicBezTo>
                    <a:pt x="23209" y="606"/>
                    <a:pt x="23145" y="285"/>
                    <a:pt x="22887" y="92"/>
                  </a:cubicBezTo>
                  <a:cubicBezTo>
                    <a:pt x="22787" y="29"/>
                    <a:pt x="22682" y="1"/>
                    <a:pt x="225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62"/>
            <p:cNvSpPr/>
            <p:nvPr/>
          </p:nvSpPr>
          <p:spPr>
            <a:xfrm>
              <a:off x="2345000" y="3543375"/>
              <a:ext cx="682275" cy="216200"/>
            </a:xfrm>
            <a:custGeom>
              <a:avLst/>
              <a:gdLst/>
              <a:ahLst/>
              <a:cxnLst/>
              <a:rect l="l" t="t" r="r" b="b"/>
              <a:pathLst>
                <a:path w="27291" h="8648" extrusionOk="0">
                  <a:moveTo>
                    <a:pt x="22855" y="547"/>
                  </a:moveTo>
                  <a:cubicBezTo>
                    <a:pt x="22919" y="547"/>
                    <a:pt x="22951" y="547"/>
                    <a:pt x="23016" y="579"/>
                  </a:cubicBezTo>
                  <a:cubicBezTo>
                    <a:pt x="23112" y="643"/>
                    <a:pt x="23176" y="740"/>
                    <a:pt x="23176" y="868"/>
                  </a:cubicBezTo>
                  <a:cubicBezTo>
                    <a:pt x="23176" y="900"/>
                    <a:pt x="23144" y="965"/>
                    <a:pt x="23112" y="1029"/>
                  </a:cubicBezTo>
                  <a:lnTo>
                    <a:pt x="22083" y="2797"/>
                  </a:lnTo>
                  <a:cubicBezTo>
                    <a:pt x="22051" y="2861"/>
                    <a:pt x="22051" y="2925"/>
                    <a:pt x="22051" y="3022"/>
                  </a:cubicBezTo>
                  <a:cubicBezTo>
                    <a:pt x="22083" y="3086"/>
                    <a:pt x="22148" y="3151"/>
                    <a:pt x="22212" y="3183"/>
                  </a:cubicBezTo>
                  <a:cubicBezTo>
                    <a:pt x="22244" y="3183"/>
                    <a:pt x="23144" y="3504"/>
                    <a:pt x="24141" y="3858"/>
                  </a:cubicBezTo>
                  <a:cubicBezTo>
                    <a:pt x="24623" y="4018"/>
                    <a:pt x="25137" y="4211"/>
                    <a:pt x="25523" y="4372"/>
                  </a:cubicBezTo>
                  <a:cubicBezTo>
                    <a:pt x="25748" y="4468"/>
                    <a:pt x="25941" y="4533"/>
                    <a:pt x="26069" y="4597"/>
                  </a:cubicBezTo>
                  <a:cubicBezTo>
                    <a:pt x="26230" y="4661"/>
                    <a:pt x="26327" y="4693"/>
                    <a:pt x="26359" y="4726"/>
                  </a:cubicBezTo>
                  <a:cubicBezTo>
                    <a:pt x="26552" y="4822"/>
                    <a:pt x="26648" y="4918"/>
                    <a:pt x="26712" y="4983"/>
                  </a:cubicBezTo>
                  <a:cubicBezTo>
                    <a:pt x="26777" y="5047"/>
                    <a:pt x="26777" y="5079"/>
                    <a:pt x="26777" y="5079"/>
                  </a:cubicBezTo>
                  <a:lnTo>
                    <a:pt x="26744" y="5143"/>
                  </a:lnTo>
                  <a:lnTo>
                    <a:pt x="26662" y="5253"/>
                  </a:lnTo>
                  <a:lnTo>
                    <a:pt x="26662" y="5253"/>
                  </a:lnTo>
                  <a:lnTo>
                    <a:pt x="24334" y="4726"/>
                  </a:lnTo>
                  <a:cubicBezTo>
                    <a:pt x="24316" y="4721"/>
                    <a:pt x="24299" y="4719"/>
                    <a:pt x="24281" y="4719"/>
                  </a:cubicBezTo>
                  <a:cubicBezTo>
                    <a:pt x="24164" y="4719"/>
                    <a:pt x="24040" y="4803"/>
                    <a:pt x="24012" y="4886"/>
                  </a:cubicBezTo>
                  <a:cubicBezTo>
                    <a:pt x="23948" y="5015"/>
                    <a:pt x="24012" y="5176"/>
                    <a:pt x="24141" y="5240"/>
                  </a:cubicBezTo>
                  <a:cubicBezTo>
                    <a:pt x="24141" y="5240"/>
                    <a:pt x="24269" y="5304"/>
                    <a:pt x="24494" y="5433"/>
                  </a:cubicBezTo>
                  <a:cubicBezTo>
                    <a:pt x="24816" y="5626"/>
                    <a:pt x="25298" y="5915"/>
                    <a:pt x="25716" y="6204"/>
                  </a:cubicBezTo>
                  <a:cubicBezTo>
                    <a:pt x="25941" y="6365"/>
                    <a:pt x="26134" y="6494"/>
                    <a:pt x="26294" y="6622"/>
                  </a:cubicBezTo>
                  <a:cubicBezTo>
                    <a:pt x="26359" y="6686"/>
                    <a:pt x="26423" y="6719"/>
                    <a:pt x="26455" y="6783"/>
                  </a:cubicBezTo>
                  <a:lnTo>
                    <a:pt x="26519" y="6815"/>
                  </a:lnTo>
                  <a:lnTo>
                    <a:pt x="26519" y="6847"/>
                  </a:lnTo>
                  <a:cubicBezTo>
                    <a:pt x="26552" y="6944"/>
                    <a:pt x="26584" y="7008"/>
                    <a:pt x="26584" y="7072"/>
                  </a:cubicBezTo>
                  <a:cubicBezTo>
                    <a:pt x="26584" y="7104"/>
                    <a:pt x="26552" y="7136"/>
                    <a:pt x="26552" y="7169"/>
                  </a:cubicBezTo>
                  <a:cubicBezTo>
                    <a:pt x="26519" y="7233"/>
                    <a:pt x="26455" y="7265"/>
                    <a:pt x="26359" y="7297"/>
                  </a:cubicBezTo>
                  <a:lnTo>
                    <a:pt x="26328" y="7312"/>
                  </a:lnTo>
                  <a:lnTo>
                    <a:pt x="26328" y="7312"/>
                  </a:lnTo>
                  <a:lnTo>
                    <a:pt x="23363" y="5769"/>
                  </a:lnTo>
                  <a:lnTo>
                    <a:pt x="23363" y="5769"/>
                  </a:lnTo>
                  <a:cubicBezTo>
                    <a:pt x="23326" y="5743"/>
                    <a:pt x="23305" y="5727"/>
                    <a:pt x="23305" y="5722"/>
                  </a:cubicBezTo>
                  <a:lnTo>
                    <a:pt x="23297" y="5735"/>
                  </a:lnTo>
                  <a:lnTo>
                    <a:pt x="23297" y="5735"/>
                  </a:lnTo>
                  <a:lnTo>
                    <a:pt x="23273" y="5722"/>
                  </a:lnTo>
                  <a:cubicBezTo>
                    <a:pt x="23237" y="5704"/>
                    <a:pt x="23199" y="5696"/>
                    <a:pt x="23160" y="5696"/>
                  </a:cubicBezTo>
                  <a:cubicBezTo>
                    <a:pt x="23062" y="5696"/>
                    <a:pt x="22966" y="5749"/>
                    <a:pt x="22919" y="5818"/>
                  </a:cubicBezTo>
                  <a:cubicBezTo>
                    <a:pt x="22855" y="5947"/>
                    <a:pt x="22887" y="6108"/>
                    <a:pt x="23016" y="6204"/>
                  </a:cubicBezTo>
                  <a:cubicBezTo>
                    <a:pt x="23016" y="6204"/>
                    <a:pt x="23144" y="6269"/>
                    <a:pt x="23337" y="6397"/>
                  </a:cubicBezTo>
                  <a:cubicBezTo>
                    <a:pt x="23659" y="6590"/>
                    <a:pt x="24109" y="6911"/>
                    <a:pt x="24494" y="7201"/>
                  </a:cubicBezTo>
                  <a:cubicBezTo>
                    <a:pt x="24687" y="7361"/>
                    <a:pt x="24848" y="7522"/>
                    <a:pt x="24976" y="7651"/>
                  </a:cubicBezTo>
                  <a:cubicBezTo>
                    <a:pt x="25041" y="7715"/>
                    <a:pt x="25105" y="7747"/>
                    <a:pt x="25137" y="7811"/>
                  </a:cubicBezTo>
                  <a:lnTo>
                    <a:pt x="25169" y="7844"/>
                  </a:lnTo>
                  <a:lnTo>
                    <a:pt x="25169" y="7876"/>
                  </a:lnTo>
                  <a:lnTo>
                    <a:pt x="25169" y="7908"/>
                  </a:lnTo>
                  <a:lnTo>
                    <a:pt x="25169" y="7940"/>
                  </a:lnTo>
                  <a:cubicBezTo>
                    <a:pt x="25169" y="7972"/>
                    <a:pt x="25137" y="7972"/>
                    <a:pt x="25073" y="8004"/>
                  </a:cubicBezTo>
                  <a:lnTo>
                    <a:pt x="24921" y="8004"/>
                  </a:lnTo>
                  <a:lnTo>
                    <a:pt x="22212" y="6429"/>
                  </a:lnTo>
                  <a:cubicBezTo>
                    <a:pt x="22169" y="6408"/>
                    <a:pt x="22123" y="6397"/>
                    <a:pt x="22078" y="6397"/>
                  </a:cubicBezTo>
                  <a:cubicBezTo>
                    <a:pt x="21987" y="6397"/>
                    <a:pt x="21901" y="6440"/>
                    <a:pt x="21858" y="6526"/>
                  </a:cubicBezTo>
                  <a:cubicBezTo>
                    <a:pt x="21762" y="6654"/>
                    <a:pt x="21794" y="6815"/>
                    <a:pt x="21923" y="6879"/>
                  </a:cubicBezTo>
                  <a:lnTo>
                    <a:pt x="21955" y="6911"/>
                  </a:lnTo>
                  <a:lnTo>
                    <a:pt x="21955" y="6911"/>
                  </a:lnTo>
                  <a:lnTo>
                    <a:pt x="21955" y="6911"/>
                  </a:lnTo>
                  <a:cubicBezTo>
                    <a:pt x="22083" y="7008"/>
                    <a:pt x="22662" y="7522"/>
                    <a:pt x="22951" y="7940"/>
                  </a:cubicBezTo>
                  <a:cubicBezTo>
                    <a:pt x="23016" y="8036"/>
                    <a:pt x="23016" y="8101"/>
                    <a:pt x="23016" y="8101"/>
                  </a:cubicBezTo>
                  <a:lnTo>
                    <a:pt x="22919" y="8069"/>
                  </a:lnTo>
                  <a:cubicBezTo>
                    <a:pt x="22887" y="8036"/>
                    <a:pt x="22823" y="7972"/>
                    <a:pt x="22694" y="7876"/>
                  </a:cubicBezTo>
                  <a:cubicBezTo>
                    <a:pt x="21858" y="7201"/>
                    <a:pt x="19223" y="5111"/>
                    <a:pt x="19223" y="5111"/>
                  </a:cubicBezTo>
                  <a:cubicBezTo>
                    <a:pt x="19158" y="5047"/>
                    <a:pt x="19062" y="5047"/>
                    <a:pt x="18998" y="5047"/>
                  </a:cubicBezTo>
                  <a:cubicBezTo>
                    <a:pt x="18998" y="5047"/>
                    <a:pt x="18130" y="5208"/>
                    <a:pt x="16812" y="5433"/>
                  </a:cubicBezTo>
                  <a:cubicBezTo>
                    <a:pt x="14819" y="5786"/>
                    <a:pt x="11797" y="6301"/>
                    <a:pt x="9065" y="6751"/>
                  </a:cubicBezTo>
                  <a:cubicBezTo>
                    <a:pt x="7715" y="6976"/>
                    <a:pt x="6429" y="7169"/>
                    <a:pt x="5368" y="7297"/>
                  </a:cubicBezTo>
                  <a:cubicBezTo>
                    <a:pt x="4340" y="7458"/>
                    <a:pt x="3504" y="7554"/>
                    <a:pt x="3150" y="7554"/>
                  </a:cubicBezTo>
                  <a:lnTo>
                    <a:pt x="3054" y="7522"/>
                  </a:lnTo>
                  <a:cubicBezTo>
                    <a:pt x="2250" y="7490"/>
                    <a:pt x="1608" y="7169"/>
                    <a:pt x="1157" y="6847"/>
                  </a:cubicBezTo>
                  <a:cubicBezTo>
                    <a:pt x="932" y="6719"/>
                    <a:pt x="772" y="6558"/>
                    <a:pt x="643" y="6429"/>
                  </a:cubicBezTo>
                  <a:cubicBezTo>
                    <a:pt x="612" y="6414"/>
                    <a:pt x="588" y="6391"/>
                    <a:pt x="569" y="6367"/>
                  </a:cubicBezTo>
                  <a:lnTo>
                    <a:pt x="569" y="6367"/>
                  </a:lnTo>
                  <a:lnTo>
                    <a:pt x="1286" y="2250"/>
                  </a:lnTo>
                  <a:lnTo>
                    <a:pt x="3793" y="2829"/>
                  </a:lnTo>
                  <a:lnTo>
                    <a:pt x="3825" y="2829"/>
                  </a:lnTo>
                  <a:lnTo>
                    <a:pt x="19190" y="3376"/>
                  </a:lnTo>
                  <a:cubicBezTo>
                    <a:pt x="19223" y="3376"/>
                    <a:pt x="19287" y="3376"/>
                    <a:pt x="19319" y="3343"/>
                  </a:cubicBezTo>
                  <a:cubicBezTo>
                    <a:pt x="19319" y="3343"/>
                    <a:pt x="19673" y="3118"/>
                    <a:pt x="20058" y="2893"/>
                  </a:cubicBezTo>
                  <a:cubicBezTo>
                    <a:pt x="20444" y="2636"/>
                    <a:pt x="20894" y="2347"/>
                    <a:pt x="21119" y="2122"/>
                  </a:cubicBezTo>
                  <a:cubicBezTo>
                    <a:pt x="21280" y="1993"/>
                    <a:pt x="21537" y="1736"/>
                    <a:pt x="21826" y="1447"/>
                  </a:cubicBezTo>
                  <a:cubicBezTo>
                    <a:pt x="22083" y="1158"/>
                    <a:pt x="22405" y="868"/>
                    <a:pt x="22630" y="643"/>
                  </a:cubicBezTo>
                  <a:cubicBezTo>
                    <a:pt x="22662" y="579"/>
                    <a:pt x="22759" y="547"/>
                    <a:pt x="22855" y="547"/>
                  </a:cubicBezTo>
                  <a:close/>
                  <a:moveTo>
                    <a:pt x="22855" y="0"/>
                  </a:moveTo>
                  <a:cubicBezTo>
                    <a:pt x="22630" y="0"/>
                    <a:pt x="22405" y="97"/>
                    <a:pt x="22212" y="257"/>
                  </a:cubicBezTo>
                  <a:cubicBezTo>
                    <a:pt x="22019" y="483"/>
                    <a:pt x="21698" y="804"/>
                    <a:pt x="21441" y="1093"/>
                  </a:cubicBezTo>
                  <a:cubicBezTo>
                    <a:pt x="21151" y="1350"/>
                    <a:pt x="20894" y="1608"/>
                    <a:pt x="20766" y="1736"/>
                  </a:cubicBezTo>
                  <a:cubicBezTo>
                    <a:pt x="20605" y="1897"/>
                    <a:pt x="20155" y="2186"/>
                    <a:pt x="19769" y="2443"/>
                  </a:cubicBezTo>
                  <a:cubicBezTo>
                    <a:pt x="19511" y="2594"/>
                    <a:pt x="19281" y="2745"/>
                    <a:pt x="19158" y="2828"/>
                  </a:cubicBezTo>
                  <a:lnTo>
                    <a:pt x="19158" y="2828"/>
                  </a:lnTo>
                  <a:lnTo>
                    <a:pt x="3858" y="2283"/>
                  </a:lnTo>
                  <a:lnTo>
                    <a:pt x="1157" y="1672"/>
                  </a:lnTo>
                  <a:cubicBezTo>
                    <a:pt x="1061" y="1672"/>
                    <a:pt x="997" y="1672"/>
                    <a:pt x="932" y="1704"/>
                  </a:cubicBezTo>
                  <a:cubicBezTo>
                    <a:pt x="868" y="1768"/>
                    <a:pt x="836" y="1833"/>
                    <a:pt x="836" y="1897"/>
                  </a:cubicBezTo>
                  <a:lnTo>
                    <a:pt x="0" y="6397"/>
                  </a:lnTo>
                  <a:cubicBezTo>
                    <a:pt x="0" y="6461"/>
                    <a:pt x="32" y="6558"/>
                    <a:pt x="65" y="6622"/>
                  </a:cubicBezTo>
                  <a:cubicBezTo>
                    <a:pt x="97" y="6622"/>
                    <a:pt x="354" y="6944"/>
                    <a:pt x="868" y="7297"/>
                  </a:cubicBezTo>
                  <a:cubicBezTo>
                    <a:pt x="1383" y="7651"/>
                    <a:pt x="2090" y="8004"/>
                    <a:pt x="3022" y="8069"/>
                  </a:cubicBezTo>
                  <a:lnTo>
                    <a:pt x="3150" y="8069"/>
                  </a:lnTo>
                  <a:cubicBezTo>
                    <a:pt x="3729" y="8069"/>
                    <a:pt x="4983" y="7908"/>
                    <a:pt x="6558" y="7683"/>
                  </a:cubicBezTo>
                  <a:cubicBezTo>
                    <a:pt x="10956" y="7033"/>
                    <a:pt x="17850" y="5787"/>
                    <a:pt x="18945" y="5588"/>
                  </a:cubicBezTo>
                  <a:lnTo>
                    <a:pt x="18945" y="5588"/>
                  </a:lnTo>
                  <a:cubicBezTo>
                    <a:pt x="19176" y="5768"/>
                    <a:pt x="19895" y="6329"/>
                    <a:pt x="20637" y="6911"/>
                  </a:cubicBezTo>
                  <a:cubicBezTo>
                    <a:pt x="21087" y="7265"/>
                    <a:pt x="21537" y="7651"/>
                    <a:pt x="21891" y="7908"/>
                  </a:cubicBezTo>
                  <a:cubicBezTo>
                    <a:pt x="22083" y="8069"/>
                    <a:pt x="22244" y="8197"/>
                    <a:pt x="22341" y="8294"/>
                  </a:cubicBezTo>
                  <a:cubicBezTo>
                    <a:pt x="22469" y="8390"/>
                    <a:pt x="22534" y="8454"/>
                    <a:pt x="22566" y="8486"/>
                  </a:cubicBezTo>
                  <a:cubicBezTo>
                    <a:pt x="22694" y="8583"/>
                    <a:pt x="22855" y="8647"/>
                    <a:pt x="23016" y="8647"/>
                  </a:cubicBezTo>
                  <a:cubicBezTo>
                    <a:pt x="23144" y="8647"/>
                    <a:pt x="23273" y="8615"/>
                    <a:pt x="23369" y="8519"/>
                  </a:cubicBezTo>
                  <a:cubicBezTo>
                    <a:pt x="23498" y="8422"/>
                    <a:pt x="23562" y="8261"/>
                    <a:pt x="23562" y="8101"/>
                  </a:cubicBezTo>
                  <a:cubicBezTo>
                    <a:pt x="23562" y="7998"/>
                    <a:pt x="23536" y="7909"/>
                    <a:pt x="23492" y="7816"/>
                  </a:cubicBezTo>
                  <a:lnTo>
                    <a:pt x="23492" y="7816"/>
                  </a:lnTo>
                  <a:lnTo>
                    <a:pt x="24687" y="8519"/>
                  </a:lnTo>
                  <a:lnTo>
                    <a:pt x="24816" y="8551"/>
                  </a:lnTo>
                  <a:lnTo>
                    <a:pt x="24912" y="8551"/>
                  </a:lnTo>
                  <a:cubicBezTo>
                    <a:pt x="25009" y="8551"/>
                    <a:pt x="25169" y="8551"/>
                    <a:pt x="25330" y="8454"/>
                  </a:cubicBezTo>
                  <a:cubicBezTo>
                    <a:pt x="25427" y="8422"/>
                    <a:pt x="25523" y="8358"/>
                    <a:pt x="25587" y="8261"/>
                  </a:cubicBezTo>
                  <a:cubicBezTo>
                    <a:pt x="25652" y="8165"/>
                    <a:pt x="25716" y="8036"/>
                    <a:pt x="25684" y="7908"/>
                  </a:cubicBezTo>
                  <a:cubicBezTo>
                    <a:pt x="25684" y="7876"/>
                    <a:pt x="25684" y="7811"/>
                    <a:pt x="25684" y="7779"/>
                  </a:cubicBezTo>
                  <a:cubicBezTo>
                    <a:pt x="25664" y="7683"/>
                    <a:pt x="25633" y="7609"/>
                    <a:pt x="25598" y="7545"/>
                  </a:cubicBezTo>
                  <a:lnTo>
                    <a:pt x="25598" y="7545"/>
                  </a:lnTo>
                  <a:lnTo>
                    <a:pt x="26166" y="7844"/>
                  </a:lnTo>
                  <a:cubicBezTo>
                    <a:pt x="26198" y="7860"/>
                    <a:pt x="26230" y="7868"/>
                    <a:pt x="26262" y="7868"/>
                  </a:cubicBezTo>
                  <a:cubicBezTo>
                    <a:pt x="26294" y="7868"/>
                    <a:pt x="26327" y="7860"/>
                    <a:pt x="26359" y="7844"/>
                  </a:cubicBezTo>
                  <a:cubicBezTo>
                    <a:pt x="26359" y="7844"/>
                    <a:pt x="26519" y="7844"/>
                    <a:pt x="26712" y="7715"/>
                  </a:cubicBezTo>
                  <a:cubicBezTo>
                    <a:pt x="26809" y="7683"/>
                    <a:pt x="26905" y="7586"/>
                    <a:pt x="26969" y="7490"/>
                  </a:cubicBezTo>
                  <a:cubicBezTo>
                    <a:pt x="27066" y="7361"/>
                    <a:pt x="27130" y="7233"/>
                    <a:pt x="27098" y="7072"/>
                  </a:cubicBezTo>
                  <a:cubicBezTo>
                    <a:pt x="27098" y="6911"/>
                    <a:pt x="27066" y="6751"/>
                    <a:pt x="27002" y="6622"/>
                  </a:cubicBezTo>
                  <a:cubicBezTo>
                    <a:pt x="26937" y="6494"/>
                    <a:pt x="26873" y="6429"/>
                    <a:pt x="26777" y="6333"/>
                  </a:cubicBezTo>
                  <a:cubicBezTo>
                    <a:pt x="26550" y="6129"/>
                    <a:pt x="26197" y="5878"/>
                    <a:pt x="25829" y="5635"/>
                  </a:cubicBezTo>
                  <a:lnTo>
                    <a:pt x="25829" y="5635"/>
                  </a:lnTo>
                  <a:lnTo>
                    <a:pt x="26648" y="5818"/>
                  </a:lnTo>
                  <a:cubicBezTo>
                    <a:pt x="26680" y="5818"/>
                    <a:pt x="26744" y="5818"/>
                    <a:pt x="26809" y="5786"/>
                  </a:cubicBezTo>
                  <a:cubicBezTo>
                    <a:pt x="26841" y="5786"/>
                    <a:pt x="26937" y="5722"/>
                    <a:pt x="27034" y="5626"/>
                  </a:cubicBezTo>
                  <a:cubicBezTo>
                    <a:pt x="27098" y="5561"/>
                    <a:pt x="27162" y="5497"/>
                    <a:pt x="27227" y="5401"/>
                  </a:cubicBezTo>
                  <a:cubicBezTo>
                    <a:pt x="27259" y="5336"/>
                    <a:pt x="27291" y="5208"/>
                    <a:pt x="27291" y="5079"/>
                  </a:cubicBezTo>
                  <a:cubicBezTo>
                    <a:pt x="27291" y="4951"/>
                    <a:pt x="27227" y="4790"/>
                    <a:pt x="27130" y="4629"/>
                  </a:cubicBezTo>
                  <a:cubicBezTo>
                    <a:pt x="27002" y="4501"/>
                    <a:pt x="26841" y="4372"/>
                    <a:pt x="26616" y="4243"/>
                  </a:cubicBezTo>
                  <a:cubicBezTo>
                    <a:pt x="26552" y="4211"/>
                    <a:pt x="26423" y="4147"/>
                    <a:pt x="26262" y="4083"/>
                  </a:cubicBezTo>
                  <a:cubicBezTo>
                    <a:pt x="25413" y="3748"/>
                    <a:pt x="23449" y="3042"/>
                    <a:pt x="22701" y="2774"/>
                  </a:cubicBezTo>
                  <a:lnTo>
                    <a:pt x="22701" y="2774"/>
                  </a:lnTo>
                  <a:lnTo>
                    <a:pt x="23594" y="1286"/>
                  </a:lnTo>
                  <a:cubicBezTo>
                    <a:pt x="23659" y="1158"/>
                    <a:pt x="23691" y="997"/>
                    <a:pt x="23691" y="868"/>
                  </a:cubicBezTo>
                  <a:cubicBezTo>
                    <a:pt x="23691" y="579"/>
                    <a:pt x="23562" y="290"/>
                    <a:pt x="23305" y="129"/>
                  </a:cubicBezTo>
                  <a:cubicBezTo>
                    <a:pt x="23176" y="32"/>
                    <a:pt x="23016" y="0"/>
                    <a:pt x="228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62"/>
            <p:cNvSpPr/>
            <p:nvPr/>
          </p:nvSpPr>
          <p:spPr>
            <a:xfrm>
              <a:off x="1661925" y="2524225"/>
              <a:ext cx="708000" cy="1228100"/>
            </a:xfrm>
            <a:custGeom>
              <a:avLst/>
              <a:gdLst/>
              <a:ahLst/>
              <a:cxnLst/>
              <a:rect l="l" t="t" r="r" b="b"/>
              <a:pathLst>
                <a:path w="28320" h="49124" extrusionOk="0">
                  <a:moveTo>
                    <a:pt x="18530" y="1"/>
                  </a:moveTo>
                  <a:cubicBezTo>
                    <a:pt x="17262" y="1"/>
                    <a:pt x="15934" y="417"/>
                    <a:pt x="15751" y="939"/>
                  </a:cubicBezTo>
                  <a:cubicBezTo>
                    <a:pt x="15526" y="1550"/>
                    <a:pt x="15108" y="3447"/>
                    <a:pt x="15366" y="7722"/>
                  </a:cubicBezTo>
                  <a:cubicBezTo>
                    <a:pt x="15623" y="11965"/>
                    <a:pt x="15591" y="17429"/>
                    <a:pt x="15591" y="17429"/>
                  </a:cubicBezTo>
                  <a:cubicBezTo>
                    <a:pt x="15591" y="17429"/>
                    <a:pt x="13598" y="21737"/>
                    <a:pt x="12923" y="23280"/>
                  </a:cubicBezTo>
                  <a:cubicBezTo>
                    <a:pt x="12248" y="24823"/>
                    <a:pt x="1" y="43499"/>
                    <a:pt x="1" y="43499"/>
                  </a:cubicBezTo>
                  <a:lnTo>
                    <a:pt x="10158" y="49124"/>
                  </a:lnTo>
                  <a:cubicBezTo>
                    <a:pt x="10158" y="49124"/>
                    <a:pt x="13694" y="45620"/>
                    <a:pt x="15366" y="44206"/>
                  </a:cubicBezTo>
                  <a:cubicBezTo>
                    <a:pt x="17069" y="42759"/>
                    <a:pt x="28320" y="28294"/>
                    <a:pt x="28159" y="27394"/>
                  </a:cubicBezTo>
                  <a:cubicBezTo>
                    <a:pt x="27998" y="26494"/>
                    <a:pt x="23305" y="21608"/>
                    <a:pt x="23305" y="21608"/>
                  </a:cubicBezTo>
                  <a:cubicBezTo>
                    <a:pt x="23305" y="21608"/>
                    <a:pt x="22437" y="9265"/>
                    <a:pt x="22341" y="8879"/>
                  </a:cubicBezTo>
                  <a:cubicBezTo>
                    <a:pt x="22244" y="8493"/>
                    <a:pt x="20669" y="521"/>
                    <a:pt x="20669" y="521"/>
                  </a:cubicBezTo>
                  <a:cubicBezTo>
                    <a:pt x="20669" y="521"/>
                    <a:pt x="20830" y="361"/>
                    <a:pt x="19384" y="71"/>
                  </a:cubicBezTo>
                  <a:cubicBezTo>
                    <a:pt x="19112" y="23"/>
                    <a:pt x="18823" y="1"/>
                    <a:pt x="185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62"/>
            <p:cNvSpPr/>
            <p:nvPr/>
          </p:nvSpPr>
          <p:spPr>
            <a:xfrm>
              <a:off x="1745500" y="2526000"/>
              <a:ext cx="524775" cy="1109800"/>
            </a:xfrm>
            <a:custGeom>
              <a:avLst/>
              <a:gdLst/>
              <a:ahLst/>
              <a:cxnLst/>
              <a:rect l="l" t="t" r="r" b="b"/>
              <a:pathLst>
                <a:path w="20991" h="44392" extrusionOk="0">
                  <a:moveTo>
                    <a:pt x="14144" y="0"/>
                  </a:moveTo>
                  <a:lnTo>
                    <a:pt x="14144" y="0"/>
                  </a:lnTo>
                  <a:cubicBezTo>
                    <a:pt x="13276" y="161"/>
                    <a:pt x="12537" y="483"/>
                    <a:pt x="12408" y="868"/>
                  </a:cubicBezTo>
                  <a:cubicBezTo>
                    <a:pt x="12183" y="1479"/>
                    <a:pt x="11765" y="3376"/>
                    <a:pt x="12023" y="7651"/>
                  </a:cubicBezTo>
                  <a:cubicBezTo>
                    <a:pt x="12280" y="11894"/>
                    <a:pt x="12248" y="17358"/>
                    <a:pt x="12248" y="17358"/>
                  </a:cubicBezTo>
                  <a:cubicBezTo>
                    <a:pt x="12248" y="17358"/>
                    <a:pt x="12119" y="17712"/>
                    <a:pt x="11862" y="18194"/>
                  </a:cubicBezTo>
                  <a:lnTo>
                    <a:pt x="12087" y="20219"/>
                  </a:lnTo>
                  <a:lnTo>
                    <a:pt x="1" y="39892"/>
                  </a:lnTo>
                  <a:lnTo>
                    <a:pt x="7137" y="44392"/>
                  </a:lnTo>
                  <a:lnTo>
                    <a:pt x="17359" y="34009"/>
                  </a:lnTo>
                  <a:lnTo>
                    <a:pt x="18580" y="36227"/>
                  </a:lnTo>
                  <a:cubicBezTo>
                    <a:pt x="19416" y="35166"/>
                    <a:pt x="20219" y="34074"/>
                    <a:pt x="20991" y="33045"/>
                  </a:cubicBezTo>
                  <a:cubicBezTo>
                    <a:pt x="20444" y="28995"/>
                    <a:pt x="20027" y="25234"/>
                    <a:pt x="20316" y="24559"/>
                  </a:cubicBezTo>
                  <a:cubicBezTo>
                    <a:pt x="20927" y="22984"/>
                    <a:pt x="19544" y="21762"/>
                    <a:pt x="17680" y="20219"/>
                  </a:cubicBezTo>
                  <a:cubicBezTo>
                    <a:pt x="15816" y="18644"/>
                    <a:pt x="16555" y="16651"/>
                    <a:pt x="16555" y="16651"/>
                  </a:cubicBezTo>
                  <a:lnTo>
                    <a:pt x="14112" y="14015"/>
                  </a:lnTo>
                  <a:cubicBezTo>
                    <a:pt x="14112" y="14015"/>
                    <a:pt x="14273" y="5497"/>
                    <a:pt x="14112" y="2090"/>
                  </a:cubicBezTo>
                  <a:cubicBezTo>
                    <a:pt x="14080" y="1543"/>
                    <a:pt x="14112" y="836"/>
                    <a:pt x="141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62"/>
            <p:cNvSpPr/>
            <p:nvPr/>
          </p:nvSpPr>
          <p:spPr>
            <a:xfrm>
              <a:off x="1745500" y="2598325"/>
              <a:ext cx="511925" cy="1037475"/>
            </a:xfrm>
            <a:custGeom>
              <a:avLst/>
              <a:gdLst/>
              <a:ahLst/>
              <a:cxnLst/>
              <a:rect l="l" t="t" r="r" b="b"/>
              <a:pathLst>
                <a:path w="20477" h="41499" extrusionOk="0">
                  <a:moveTo>
                    <a:pt x="14144" y="0"/>
                  </a:moveTo>
                  <a:cubicBezTo>
                    <a:pt x="13566" y="129"/>
                    <a:pt x="13083" y="290"/>
                    <a:pt x="12633" y="483"/>
                  </a:cubicBezTo>
                  <a:lnTo>
                    <a:pt x="12601" y="483"/>
                  </a:lnTo>
                  <a:cubicBezTo>
                    <a:pt x="12473" y="515"/>
                    <a:pt x="12376" y="579"/>
                    <a:pt x="12248" y="643"/>
                  </a:cubicBezTo>
                  <a:cubicBezTo>
                    <a:pt x="12215" y="1093"/>
                    <a:pt x="12215" y="1608"/>
                    <a:pt x="12215" y="2186"/>
                  </a:cubicBezTo>
                  <a:cubicBezTo>
                    <a:pt x="12215" y="2926"/>
                    <a:pt x="12215" y="3761"/>
                    <a:pt x="12280" y="4726"/>
                  </a:cubicBezTo>
                  <a:cubicBezTo>
                    <a:pt x="12505" y="8037"/>
                    <a:pt x="12537" y="12087"/>
                    <a:pt x="12537" y="13726"/>
                  </a:cubicBezTo>
                  <a:cubicBezTo>
                    <a:pt x="12537" y="14208"/>
                    <a:pt x="12537" y="14498"/>
                    <a:pt x="12537" y="14498"/>
                  </a:cubicBezTo>
                  <a:lnTo>
                    <a:pt x="12505" y="14594"/>
                  </a:lnTo>
                  <a:cubicBezTo>
                    <a:pt x="12505" y="14594"/>
                    <a:pt x="12376" y="14851"/>
                    <a:pt x="12183" y="15301"/>
                  </a:cubicBezTo>
                  <a:cubicBezTo>
                    <a:pt x="12087" y="15430"/>
                    <a:pt x="12023" y="15623"/>
                    <a:pt x="11926" y="15815"/>
                  </a:cubicBezTo>
                  <a:lnTo>
                    <a:pt x="12087" y="17326"/>
                  </a:lnTo>
                  <a:lnTo>
                    <a:pt x="1" y="36999"/>
                  </a:lnTo>
                  <a:lnTo>
                    <a:pt x="7137" y="41499"/>
                  </a:lnTo>
                  <a:lnTo>
                    <a:pt x="16973" y="31534"/>
                  </a:lnTo>
                  <a:cubicBezTo>
                    <a:pt x="16941" y="31502"/>
                    <a:pt x="16941" y="31502"/>
                    <a:pt x="16941" y="31502"/>
                  </a:cubicBezTo>
                  <a:cubicBezTo>
                    <a:pt x="16362" y="30538"/>
                    <a:pt x="15976" y="29895"/>
                    <a:pt x="15944" y="29863"/>
                  </a:cubicBezTo>
                  <a:lnTo>
                    <a:pt x="20477" y="25877"/>
                  </a:lnTo>
                  <a:cubicBezTo>
                    <a:pt x="20316" y="24462"/>
                    <a:pt x="20219" y="23273"/>
                    <a:pt x="20219" y="22502"/>
                  </a:cubicBezTo>
                  <a:cubicBezTo>
                    <a:pt x="20219" y="22084"/>
                    <a:pt x="20252" y="21794"/>
                    <a:pt x="20316" y="21666"/>
                  </a:cubicBezTo>
                  <a:cubicBezTo>
                    <a:pt x="20412" y="21409"/>
                    <a:pt x="20444" y="21151"/>
                    <a:pt x="20444" y="20926"/>
                  </a:cubicBezTo>
                  <a:cubicBezTo>
                    <a:pt x="20477" y="19673"/>
                    <a:pt x="19223" y="18612"/>
                    <a:pt x="17680" y="17326"/>
                  </a:cubicBezTo>
                  <a:cubicBezTo>
                    <a:pt x="16651" y="16458"/>
                    <a:pt x="16426" y="15462"/>
                    <a:pt x="16426" y="14723"/>
                  </a:cubicBezTo>
                  <a:cubicBezTo>
                    <a:pt x="16426" y="14144"/>
                    <a:pt x="16555" y="13758"/>
                    <a:pt x="16555" y="13758"/>
                  </a:cubicBezTo>
                  <a:lnTo>
                    <a:pt x="14112" y="11122"/>
                  </a:lnTo>
                  <a:cubicBezTo>
                    <a:pt x="14112" y="11122"/>
                    <a:pt x="14176" y="7329"/>
                    <a:pt x="14176" y="3793"/>
                  </a:cubicBezTo>
                  <a:cubicBezTo>
                    <a:pt x="14176" y="2411"/>
                    <a:pt x="14176" y="1061"/>
                    <a:pt x="141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62"/>
            <p:cNvSpPr/>
            <p:nvPr/>
          </p:nvSpPr>
          <p:spPr>
            <a:xfrm>
              <a:off x="1655500" y="2517150"/>
              <a:ext cx="716850" cy="1242100"/>
            </a:xfrm>
            <a:custGeom>
              <a:avLst/>
              <a:gdLst/>
              <a:ahLst/>
              <a:cxnLst/>
              <a:rect l="l" t="t" r="r" b="b"/>
              <a:pathLst>
                <a:path w="28674" h="49684" extrusionOk="0">
                  <a:moveTo>
                    <a:pt x="18741" y="547"/>
                  </a:moveTo>
                  <a:cubicBezTo>
                    <a:pt x="19062" y="547"/>
                    <a:pt x="19319" y="579"/>
                    <a:pt x="19608" y="612"/>
                  </a:cubicBezTo>
                  <a:cubicBezTo>
                    <a:pt x="20155" y="740"/>
                    <a:pt x="20476" y="837"/>
                    <a:pt x="20605" y="901"/>
                  </a:cubicBezTo>
                  <a:lnTo>
                    <a:pt x="20680" y="926"/>
                  </a:lnTo>
                  <a:lnTo>
                    <a:pt x="20680" y="926"/>
                  </a:lnTo>
                  <a:cubicBezTo>
                    <a:pt x="20746" y="1266"/>
                    <a:pt x="21097" y="3063"/>
                    <a:pt x="21473" y="4887"/>
                  </a:cubicBezTo>
                  <a:cubicBezTo>
                    <a:pt x="21666" y="5915"/>
                    <a:pt x="21859" y="6944"/>
                    <a:pt x="22019" y="7748"/>
                  </a:cubicBezTo>
                  <a:cubicBezTo>
                    <a:pt x="22116" y="8133"/>
                    <a:pt x="22180" y="8487"/>
                    <a:pt x="22244" y="8744"/>
                  </a:cubicBezTo>
                  <a:cubicBezTo>
                    <a:pt x="22276" y="9001"/>
                    <a:pt x="22309" y="9162"/>
                    <a:pt x="22341" y="9226"/>
                  </a:cubicBezTo>
                  <a:cubicBezTo>
                    <a:pt x="22341" y="9226"/>
                    <a:pt x="22341" y="9323"/>
                    <a:pt x="22373" y="9419"/>
                  </a:cubicBezTo>
                  <a:cubicBezTo>
                    <a:pt x="22469" y="10319"/>
                    <a:pt x="22694" y="13469"/>
                    <a:pt x="22887" y="16362"/>
                  </a:cubicBezTo>
                  <a:cubicBezTo>
                    <a:pt x="22984" y="17809"/>
                    <a:pt x="23080" y="19191"/>
                    <a:pt x="23177" y="20220"/>
                  </a:cubicBezTo>
                  <a:cubicBezTo>
                    <a:pt x="23241" y="21248"/>
                    <a:pt x="23273" y="21923"/>
                    <a:pt x="23273" y="21923"/>
                  </a:cubicBezTo>
                  <a:cubicBezTo>
                    <a:pt x="23273" y="21988"/>
                    <a:pt x="23305" y="22052"/>
                    <a:pt x="23369" y="22084"/>
                  </a:cubicBezTo>
                  <a:cubicBezTo>
                    <a:pt x="23369" y="22084"/>
                    <a:pt x="23659" y="22373"/>
                    <a:pt x="24077" y="22856"/>
                  </a:cubicBezTo>
                  <a:cubicBezTo>
                    <a:pt x="24752" y="23563"/>
                    <a:pt x="25748" y="24656"/>
                    <a:pt x="26584" y="25620"/>
                  </a:cubicBezTo>
                  <a:cubicBezTo>
                    <a:pt x="27034" y="26134"/>
                    <a:pt x="27387" y="26584"/>
                    <a:pt x="27677" y="26970"/>
                  </a:cubicBezTo>
                  <a:cubicBezTo>
                    <a:pt x="27837" y="27163"/>
                    <a:pt x="27934" y="27324"/>
                    <a:pt x="28030" y="27452"/>
                  </a:cubicBezTo>
                  <a:cubicBezTo>
                    <a:pt x="28080" y="27576"/>
                    <a:pt x="28129" y="27662"/>
                    <a:pt x="28150" y="27709"/>
                  </a:cubicBezTo>
                  <a:lnTo>
                    <a:pt x="28127" y="27709"/>
                  </a:lnTo>
                  <a:cubicBezTo>
                    <a:pt x="28127" y="27742"/>
                    <a:pt x="28062" y="27870"/>
                    <a:pt x="27998" y="28031"/>
                  </a:cubicBezTo>
                  <a:cubicBezTo>
                    <a:pt x="27645" y="28706"/>
                    <a:pt x="26777" y="29992"/>
                    <a:pt x="25652" y="31535"/>
                  </a:cubicBezTo>
                  <a:cubicBezTo>
                    <a:pt x="23948" y="33849"/>
                    <a:pt x="21698" y="36806"/>
                    <a:pt x="19705" y="39281"/>
                  </a:cubicBezTo>
                  <a:cubicBezTo>
                    <a:pt x="18708" y="40535"/>
                    <a:pt x="17776" y="41660"/>
                    <a:pt x="17037" y="42560"/>
                  </a:cubicBezTo>
                  <a:cubicBezTo>
                    <a:pt x="16298" y="43428"/>
                    <a:pt x="15719" y="44039"/>
                    <a:pt x="15462" y="44264"/>
                  </a:cubicBezTo>
                  <a:cubicBezTo>
                    <a:pt x="13957" y="45541"/>
                    <a:pt x="11024" y="48423"/>
                    <a:pt x="10359" y="49079"/>
                  </a:cubicBezTo>
                  <a:lnTo>
                    <a:pt x="10359" y="49079"/>
                  </a:lnTo>
                  <a:lnTo>
                    <a:pt x="627" y="43690"/>
                  </a:lnTo>
                  <a:lnTo>
                    <a:pt x="627" y="43690"/>
                  </a:lnTo>
                  <a:cubicBezTo>
                    <a:pt x="1267" y="42712"/>
                    <a:pt x="3940" y="38627"/>
                    <a:pt x="6686" y="34395"/>
                  </a:cubicBezTo>
                  <a:cubicBezTo>
                    <a:pt x="8262" y="31985"/>
                    <a:pt x="9869" y="29509"/>
                    <a:pt x="11090" y="27517"/>
                  </a:cubicBezTo>
                  <a:cubicBezTo>
                    <a:pt x="11733" y="26552"/>
                    <a:pt x="12247" y="25684"/>
                    <a:pt x="12665" y="25009"/>
                  </a:cubicBezTo>
                  <a:cubicBezTo>
                    <a:pt x="13051" y="24366"/>
                    <a:pt x="13308" y="23916"/>
                    <a:pt x="13437" y="23691"/>
                  </a:cubicBezTo>
                  <a:cubicBezTo>
                    <a:pt x="13758" y="22920"/>
                    <a:pt x="14433" y="21441"/>
                    <a:pt x="15012" y="20188"/>
                  </a:cubicBezTo>
                  <a:cubicBezTo>
                    <a:pt x="15301" y="19545"/>
                    <a:pt x="15590" y="18966"/>
                    <a:pt x="15783" y="18548"/>
                  </a:cubicBezTo>
                  <a:cubicBezTo>
                    <a:pt x="15976" y="18098"/>
                    <a:pt x="16105" y="17841"/>
                    <a:pt x="16105" y="17841"/>
                  </a:cubicBezTo>
                  <a:lnTo>
                    <a:pt x="16137" y="17745"/>
                  </a:lnTo>
                  <a:cubicBezTo>
                    <a:pt x="16137" y="17745"/>
                    <a:pt x="16137" y="17455"/>
                    <a:pt x="16137" y="16973"/>
                  </a:cubicBezTo>
                  <a:cubicBezTo>
                    <a:pt x="16137" y="15334"/>
                    <a:pt x="16105" y="11284"/>
                    <a:pt x="15880" y="7973"/>
                  </a:cubicBezTo>
                  <a:cubicBezTo>
                    <a:pt x="15815" y="7008"/>
                    <a:pt x="15815" y="6173"/>
                    <a:pt x="15815" y="5433"/>
                  </a:cubicBezTo>
                  <a:cubicBezTo>
                    <a:pt x="15815" y="2958"/>
                    <a:pt x="16105" y="1737"/>
                    <a:pt x="16265" y="1287"/>
                  </a:cubicBezTo>
                  <a:cubicBezTo>
                    <a:pt x="16265" y="1254"/>
                    <a:pt x="16330" y="1158"/>
                    <a:pt x="16490" y="1062"/>
                  </a:cubicBezTo>
                  <a:cubicBezTo>
                    <a:pt x="16683" y="933"/>
                    <a:pt x="17037" y="804"/>
                    <a:pt x="17455" y="708"/>
                  </a:cubicBezTo>
                  <a:cubicBezTo>
                    <a:pt x="17841" y="612"/>
                    <a:pt x="18291" y="547"/>
                    <a:pt x="18741" y="547"/>
                  </a:cubicBezTo>
                  <a:close/>
                  <a:moveTo>
                    <a:pt x="18741" y="1"/>
                  </a:moveTo>
                  <a:cubicBezTo>
                    <a:pt x="18098" y="1"/>
                    <a:pt x="17423" y="129"/>
                    <a:pt x="16908" y="290"/>
                  </a:cubicBezTo>
                  <a:cubicBezTo>
                    <a:pt x="16619" y="387"/>
                    <a:pt x="16394" y="483"/>
                    <a:pt x="16201" y="612"/>
                  </a:cubicBezTo>
                  <a:cubicBezTo>
                    <a:pt x="16008" y="772"/>
                    <a:pt x="15848" y="901"/>
                    <a:pt x="15751" y="1126"/>
                  </a:cubicBezTo>
                  <a:cubicBezTo>
                    <a:pt x="15558" y="1640"/>
                    <a:pt x="15269" y="2926"/>
                    <a:pt x="15269" y="5433"/>
                  </a:cubicBezTo>
                  <a:cubicBezTo>
                    <a:pt x="15269" y="6173"/>
                    <a:pt x="15301" y="7040"/>
                    <a:pt x="15365" y="8005"/>
                  </a:cubicBezTo>
                  <a:cubicBezTo>
                    <a:pt x="15558" y="11316"/>
                    <a:pt x="15590" y="15334"/>
                    <a:pt x="15590" y="16973"/>
                  </a:cubicBezTo>
                  <a:cubicBezTo>
                    <a:pt x="15590" y="17362"/>
                    <a:pt x="15590" y="17605"/>
                    <a:pt x="15590" y="17684"/>
                  </a:cubicBezTo>
                  <a:lnTo>
                    <a:pt x="15590" y="17684"/>
                  </a:lnTo>
                  <a:cubicBezTo>
                    <a:pt x="15329" y="18236"/>
                    <a:pt x="13547" y="22008"/>
                    <a:pt x="12922" y="23466"/>
                  </a:cubicBezTo>
                  <a:cubicBezTo>
                    <a:pt x="12858" y="23627"/>
                    <a:pt x="12601" y="24109"/>
                    <a:pt x="12215" y="24752"/>
                  </a:cubicBezTo>
                  <a:cubicBezTo>
                    <a:pt x="10801" y="27034"/>
                    <a:pt x="7779" y="31760"/>
                    <a:pt x="5079" y="35906"/>
                  </a:cubicBezTo>
                  <a:cubicBezTo>
                    <a:pt x="3729" y="37996"/>
                    <a:pt x="2476" y="39924"/>
                    <a:pt x="1543" y="41339"/>
                  </a:cubicBezTo>
                  <a:cubicBezTo>
                    <a:pt x="1093" y="42046"/>
                    <a:pt x="708" y="42624"/>
                    <a:pt x="450" y="43010"/>
                  </a:cubicBezTo>
                  <a:cubicBezTo>
                    <a:pt x="193" y="43396"/>
                    <a:pt x="33" y="43621"/>
                    <a:pt x="33" y="43621"/>
                  </a:cubicBezTo>
                  <a:cubicBezTo>
                    <a:pt x="0" y="43685"/>
                    <a:pt x="0" y="43782"/>
                    <a:pt x="0" y="43846"/>
                  </a:cubicBezTo>
                  <a:cubicBezTo>
                    <a:pt x="33" y="43910"/>
                    <a:pt x="65" y="43974"/>
                    <a:pt x="129" y="44007"/>
                  </a:cubicBezTo>
                  <a:lnTo>
                    <a:pt x="10287" y="49664"/>
                  </a:lnTo>
                  <a:cubicBezTo>
                    <a:pt x="10322" y="49676"/>
                    <a:pt x="10362" y="49683"/>
                    <a:pt x="10402" y="49683"/>
                  </a:cubicBezTo>
                  <a:cubicBezTo>
                    <a:pt x="10473" y="49683"/>
                    <a:pt x="10547" y="49661"/>
                    <a:pt x="10608" y="49600"/>
                  </a:cubicBezTo>
                  <a:cubicBezTo>
                    <a:pt x="10608" y="49600"/>
                    <a:pt x="10833" y="49375"/>
                    <a:pt x="11187" y="49021"/>
                  </a:cubicBezTo>
                  <a:cubicBezTo>
                    <a:pt x="12247" y="47993"/>
                    <a:pt x="14562" y="45742"/>
                    <a:pt x="15815" y="44682"/>
                  </a:cubicBezTo>
                  <a:cubicBezTo>
                    <a:pt x="16040" y="44489"/>
                    <a:pt x="16394" y="44103"/>
                    <a:pt x="16876" y="43557"/>
                  </a:cubicBezTo>
                  <a:cubicBezTo>
                    <a:pt x="18516" y="41724"/>
                    <a:pt x="21441" y="38028"/>
                    <a:pt x="23980" y="34685"/>
                  </a:cubicBezTo>
                  <a:cubicBezTo>
                    <a:pt x="25234" y="33013"/>
                    <a:pt x="26391" y="31406"/>
                    <a:pt x="27259" y="30184"/>
                  </a:cubicBezTo>
                  <a:cubicBezTo>
                    <a:pt x="27677" y="29574"/>
                    <a:pt x="28030" y="29027"/>
                    <a:pt x="28255" y="28642"/>
                  </a:cubicBezTo>
                  <a:cubicBezTo>
                    <a:pt x="28384" y="28417"/>
                    <a:pt x="28480" y="28256"/>
                    <a:pt x="28545" y="28095"/>
                  </a:cubicBezTo>
                  <a:cubicBezTo>
                    <a:pt x="28577" y="28031"/>
                    <a:pt x="28609" y="27967"/>
                    <a:pt x="28641" y="27902"/>
                  </a:cubicBezTo>
                  <a:cubicBezTo>
                    <a:pt x="28673" y="27838"/>
                    <a:pt x="28673" y="27774"/>
                    <a:pt x="28673" y="27709"/>
                  </a:cubicBezTo>
                  <a:lnTo>
                    <a:pt x="28673" y="27645"/>
                  </a:lnTo>
                  <a:cubicBezTo>
                    <a:pt x="28641" y="27452"/>
                    <a:pt x="28512" y="27259"/>
                    <a:pt x="28384" y="27034"/>
                  </a:cubicBezTo>
                  <a:cubicBezTo>
                    <a:pt x="27837" y="26231"/>
                    <a:pt x="26712" y="24913"/>
                    <a:pt x="25684" y="23788"/>
                  </a:cubicBezTo>
                  <a:cubicBezTo>
                    <a:pt x="24804" y="22826"/>
                    <a:pt x="24019" y="21982"/>
                    <a:pt x="23810" y="21757"/>
                  </a:cubicBezTo>
                  <a:lnTo>
                    <a:pt x="23810" y="21757"/>
                  </a:lnTo>
                  <a:cubicBezTo>
                    <a:pt x="23764" y="21131"/>
                    <a:pt x="23567" y="18418"/>
                    <a:pt x="23369" y="15655"/>
                  </a:cubicBezTo>
                  <a:cubicBezTo>
                    <a:pt x="23273" y="14080"/>
                    <a:pt x="23144" y="12505"/>
                    <a:pt x="23048" y="11284"/>
                  </a:cubicBezTo>
                  <a:cubicBezTo>
                    <a:pt x="23016" y="10673"/>
                    <a:pt x="22984" y="10158"/>
                    <a:pt x="22919" y="9805"/>
                  </a:cubicBezTo>
                  <a:cubicBezTo>
                    <a:pt x="22919" y="9612"/>
                    <a:pt x="22919" y="9451"/>
                    <a:pt x="22887" y="9355"/>
                  </a:cubicBezTo>
                  <a:cubicBezTo>
                    <a:pt x="22887" y="9291"/>
                    <a:pt x="22887" y="9226"/>
                    <a:pt x="22887" y="9194"/>
                  </a:cubicBezTo>
                  <a:lnTo>
                    <a:pt x="22855" y="9098"/>
                  </a:lnTo>
                  <a:cubicBezTo>
                    <a:pt x="22855" y="9066"/>
                    <a:pt x="22823" y="8873"/>
                    <a:pt x="22759" y="8648"/>
                  </a:cubicBezTo>
                  <a:cubicBezTo>
                    <a:pt x="22566" y="7748"/>
                    <a:pt x="22180" y="5787"/>
                    <a:pt x="21826" y="4019"/>
                  </a:cubicBezTo>
                  <a:cubicBezTo>
                    <a:pt x="21666" y="3151"/>
                    <a:pt x="21505" y="2347"/>
                    <a:pt x="21376" y="1737"/>
                  </a:cubicBezTo>
                  <a:cubicBezTo>
                    <a:pt x="21248" y="1126"/>
                    <a:pt x="21184" y="772"/>
                    <a:pt x="21184" y="772"/>
                  </a:cubicBezTo>
                  <a:lnTo>
                    <a:pt x="21182" y="772"/>
                  </a:lnTo>
                  <a:lnTo>
                    <a:pt x="21182" y="772"/>
                  </a:lnTo>
                  <a:cubicBezTo>
                    <a:pt x="21173" y="660"/>
                    <a:pt x="21114" y="577"/>
                    <a:pt x="21055" y="547"/>
                  </a:cubicBezTo>
                  <a:cubicBezTo>
                    <a:pt x="20959" y="451"/>
                    <a:pt x="20862" y="387"/>
                    <a:pt x="20637" y="322"/>
                  </a:cubicBezTo>
                  <a:cubicBezTo>
                    <a:pt x="20444" y="258"/>
                    <a:pt x="20155" y="194"/>
                    <a:pt x="19705" y="97"/>
                  </a:cubicBezTo>
                  <a:cubicBezTo>
                    <a:pt x="19383" y="33"/>
                    <a:pt x="19062" y="1"/>
                    <a:pt x="187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62"/>
            <p:cNvSpPr/>
            <p:nvPr/>
          </p:nvSpPr>
          <p:spPr>
            <a:xfrm>
              <a:off x="2159350" y="2939125"/>
              <a:ext cx="140675" cy="185600"/>
            </a:xfrm>
            <a:custGeom>
              <a:avLst/>
              <a:gdLst/>
              <a:ahLst/>
              <a:cxnLst/>
              <a:rect l="l" t="t" r="r" b="b"/>
              <a:pathLst>
                <a:path w="5627" h="7424" extrusionOk="0">
                  <a:moveTo>
                    <a:pt x="934" y="0"/>
                  </a:moveTo>
                  <a:cubicBezTo>
                    <a:pt x="442" y="0"/>
                    <a:pt x="1" y="126"/>
                    <a:pt x="1" y="126"/>
                  </a:cubicBezTo>
                  <a:cubicBezTo>
                    <a:pt x="1" y="126"/>
                    <a:pt x="1" y="2859"/>
                    <a:pt x="1319" y="4530"/>
                  </a:cubicBezTo>
                  <a:cubicBezTo>
                    <a:pt x="2637" y="6169"/>
                    <a:pt x="5626" y="7423"/>
                    <a:pt x="5626" y="7423"/>
                  </a:cubicBezTo>
                  <a:cubicBezTo>
                    <a:pt x="5626" y="7423"/>
                    <a:pt x="4726" y="5269"/>
                    <a:pt x="4598" y="4626"/>
                  </a:cubicBezTo>
                  <a:cubicBezTo>
                    <a:pt x="4469" y="3984"/>
                    <a:pt x="3569" y="3534"/>
                    <a:pt x="3055" y="2634"/>
                  </a:cubicBezTo>
                  <a:cubicBezTo>
                    <a:pt x="2540" y="1733"/>
                    <a:pt x="1962" y="319"/>
                    <a:pt x="1962" y="319"/>
                  </a:cubicBezTo>
                  <a:cubicBezTo>
                    <a:pt x="1700" y="71"/>
                    <a:pt x="1302" y="0"/>
                    <a:pt x="9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62"/>
            <p:cNvSpPr/>
            <p:nvPr/>
          </p:nvSpPr>
          <p:spPr>
            <a:xfrm>
              <a:off x="2152925" y="2932625"/>
              <a:ext cx="154325" cy="199000"/>
            </a:xfrm>
            <a:custGeom>
              <a:avLst/>
              <a:gdLst/>
              <a:ahLst/>
              <a:cxnLst/>
              <a:rect l="l" t="t" r="r" b="b"/>
              <a:pathLst>
                <a:path w="6173" h="7960" extrusionOk="0">
                  <a:moveTo>
                    <a:pt x="1158" y="547"/>
                  </a:moveTo>
                  <a:cubicBezTo>
                    <a:pt x="1459" y="547"/>
                    <a:pt x="1789" y="603"/>
                    <a:pt x="1988" y="769"/>
                  </a:cubicBezTo>
                  <a:lnTo>
                    <a:pt x="1988" y="769"/>
                  </a:lnTo>
                  <a:cubicBezTo>
                    <a:pt x="2106" y="1047"/>
                    <a:pt x="2609" y="2207"/>
                    <a:pt x="3087" y="3022"/>
                  </a:cubicBezTo>
                  <a:cubicBezTo>
                    <a:pt x="3376" y="3504"/>
                    <a:pt x="3730" y="3858"/>
                    <a:pt x="4051" y="4179"/>
                  </a:cubicBezTo>
                  <a:cubicBezTo>
                    <a:pt x="4212" y="4308"/>
                    <a:pt x="4340" y="4469"/>
                    <a:pt x="4437" y="4597"/>
                  </a:cubicBezTo>
                  <a:cubicBezTo>
                    <a:pt x="4533" y="4726"/>
                    <a:pt x="4597" y="4822"/>
                    <a:pt x="4597" y="4919"/>
                  </a:cubicBezTo>
                  <a:cubicBezTo>
                    <a:pt x="4630" y="5111"/>
                    <a:pt x="4726" y="5369"/>
                    <a:pt x="4822" y="5690"/>
                  </a:cubicBezTo>
                  <a:cubicBezTo>
                    <a:pt x="4999" y="6166"/>
                    <a:pt x="5223" y="6747"/>
                    <a:pt x="5390" y="7176"/>
                  </a:cubicBezTo>
                  <a:lnTo>
                    <a:pt x="5390" y="7176"/>
                  </a:lnTo>
                  <a:cubicBezTo>
                    <a:pt x="5028" y="6998"/>
                    <a:pt x="4537" y="6740"/>
                    <a:pt x="4019" y="6429"/>
                  </a:cubicBezTo>
                  <a:cubicBezTo>
                    <a:pt x="3183" y="5947"/>
                    <a:pt x="2315" y="5304"/>
                    <a:pt x="1769" y="4597"/>
                  </a:cubicBezTo>
                  <a:cubicBezTo>
                    <a:pt x="1190" y="3858"/>
                    <a:pt x="869" y="2829"/>
                    <a:pt x="708" y="1993"/>
                  </a:cubicBezTo>
                  <a:cubicBezTo>
                    <a:pt x="595" y="1385"/>
                    <a:pt x="562" y="871"/>
                    <a:pt x="552" y="596"/>
                  </a:cubicBezTo>
                  <a:lnTo>
                    <a:pt x="552" y="596"/>
                  </a:lnTo>
                  <a:cubicBezTo>
                    <a:pt x="704" y="570"/>
                    <a:pt x="925" y="547"/>
                    <a:pt x="1158" y="547"/>
                  </a:cubicBezTo>
                  <a:close/>
                  <a:moveTo>
                    <a:pt x="1158" y="1"/>
                  </a:moveTo>
                  <a:cubicBezTo>
                    <a:pt x="644" y="1"/>
                    <a:pt x="226" y="129"/>
                    <a:pt x="194" y="129"/>
                  </a:cubicBezTo>
                  <a:cubicBezTo>
                    <a:pt x="97" y="161"/>
                    <a:pt x="33" y="226"/>
                    <a:pt x="1" y="322"/>
                  </a:cubicBezTo>
                  <a:lnTo>
                    <a:pt x="1" y="386"/>
                  </a:lnTo>
                  <a:cubicBezTo>
                    <a:pt x="1" y="483"/>
                    <a:pt x="1" y="1190"/>
                    <a:pt x="162" y="2090"/>
                  </a:cubicBezTo>
                  <a:cubicBezTo>
                    <a:pt x="354" y="2990"/>
                    <a:pt x="676" y="4083"/>
                    <a:pt x="1351" y="4951"/>
                  </a:cubicBezTo>
                  <a:cubicBezTo>
                    <a:pt x="2058" y="5819"/>
                    <a:pt x="3151" y="6558"/>
                    <a:pt x="4083" y="7104"/>
                  </a:cubicBezTo>
                  <a:cubicBezTo>
                    <a:pt x="5015" y="7619"/>
                    <a:pt x="5787" y="7940"/>
                    <a:pt x="5787" y="7940"/>
                  </a:cubicBezTo>
                  <a:cubicBezTo>
                    <a:pt x="5822" y="7952"/>
                    <a:pt x="5857" y="7959"/>
                    <a:pt x="5893" y="7959"/>
                  </a:cubicBezTo>
                  <a:cubicBezTo>
                    <a:pt x="5954" y="7959"/>
                    <a:pt x="6015" y="7937"/>
                    <a:pt x="6076" y="7876"/>
                  </a:cubicBezTo>
                  <a:cubicBezTo>
                    <a:pt x="6140" y="7812"/>
                    <a:pt x="6173" y="7683"/>
                    <a:pt x="6140" y="7587"/>
                  </a:cubicBezTo>
                  <a:cubicBezTo>
                    <a:pt x="6140" y="7587"/>
                    <a:pt x="5915" y="7040"/>
                    <a:pt x="5690" y="6429"/>
                  </a:cubicBezTo>
                  <a:cubicBezTo>
                    <a:pt x="5562" y="6108"/>
                    <a:pt x="5433" y="5787"/>
                    <a:pt x="5337" y="5497"/>
                  </a:cubicBezTo>
                  <a:cubicBezTo>
                    <a:pt x="5240" y="5208"/>
                    <a:pt x="5144" y="4951"/>
                    <a:pt x="5144" y="4822"/>
                  </a:cubicBezTo>
                  <a:cubicBezTo>
                    <a:pt x="5080" y="4597"/>
                    <a:pt x="4983" y="4436"/>
                    <a:pt x="4855" y="4244"/>
                  </a:cubicBezTo>
                  <a:cubicBezTo>
                    <a:pt x="4469" y="3761"/>
                    <a:pt x="3890" y="3376"/>
                    <a:pt x="3537" y="2765"/>
                  </a:cubicBezTo>
                  <a:cubicBezTo>
                    <a:pt x="3280" y="2315"/>
                    <a:pt x="3022" y="1768"/>
                    <a:pt x="2829" y="1286"/>
                  </a:cubicBezTo>
                  <a:cubicBezTo>
                    <a:pt x="2701" y="1061"/>
                    <a:pt x="2637" y="868"/>
                    <a:pt x="2572" y="708"/>
                  </a:cubicBezTo>
                  <a:cubicBezTo>
                    <a:pt x="2508" y="579"/>
                    <a:pt x="2476" y="483"/>
                    <a:pt x="2476" y="483"/>
                  </a:cubicBezTo>
                  <a:lnTo>
                    <a:pt x="2412" y="386"/>
                  </a:lnTo>
                  <a:cubicBezTo>
                    <a:pt x="2026" y="65"/>
                    <a:pt x="1544" y="1"/>
                    <a:pt x="11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62"/>
            <p:cNvSpPr/>
            <p:nvPr/>
          </p:nvSpPr>
          <p:spPr>
            <a:xfrm>
              <a:off x="2144100" y="3174525"/>
              <a:ext cx="314225" cy="554975"/>
            </a:xfrm>
            <a:custGeom>
              <a:avLst/>
              <a:gdLst/>
              <a:ahLst/>
              <a:cxnLst/>
              <a:rect l="l" t="t" r="r" b="b"/>
              <a:pathLst>
                <a:path w="12569" h="22199" extrusionOk="0">
                  <a:moveTo>
                    <a:pt x="7683" y="0"/>
                  </a:moveTo>
                  <a:lnTo>
                    <a:pt x="0" y="6815"/>
                  </a:lnTo>
                  <a:cubicBezTo>
                    <a:pt x="0" y="6815"/>
                    <a:pt x="3118" y="11861"/>
                    <a:pt x="4565" y="14754"/>
                  </a:cubicBezTo>
                  <a:cubicBezTo>
                    <a:pt x="6043" y="17679"/>
                    <a:pt x="8004" y="21923"/>
                    <a:pt x="9676" y="22180"/>
                  </a:cubicBezTo>
                  <a:cubicBezTo>
                    <a:pt x="9758" y="22192"/>
                    <a:pt x="9839" y="22198"/>
                    <a:pt x="9918" y="22198"/>
                  </a:cubicBezTo>
                  <a:cubicBezTo>
                    <a:pt x="11474" y="22198"/>
                    <a:pt x="12380" y="19885"/>
                    <a:pt x="12472" y="18997"/>
                  </a:cubicBezTo>
                  <a:cubicBezTo>
                    <a:pt x="12569" y="18065"/>
                    <a:pt x="11186" y="16297"/>
                    <a:pt x="10640" y="12504"/>
                  </a:cubicBezTo>
                  <a:cubicBezTo>
                    <a:pt x="10061" y="8711"/>
                    <a:pt x="8872" y="1382"/>
                    <a:pt x="8872" y="1382"/>
                  </a:cubicBezTo>
                  <a:lnTo>
                    <a:pt x="76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62"/>
            <p:cNvSpPr/>
            <p:nvPr/>
          </p:nvSpPr>
          <p:spPr>
            <a:xfrm>
              <a:off x="2144100" y="3245225"/>
              <a:ext cx="167175" cy="374525"/>
            </a:xfrm>
            <a:custGeom>
              <a:avLst/>
              <a:gdLst/>
              <a:ahLst/>
              <a:cxnLst/>
              <a:rect l="l" t="t" r="r" b="b"/>
              <a:pathLst>
                <a:path w="6687" h="14981" extrusionOk="0">
                  <a:moveTo>
                    <a:pt x="4533" y="1"/>
                  </a:moveTo>
                  <a:lnTo>
                    <a:pt x="0" y="3987"/>
                  </a:lnTo>
                  <a:cubicBezTo>
                    <a:pt x="0" y="3987"/>
                    <a:pt x="418" y="4662"/>
                    <a:pt x="1029" y="5658"/>
                  </a:cubicBezTo>
                  <a:lnTo>
                    <a:pt x="1415" y="5240"/>
                  </a:lnTo>
                  <a:lnTo>
                    <a:pt x="6686" y="14980"/>
                  </a:lnTo>
                  <a:cubicBezTo>
                    <a:pt x="6686" y="14980"/>
                    <a:pt x="5143" y="5690"/>
                    <a:pt x="45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62"/>
            <p:cNvSpPr/>
            <p:nvPr/>
          </p:nvSpPr>
          <p:spPr>
            <a:xfrm>
              <a:off x="2169800" y="3376225"/>
              <a:ext cx="141475" cy="243525"/>
            </a:xfrm>
            <a:custGeom>
              <a:avLst/>
              <a:gdLst/>
              <a:ahLst/>
              <a:cxnLst/>
              <a:rect l="l" t="t" r="r" b="b"/>
              <a:pathLst>
                <a:path w="5659" h="9741" extrusionOk="0">
                  <a:moveTo>
                    <a:pt x="5658" y="9740"/>
                  </a:moveTo>
                  <a:lnTo>
                    <a:pt x="387" y="0"/>
                  </a:lnTo>
                  <a:lnTo>
                    <a:pt x="1" y="418"/>
                  </a:lnTo>
                  <a:lnTo>
                    <a:pt x="1" y="418"/>
                  </a:lnTo>
                  <a:lnTo>
                    <a:pt x="387" y="0"/>
                  </a:lnTo>
                  <a:lnTo>
                    <a:pt x="5658" y="9740"/>
                  </a:lnTo>
                  <a:lnTo>
                    <a:pt x="5658" y="974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62"/>
            <p:cNvSpPr/>
            <p:nvPr/>
          </p:nvSpPr>
          <p:spPr>
            <a:xfrm>
              <a:off x="2144100" y="3245225"/>
              <a:ext cx="167175" cy="374525"/>
            </a:xfrm>
            <a:custGeom>
              <a:avLst/>
              <a:gdLst/>
              <a:ahLst/>
              <a:cxnLst/>
              <a:rect l="l" t="t" r="r" b="b"/>
              <a:pathLst>
                <a:path w="6687" h="14981" extrusionOk="0">
                  <a:moveTo>
                    <a:pt x="4533" y="1"/>
                  </a:moveTo>
                  <a:lnTo>
                    <a:pt x="0" y="3987"/>
                  </a:lnTo>
                  <a:cubicBezTo>
                    <a:pt x="32" y="4019"/>
                    <a:pt x="418" y="4662"/>
                    <a:pt x="997" y="5626"/>
                  </a:cubicBezTo>
                  <a:cubicBezTo>
                    <a:pt x="997" y="5626"/>
                    <a:pt x="997" y="5626"/>
                    <a:pt x="1029" y="5658"/>
                  </a:cubicBezTo>
                  <a:lnTo>
                    <a:pt x="1415" y="5240"/>
                  </a:lnTo>
                  <a:lnTo>
                    <a:pt x="6686" y="14980"/>
                  </a:lnTo>
                  <a:cubicBezTo>
                    <a:pt x="6686" y="14980"/>
                    <a:pt x="5143" y="5690"/>
                    <a:pt x="45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62"/>
            <p:cNvSpPr/>
            <p:nvPr/>
          </p:nvSpPr>
          <p:spPr>
            <a:xfrm>
              <a:off x="2136850" y="3167975"/>
              <a:ext cx="325500" cy="568300"/>
            </a:xfrm>
            <a:custGeom>
              <a:avLst/>
              <a:gdLst/>
              <a:ahLst/>
              <a:cxnLst/>
              <a:rect l="l" t="t" r="r" b="b"/>
              <a:pathLst>
                <a:path w="13020" h="22732" extrusionOk="0">
                  <a:moveTo>
                    <a:pt x="7975" y="0"/>
                  </a:moveTo>
                  <a:cubicBezTo>
                    <a:pt x="7915" y="0"/>
                    <a:pt x="7857" y="24"/>
                    <a:pt x="7812" y="69"/>
                  </a:cubicBezTo>
                  <a:cubicBezTo>
                    <a:pt x="7683" y="166"/>
                    <a:pt x="7683" y="326"/>
                    <a:pt x="7780" y="455"/>
                  </a:cubicBezTo>
                  <a:lnTo>
                    <a:pt x="8920" y="1785"/>
                  </a:lnTo>
                  <a:lnTo>
                    <a:pt x="8920" y="1785"/>
                  </a:lnTo>
                  <a:cubicBezTo>
                    <a:pt x="8946" y="1967"/>
                    <a:pt x="9005" y="2366"/>
                    <a:pt x="9098" y="2898"/>
                  </a:cubicBezTo>
                  <a:cubicBezTo>
                    <a:pt x="9451" y="5148"/>
                    <a:pt x="10223" y="9970"/>
                    <a:pt x="10641" y="12798"/>
                  </a:cubicBezTo>
                  <a:cubicBezTo>
                    <a:pt x="10930" y="14663"/>
                    <a:pt x="11412" y="16045"/>
                    <a:pt x="11798" y="17074"/>
                  </a:cubicBezTo>
                  <a:cubicBezTo>
                    <a:pt x="11991" y="17588"/>
                    <a:pt x="12184" y="18038"/>
                    <a:pt x="12280" y="18359"/>
                  </a:cubicBezTo>
                  <a:cubicBezTo>
                    <a:pt x="12409" y="18713"/>
                    <a:pt x="12505" y="19002"/>
                    <a:pt x="12505" y="19163"/>
                  </a:cubicBezTo>
                  <a:lnTo>
                    <a:pt x="12473" y="19227"/>
                  </a:lnTo>
                  <a:cubicBezTo>
                    <a:pt x="12441" y="19613"/>
                    <a:pt x="12216" y="20384"/>
                    <a:pt x="11798" y="21060"/>
                  </a:cubicBezTo>
                  <a:cubicBezTo>
                    <a:pt x="11605" y="21381"/>
                    <a:pt x="11348" y="21670"/>
                    <a:pt x="11091" y="21863"/>
                  </a:cubicBezTo>
                  <a:cubicBezTo>
                    <a:pt x="10834" y="22088"/>
                    <a:pt x="10544" y="22185"/>
                    <a:pt x="10223" y="22185"/>
                  </a:cubicBezTo>
                  <a:lnTo>
                    <a:pt x="10030" y="22185"/>
                  </a:lnTo>
                  <a:cubicBezTo>
                    <a:pt x="9709" y="22152"/>
                    <a:pt x="9291" y="21863"/>
                    <a:pt x="8873" y="21413"/>
                  </a:cubicBezTo>
                  <a:cubicBezTo>
                    <a:pt x="8230" y="20706"/>
                    <a:pt x="7555" y="19645"/>
                    <a:pt x="6912" y="18456"/>
                  </a:cubicBezTo>
                  <a:cubicBezTo>
                    <a:pt x="6269" y="17266"/>
                    <a:pt x="5658" y="16013"/>
                    <a:pt x="5112" y="14920"/>
                  </a:cubicBezTo>
                  <a:cubicBezTo>
                    <a:pt x="3633" y="11963"/>
                    <a:pt x="547" y="6948"/>
                    <a:pt x="547" y="6948"/>
                  </a:cubicBezTo>
                  <a:cubicBezTo>
                    <a:pt x="483" y="6862"/>
                    <a:pt x="390" y="6819"/>
                    <a:pt x="297" y="6819"/>
                  </a:cubicBezTo>
                  <a:cubicBezTo>
                    <a:pt x="251" y="6819"/>
                    <a:pt x="204" y="6830"/>
                    <a:pt x="162" y="6852"/>
                  </a:cubicBezTo>
                  <a:cubicBezTo>
                    <a:pt x="33" y="6916"/>
                    <a:pt x="1" y="7109"/>
                    <a:pt x="65" y="7237"/>
                  </a:cubicBezTo>
                  <a:cubicBezTo>
                    <a:pt x="65" y="7237"/>
                    <a:pt x="258" y="7527"/>
                    <a:pt x="580" y="8041"/>
                  </a:cubicBezTo>
                  <a:cubicBezTo>
                    <a:pt x="1512" y="9616"/>
                    <a:pt x="3537" y="12991"/>
                    <a:pt x="4630" y="15145"/>
                  </a:cubicBezTo>
                  <a:cubicBezTo>
                    <a:pt x="5369" y="16591"/>
                    <a:pt x="6205" y="18392"/>
                    <a:pt x="7105" y="19870"/>
                  </a:cubicBezTo>
                  <a:cubicBezTo>
                    <a:pt x="7555" y="20609"/>
                    <a:pt x="8005" y="21285"/>
                    <a:pt x="8487" y="21767"/>
                  </a:cubicBezTo>
                  <a:cubicBezTo>
                    <a:pt x="8937" y="22281"/>
                    <a:pt x="9419" y="22635"/>
                    <a:pt x="9934" y="22699"/>
                  </a:cubicBezTo>
                  <a:cubicBezTo>
                    <a:pt x="10030" y="22731"/>
                    <a:pt x="10126" y="22731"/>
                    <a:pt x="10223" y="22731"/>
                  </a:cubicBezTo>
                  <a:cubicBezTo>
                    <a:pt x="10673" y="22731"/>
                    <a:pt x="11091" y="22570"/>
                    <a:pt x="11412" y="22313"/>
                  </a:cubicBezTo>
                  <a:cubicBezTo>
                    <a:pt x="11926" y="21895"/>
                    <a:pt x="12312" y="21349"/>
                    <a:pt x="12569" y="20770"/>
                  </a:cubicBezTo>
                  <a:cubicBezTo>
                    <a:pt x="12827" y="20192"/>
                    <a:pt x="12987" y="19645"/>
                    <a:pt x="13019" y="19292"/>
                  </a:cubicBezTo>
                  <a:lnTo>
                    <a:pt x="13019" y="19163"/>
                  </a:lnTo>
                  <a:cubicBezTo>
                    <a:pt x="13019" y="18874"/>
                    <a:pt x="12923" y="18552"/>
                    <a:pt x="12794" y="18199"/>
                  </a:cubicBezTo>
                  <a:cubicBezTo>
                    <a:pt x="12409" y="17074"/>
                    <a:pt x="11605" y="15434"/>
                    <a:pt x="11187" y="12734"/>
                  </a:cubicBezTo>
                  <a:cubicBezTo>
                    <a:pt x="10609" y="8941"/>
                    <a:pt x="9419" y="1612"/>
                    <a:pt x="9419" y="1612"/>
                  </a:cubicBezTo>
                  <a:cubicBezTo>
                    <a:pt x="9419" y="1548"/>
                    <a:pt x="9387" y="1516"/>
                    <a:pt x="9355" y="1484"/>
                  </a:cubicBezTo>
                  <a:lnTo>
                    <a:pt x="8166" y="101"/>
                  </a:lnTo>
                  <a:cubicBezTo>
                    <a:pt x="8114" y="32"/>
                    <a:pt x="8044" y="0"/>
                    <a:pt x="79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62"/>
            <p:cNvSpPr/>
            <p:nvPr/>
          </p:nvSpPr>
          <p:spPr>
            <a:xfrm>
              <a:off x="2314450" y="3589175"/>
              <a:ext cx="147900" cy="140325"/>
            </a:xfrm>
            <a:custGeom>
              <a:avLst/>
              <a:gdLst/>
              <a:ahLst/>
              <a:cxnLst/>
              <a:rect l="l" t="t" r="r" b="b"/>
              <a:pathLst>
                <a:path w="5916" h="5613" extrusionOk="0">
                  <a:moveTo>
                    <a:pt x="4983" y="1"/>
                  </a:moveTo>
                  <a:cubicBezTo>
                    <a:pt x="4501" y="547"/>
                    <a:pt x="3762" y="1158"/>
                    <a:pt x="2605" y="1672"/>
                  </a:cubicBezTo>
                  <a:cubicBezTo>
                    <a:pt x="1544" y="2154"/>
                    <a:pt x="644" y="2379"/>
                    <a:pt x="1" y="2476"/>
                  </a:cubicBezTo>
                  <a:cubicBezTo>
                    <a:pt x="965" y="4147"/>
                    <a:pt x="1962" y="5465"/>
                    <a:pt x="2862" y="5594"/>
                  </a:cubicBezTo>
                  <a:cubicBezTo>
                    <a:pt x="2944" y="5606"/>
                    <a:pt x="3025" y="5612"/>
                    <a:pt x="3104" y="5612"/>
                  </a:cubicBezTo>
                  <a:cubicBezTo>
                    <a:pt x="4660" y="5612"/>
                    <a:pt x="5566" y="3299"/>
                    <a:pt x="5658" y="2411"/>
                  </a:cubicBezTo>
                  <a:cubicBezTo>
                    <a:pt x="5690" y="1865"/>
                    <a:pt x="5915" y="290"/>
                    <a:pt x="49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62"/>
            <p:cNvSpPr/>
            <p:nvPr/>
          </p:nvSpPr>
          <p:spPr>
            <a:xfrm>
              <a:off x="2307225" y="3582450"/>
              <a:ext cx="156725" cy="153825"/>
            </a:xfrm>
            <a:custGeom>
              <a:avLst/>
              <a:gdLst/>
              <a:ahLst/>
              <a:cxnLst/>
              <a:rect l="l" t="t" r="r" b="b"/>
              <a:pathLst>
                <a:path w="6269" h="6153" extrusionOk="0">
                  <a:moveTo>
                    <a:pt x="5359" y="606"/>
                  </a:moveTo>
                  <a:cubicBezTo>
                    <a:pt x="5470" y="689"/>
                    <a:pt x="5548" y="817"/>
                    <a:pt x="5594" y="977"/>
                  </a:cubicBezTo>
                  <a:cubicBezTo>
                    <a:pt x="5690" y="1202"/>
                    <a:pt x="5722" y="1523"/>
                    <a:pt x="5722" y="1813"/>
                  </a:cubicBezTo>
                  <a:cubicBezTo>
                    <a:pt x="5722" y="2166"/>
                    <a:pt x="5690" y="2455"/>
                    <a:pt x="5658" y="2648"/>
                  </a:cubicBezTo>
                  <a:cubicBezTo>
                    <a:pt x="5626" y="3034"/>
                    <a:pt x="5401" y="3805"/>
                    <a:pt x="4983" y="4481"/>
                  </a:cubicBezTo>
                  <a:cubicBezTo>
                    <a:pt x="4790" y="4802"/>
                    <a:pt x="4533" y="5091"/>
                    <a:pt x="4276" y="5284"/>
                  </a:cubicBezTo>
                  <a:cubicBezTo>
                    <a:pt x="4019" y="5509"/>
                    <a:pt x="3729" y="5606"/>
                    <a:pt x="3408" y="5606"/>
                  </a:cubicBezTo>
                  <a:lnTo>
                    <a:pt x="3215" y="5606"/>
                  </a:lnTo>
                  <a:cubicBezTo>
                    <a:pt x="2861" y="5541"/>
                    <a:pt x="2411" y="5252"/>
                    <a:pt x="1929" y="4706"/>
                  </a:cubicBezTo>
                  <a:cubicBezTo>
                    <a:pt x="1540" y="4233"/>
                    <a:pt x="1126" y="3615"/>
                    <a:pt x="709" y="2936"/>
                  </a:cubicBezTo>
                  <a:lnTo>
                    <a:pt x="709" y="2936"/>
                  </a:lnTo>
                  <a:cubicBezTo>
                    <a:pt x="1328" y="2816"/>
                    <a:pt x="2094" y="2593"/>
                    <a:pt x="2990" y="2198"/>
                  </a:cubicBezTo>
                  <a:cubicBezTo>
                    <a:pt x="4077" y="1728"/>
                    <a:pt x="4842" y="1123"/>
                    <a:pt x="5359" y="606"/>
                  </a:cubicBezTo>
                  <a:close/>
                  <a:moveTo>
                    <a:pt x="5292" y="0"/>
                  </a:moveTo>
                  <a:cubicBezTo>
                    <a:pt x="5212" y="0"/>
                    <a:pt x="5128" y="37"/>
                    <a:pt x="5079" y="109"/>
                  </a:cubicBezTo>
                  <a:cubicBezTo>
                    <a:pt x="4629" y="591"/>
                    <a:pt x="3922" y="1202"/>
                    <a:pt x="2765" y="1716"/>
                  </a:cubicBezTo>
                  <a:cubicBezTo>
                    <a:pt x="1736" y="2166"/>
                    <a:pt x="868" y="2391"/>
                    <a:pt x="258" y="2488"/>
                  </a:cubicBezTo>
                  <a:cubicBezTo>
                    <a:pt x="161" y="2488"/>
                    <a:pt x="97" y="2552"/>
                    <a:pt x="33" y="2648"/>
                  </a:cubicBezTo>
                  <a:cubicBezTo>
                    <a:pt x="1" y="2713"/>
                    <a:pt x="1" y="2809"/>
                    <a:pt x="65" y="2873"/>
                  </a:cubicBezTo>
                  <a:cubicBezTo>
                    <a:pt x="547" y="3709"/>
                    <a:pt x="1029" y="4481"/>
                    <a:pt x="1543" y="5059"/>
                  </a:cubicBezTo>
                  <a:cubicBezTo>
                    <a:pt x="2026" y="5638"/>
                    <a:pt x="2540" y="6056"/>
                    <a:pt x="3119" y="6120"/>
                  </a:cubicBezTo>
                  <a:cubicBezTo>
                    <a:pt x="3215" y="6152"/>
                    <a:pt x="3311" y="6152"/>
                    <a:pt x="3408" y="6152"/>
                  </a:cubicBezTo>
                  <a:cubicBezTo>
                    <a:pt x="3858" y="6152"/>
                    <a:pt x="4276" y="5991"/>
                    <a:pt x="4597" y="5734"/>
                  </a:cubicBezTo>
                  <a:cubicBezTo>
                    <a:pt x="5111" y="5316"/>
                    <a:pt x="5497" y="4770"/>
                    <a:pt x="5754" y="4191"/>
                  </a:cubicBezTo>
                  <a:cubicBezTo>
                    <a:pt x="6012" y="3613"/>
                    <a:pt x="6172" y="3066"/>
                    <a:pt x="6204" y="2713"/>
                  </a:cubicBezTo>
                  <a:cubicBezTo>
                    <a:pt x="6237" y="2520"/>
                    <a:pt x="6269" y="2198"/>
                    <a:pt x="6269" y="1813"/>
                  </a:cubicBezTo>
                  <a:cubicBezTo>
                    <a:pt x="6269" y="1491"/>
                    <a:pt x="6237" y="1137"/>
                    <a:pt x="6108" y="784"/>
                  </a:cubicBezTo>
                  <a:cubicBezTo>
                    <a:pt x="5979" y="462"/>
                    <a:pt x="5754" y="141"/>
                    <a:pt x="5369" y="12"/>
                  </a:cubicBezTo>
                  <a:cubicBezTo>
                    <a:pt x="5345" y="4"/>
                    <a:pt x="5318" y="0"/>
                    <a:pt x="52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62"/>
            <p:cNvSpPr/>
            <p:nvPr/>
          </p:nvSpPr>
          <p:spPr>
            <a:xfrm>
              <a:off x="2013100" y="2523650"/>
              <a:ext cx="178425" cy="93975"/>
            </a:xfrm>
            <a:custGeom>
              <a:avLst/>
              <a:gdLst/>
              <a:ahLst/>
              <a:cxnLst/>
              <a:rect l="l" t="t" r="r" b="b"/>
              <a:pathLst>
                <a:path w="7137" h="3759" extrusionOk="0">
                  <a:moveTo>
                    <a:pt x="4044" y="1"/>
                  </a:moveTo>
                  <a:cubicBezTo>
                    <a:pt x="2559" y="1"/>
                    <a:pt x="781" y="285"/>
                    <a:pt x="611" y="769"/>
                  </a:cubicBezTo>
                  <a:cubicBezTo>
                    <a:pt x="483" y="1155"/>
                    <a:pt x="1" y="2312"/>
                    <a:pt x="1254" y="3759"/>
                  </a:cubicBezTo>
                  <a:cubicBezTo>
                    <a:pt x="2144" y="3303"/>
                    <a:pt x="3430" y="2832"/>
                    <a:pt x="4904" y="2832"/>
                  </a:cubicBezTo>
                  <a:cubicBezTo>
                    <a:pt x="5613" y="2832"/>
                    <a:pt x="6365" y="2941"/>
                    <a:pt x="7137" y="3212"/>
                  </a:cubicBezTo>
                  <a:cubicBezTo>
                    <a:pt x="6847" y="1734"/>
                    <a:pt x="6622" y="544"/>
                    <a:pt x="6622" y="544"/>
                  </a:cubicBezTo>
                  <a:cubicBezTo>
                    <a:pt x="6622" y="544"/>
                    <a:pt x="6783" y="384"/>
                    <a:pt x="5337" y="94"/>
                  </a:cubicBezTo>
                  <a:cubicBezTo>
                    <a:pt x="4981" y="31"/>
                    <a:pt x="4528" y="1"/>
                    <a:pt x="40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62"/>
            <p:cNvSpPr/>
            <p:nvPr/>
          </p:nvSpPr>
          <p:spPr>
            <a:xfrm>
              <a:off x="2013100" y="2524400"/>
              <a:ext cx="86025" cy="93225"/>
            </a:xfrm>
            <a:custGeom>
              <a:avLst/>
              <a:gdLst/>
              <a:ahLst/>
              <a:cxnLst/>
              <a:rect l="l" t="t" r="r" b="b"/>
              <a:pathLst>
                <a:path w="3441" h="3729" extrusionOk="0">
                  <a:moveTo>
                    <a:pt x="3440" y="0"/>
                  </a:moveTo>
                  <a:lnTo>
                    <a:pt x="3440" y="0"/>
                  </a:lnTo>
                  <a:cubicBezTo>
                    <a:pt x="2122" y="64"/>
                    <a:pt x="772" y="322"/>
                    <a:pt x="611" y="739"/>
                  </a:cubicBezTo>
                  <a:cubicBezTo>
                    <a:pt x="483" y="1125"/>
                    <a:pt x="1" y="2282"/>
                    <a:pt x="1254" y="3729"/>
                  </a:cubicBezTo>
                  <a:cubicBezTo>
                    <a:pt x="1833" y="3440"/>
                    <a:pt x="2572" y="3118"/>
                    <a:pt x="3440" y="2957"/>
                  </a:cubicBezTo>
                  <a:cubicBezTo>
                    <a:pt x="3440" y="2668"/>
                    <a:pt x="3408" y="2379"/>
                    <a:pt x="3408" y="2154"/>
                  </a:cubicBezTo>
                  <a:cubicBezTo>
                    <a:pt x="3376" y="1607"/>
                    <a:pt x="3408" y="868"/>
                    <a:pt x="3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62"/>
            <p:cNvSpPr/>
            <p:nvPr/>
          </p:nvSpPr>
          <p:spPr>
            <a:xfrm>
              <a:off x="2023550" y="2524400"/>
              <a:ext cx="75575" cy="93225"/>
            </a:xfrm>
            <a:custGeom>
              <a:avLst/>
              <a:gdLst/>
              <a:ahLst/>
              <a:cxnLst/>
              <a:rect l="l" t="t" r="r" b="b"/>
              <a:pathLst>
                <a:path w="3023" h="3729" extrusionOk="0">
                  <a:moveTo>
                    <a:pt x="3022" y="0"/>
                  </a:moveTo>
                  <a:lnTo>
                    <a:pt x="3022" y="0"/>
                  </a:lnTo>
                  <a:cubicBezTo>
                    <a:pt x="1704" y="64"/>
                    <a:pt x="386" y="322"/>
                    <a:pt x="193" y="739"/>
                  </a:cubicBezTo>
                  <a:cubicBezTo>
                    <a:pt x="129" y="932"/>
                    <a:pt x="1" y="1286"/>
                    <a:pt x="1" y="1736"/>
                  </a:cubicBezTo>
                  <a:cubicBezTo>
                    <a:pt x="1" y="2218"/>
                    <a:pt x="129" y="2797"/>
                    <a:pt x="611" y="3407"/>
                  </a:cubicBezTo>
                  <a:cubicBezTo>
                    <a:pt x="676" y="3504"/>
                    <a:pt x="772" y="3632"/>
                    <a:pt x="836" y="3729"/>
                  </a:cubicBezTo>
                  <a:cubicBezTo>
                    <a:pt x="1061" y="3632"/>
                    <a:pt x="1254" y="3536"/>
                    <a:pt x="1479" y="3440"/>
                  </a:cubicBezTo>
                  <a:lnTo>
                    <a:pt x="1511" y="3440"/>
                  </a:lnTo>
                  <a:cubicBezTo>
                    <a:pt x="1961" y="3247"/>
                    <a:pt x="2444" y="3086"/>
                    <a:pt x="3022" y="2957"/>
                  </a:cubicBezTo>
                  <a:cubicBezTo>
                    <a:pt x="3022" y="2668"/>
                    <a:pt x="2990" y="2379"/>
                    <a:pt x="2990" y="2154"/>
                  </a:cubicBezTo>
                  <a:cubicBezTo>
                    <a:pt x="2990" y="1961"/>
                    <a:pt x="2990" y="1736"/>
                    <a:pt x="2990" y="1511"/>
                  </a:cubicBezTo>
                  <a:cubicBezTo>
                    <a:pt x="2990" y="1093"/>
                    <a:pt x="2990" y="547"/>
                    <a:pt x="3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62"/>
            <p:cNvSpPr/>
            <p:nvPr/>
          </p:nvSpPr>
          <p:spPr>
            <a:xfrm>
              <a:off x="2016325" y="2517150"/>
              <a:ext cx="182450" cy="106975"/>
            </a:xfrm>
            <a:custGeom>
              <a:avLst/>
              <a:gdLst/>
              <a:ahLst/>
              <a:cxnLst/>
              <a:rect l="l" t="t" r="r" b="b"/>
              <a:pathLst>
                <a:path w="7298" h="4279" extrusionOk="0">
                  <a:moveTo>
                    <a:pt x="3922" y="515"/>
                  </a:moveTo>
                  <a:cubicBezTo>
                    <a:pt x="4404" y="515"/>
                    <a:pt x="4822" y="547"/>
                    <a:pt x="5175" y="612"/>
                  </a:cubicBezTo>
                  <a:cubicBezTo>
                    <a:pt x="5722" y="740"/>
                    <a:pt x="6043" y="837"/>
                    <a:pt x="6172" y="901"/>
                  </a:cubicBezTo>
                  <a:lnTo>
                    <a:pt x="6247" y="926"/>
                  </a:lnTo>
                  <a:lnTo>
                    <a:pt x="6247" y="926"/>
                  </a:lnTo>
                  <a:cubicBezTo>
                    <a:pt x="6289" y="1149"/>
                    <a:pt x="6451" y="1999"/>
                    <a:pt x="6660" y="3074"/>
                  </a:cubicBezTo>
                  <a:lnTo>
                    <a:pt x="6660" y="3074"/>
                  </a:lnTo>
                  <a:cubicBezTo>
                    <a:pt x="6008" y="2894"/>
                    <a:pt x="5367" y="2830"/>
                    <a:pt x="4790" y="2830"/>
                  </a:cubicBezTo>
                  <a:cubicBezTo>
                    <a:pt x="3359" y="2830"/>
                    <a:pt x="2121" y="3244"/>
                    <a:pt x="1231" y="3689"/>
                  </a:cubicBezTo>
                  <a:lnTo>
                    <a:pt x="1231" y="3689"/>
                  </a:lnTo>
                  <a:cubicBezTo>
                    <a:pt x="687" y="3040"/>
                    <a:pt x="547" y="2477"/>
                    <a:pt x="547" y="2026"/>
                  </a:cubicBezTo>
                  <a:cubicBezTo>
                    <a:pt x="547" y="1608"/>
                    <a:pt x="675" y="1319"/>
                    <a:pt x="740" y="1126"/>
                  </a:cubicBezTo>
                  <a:cubicBezTo>
                    <a:pt x="740" y="1094"/>
                    <a:pt x="868" y="997"/>
                    <a:pt x="1061" y="933"/>
                  </a:cubicBezTo>
                  <a:cubicBezTo>
                    <a:pt x="1350" y="804"/>
                    <a:pt x="1800" y="708"/>
                    <a:pt x="2315" y="644"/>
                  </a:cubicBezTo>
                  <a:cubicBezTo>
                    <a:pt x="2829" y="579"/>
                    <a:pt x="3375" y="515"/>
                    <a:pt x="3922" y="515"/>
                  </a:cubicBezTo>
                  <a:close/>
                  <a:moveTo>
                    <a:pt x="3922" y="1"/>
                  </a:moveTo>
                  <a:cubicBezTo>
                    <a:pt x="3150" y="1"/>
                    <a:pt x="2315" y="65"/>
                    <a:pt x="1640" y="194"/>
                  </a:cubicBezTo>
                  <a:cubicBezTo>
                    <a:pt x="1318" y="290"/>
                    <a:pt x="1029" y="354"/>
                    <a:pt x="772" y="483"/>
                  </a:cubicBezTo>
                  <a:cubicBezTo>
                    <a:pt x="643" y="515"/>
                    <a:pt x="547" y="579"/>
                    <a:pt x="450" y="644"/>
                  </a:cubicBezTo>
                  <a:cubicBezTo>
                    <a:pt x="354" y="740"/>
                    <a:pt x="290" y="837"/>
                    <a:pt x="225" y="933"/>
                  </a:cubicBezTo>
                  <a:cubicBezTo>
                    <a:pt x="161" y="1126"/>
                    <a:pt x="32" y="1512"/>
                    <a:pt x="32" y="2026"/>
                  </a:cubicBezTo>
                  <a:cubicBezTo>
                    <a:pt x="0" y="2637"/>
                    <a:pt x="225" y="3408"/>
                    <a:pt x="932" y="4212"/>
                  </a:cubicBezTo>
                  <a:cubicBezTo>
                    <a:pt x="992" y="4251"/>
                    <a:pt x="1064" y="4279"/>
                    <a:pt x="1133" y="4279"/>
                  </a:cubicBezTo>
                  <a:cubicBezTo>
                    <a:pt x="1176" y="4279"/>
                    <a:pt x="1217" y="4268"/>
                    <a:pt x="1254" y="4244"/>
                  </a:cubicBezTo>
                  <a:cubicBezTo>
                    <a:pt x="2122" y="3826"/>
                    <a:pt x="3343" y="3376"/>
                    <a:pt x="4790" y="3376"/>
                  </a:cubicBezTo>
                  <a:cubicBezTo>
                    <a:pt x="5465" y="3376"/>
                    <a:pt x="6172" y="3472"/>
                    <a:pt x="6943" y="3730"/>
                  </a:cubicBezTo>
                  <a:cubicBezTo>
                    <a:pt x="6961" y="3738"/>
                    <a:pt x="6983" y="3742"/>
                    <a:pt x="7006" y="3742"/>
                  </a:cubicBezTo>
                  <a:cubicBezTo>
                    <a:pt x="7072" y="3742"/>
                    <a:pt x="7154" y="3712"/>
                    <a:pt x="7201" y="3665"/>
                  </a:cubicBezTo>
                  <a:cubicBezTo>
                    <a:pt x="7265" y="3601"/>
                    <a:pt x="7297" y="3505"/>
                    <a:pt x="7265" y="3408"/>
                  </a:cubicBezTo>
                  <a:cubicBezTo>
                    <a:pt x="6976" y="1929"/>
                    <a:pt x="6751" y="772"/>
                    <a:pt x="6751" y="772"/>
                  </a:cubicBezTo>
                  <a:lnTo>
                    <a:pt x="6749" y="772"/>
                  </a:lnTo>
                  <a:lnTo>
                    <a:pt x="6749" y="772"/>
                  </a:lnTo>
                  <a:cubicBezTo>
                    <a:pt x="6740" y="660"/>
                    <a:pt x="6681" y="577"/>
                    <a:pt x="6622" y="547"/>
                  </a:cubicBezTo>
                  <a:cubicBezTo>
                    <a:pt x="6526" y="451"/>
                    <a:pt x="6429" y="387"/>
                    <a:pt x="6204" y="322"/>
                  </a:cubicBezTo>
                  <a:cubicBezTo>
                    <a:pt x="6011" y="258"/>
                    <a:pt x="5722" y="194"/>
                    <a:pt x="5272" y="97"/>
                  </a:cubicBezTo>
                  <a:cubicBezTo>
                    <a:pt x="4886" y="33"/>
                    <a:pt x="4404" y="1"/>
                    <a:pt x="39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62"/>
            <p:cNvSpPr/>
            <p:nvPr/>
          </p:nvSpPr>
          <p:spPr>
            <a:xfrm>
              <a:off x="2067750" y="3353725"/>
              <a:ext cx="137450" cy="96575"/>
            </a:xfrm>
            <a:custGeom>
              <a:avLst/>
              <a:gdLst/>
              <a:ahLst/>
              <a:cxnLst/>
              <a:rect l="l" t="t" r="r" b="b"/>
              <a:pathLst>
                <a:path w="5498" h="3863" extrusionOk="0">
                  <a:moveTo>
                    <a:pt x="315" y="0"/>
                  </a:moveTo>
                  <a:cubicBezTo>
                    <a:pt x="222" y="0"/>
                    <a:pt x="129" y="43"/>
                    <a:pt x="65" y="129"/>
                  </a:cubicBezTo>
                  <a:cubicBezTo>
                    <a:pt x="0" y="257"/>
                    <a:pt x="65" y="418"/>
                    <a:pt x="193" y="515"/>
                  </a:cubicBezTo>
                  <a:cubicBezTo>
                    <a:pt x="1640" y="1318"/>
                    <a:pt x="2829" y="2122"/>
                    <a:pt x="3697" y="2765"/>
                  </a:cubicBezTo>
                  <a:cubicBezTo>
                    <a:pt x="4115" y="3054"/>
                    <a:pt x="4436" y="3311"/>
                    <a:pt x="4661" y="3504"/>
                  </a:cubicBezTo>
                  <a:cubicBezTo>
                    <a:pt x="4790" y="3600"/>
                    <a:pt x="4854" y="3665"/>
                    <a:pt x="4919" y="3729"/>
                  </a:cubicBezTo>
                  <a:cubicBezTo>
                    <a:pt x="4983" y="3761"/>
                    <a:pt x="5015" y="3793"/>
                    <a:pt x="5015" y="3793"/>
                  </a:cubicBezTo>
                  <a:cubicBezTo>
                    <a:pt x="5060" y="3838"/>
                    <a:pt x="5125" y="3862"/>
                    <a:pt x="5192" y="3862"/>
                  </a:cubicBezTo>
                  <a:cubicBezTo>
                    <a:pt x="5270" y="3862"/>
                    <a:pt x="5349" y="3830"/>
                    <a:pt x="5401" y="3761"/>
                  </a:cubicBezTo>
                  <a:cubicBezTo>
                    <a:pt x="5497" y="3665"/>
                    <a:pt x="5465" y="3472"/>
                    <a:pt x="5369" y="3375"/>
                  </a:cubicBezTo>
                  <a:cubicBezTo>
                    <a:pt x="5369" y="3375"/>
                    <a:pt x="3376" y="1672"/>
                    <a:pt x="451" y="32"/>
                  </a:cubicBezTo>
                  <a:cubicBezTo>
                    <a:pt x="408" y="11"/>
                    <a:pt x="361" y="0"/>
                    <a:pt x="3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62"/>
            <p:cNvSpPr/>
            <p:nvPr/>
          </p:nvSpPr>
          <p:spPr>
            <a:xfrm>
              <a:off x="2120800" y="2560950"/>
              <a:ext cx="365650" cy="417475"/>
            </a:xfrm>
            <a:custGeom>
              <a:avLst/>
              <a:gdLst/>
              <a:ahLst/>
              <a:cxnLst/>
              <a:rect l="l" t="t" r="r" b="b"/>
              <a:pathLst>
                <a:path w="14626" h="16699" extrusionOk="0">
                  <a:moveTo>
                    <a:pt x="9268" y="1"/>
                  </a:moveTo>
                  <a:cubicBezTo>
                    <a:pt x="8970" y="1"/>
                    <a:pt x="8666" y="38"/>
                    <a:pt x="8358" y="113"/>
                  </a:cubicBezTo>
                  <a:cubicBezTo>
                    <a:pt x="6011" y="660"/>
                    <a:pt x="6429" y="1978"/>
                    <a:pt x="6429" y="1978"/>
                  </a:cubicBezTo>
                  <a:cubicBezTo>
                    <a:pt x="6429" y="1978"/>
                    <a:pt x="6018" y="1876"/>
                    <a:pt x="5450" y="1876"/>
                  </a:cubicBezTo>
                  <a:cubicBezTo>
                    <a:pt x="4661" y="1876"/>
                    <a:pt x="3571" y="2072"/>
                    <a:pt x="2861" y="3006"/>
                  </a:cubicBezTo>
                  <a:cubicBezTo>
                    <a:pt x="1639" y="4613"/>
                    <a:pt x="2475" y="6221"/>
                    <a:pt x="2475" y="6221"/>
                  </a:cubicBezTo>
                  <a:cubicBezTo>
                    <a:pt x="2475" y="6221"/>
                    <a:pt x="868" y="7539"/>
                    <a:pt x="418" y="9821"/>
                  </a:cubicBezTo>
                  <a:cubicBezTo>
                    <a:pt x="0" y="12103"/>
                    <a:pt x="3279" y="16218"/>
                    <a:pt x="4050" y="16603"/>
                  </a:cubicBezTo>
                  <a:cubicBezTo>
                    <a:pt x="4169" y="16670"/>
                    <a:pt x="4292" y="16699"/>
                    <a:pt x="4414" y="16699"/>
                  </a:cubicBezTo>
                  <a:cubicBezTo>
                    <a:pt x="5055" y="16699"/>
                    <a:pt x="5690" y="15928"/>
                    <a:pt x="5690" y="15928"/>
                  </a:cubicBezTo>
                  <a:cubicBezTo>
                    <a:pt x="5690" y="15928"/>
                    <a:pt x="4982" y="13614"/>
                    <a:pt x="5561" y="13453"/>
                  </a:cubicBezTo>
                  <a:cubicBezTo>
                    <a:pt x="5599" y="13441"/>
                    <a:pt x="5638" y="13435"/>
                    <a:pt x="5680" y="13435"/>
                  </a:cubicBezTo>
                  <a:cubicBezTo>
                    <a:pt x="6269" y="13435"/>
                    <a:pt x="7168" y="14643"/>
                    <a:pt x="7168" y="14643"/>
                  </a:cubicBezTo>
                  <a:cubicBezTo>
                    <a:pt x="7168" y="14643"/>
                    <a:pt x="7303" y="14828"/>
                    <a:pt x="7499" y="14828"/>
                  </a:cubicBezTo>
                  <a:cubicBezTo>
                    <a:pt x="7686" y="14828"/>
                    <a:pt x="7929" y="14659"/>
                    <a:pt x="8165" y="14000"/>
                  </a:cubicBezTo>
                  <a:cubicBezTo>
                    <a:pt x="8647" y="12617"/>
                    <a:pt x="8679" y="11107"/>
                    <a:pt x="8679" y="11107"/>
                  </a:cubicBezTo>
                  <a:cubicBezTo>
                    <a:pt x="8679" y="11107"/>
                    <a:pt x="14626" y="8471"/>
                    <a:pt x="13726" y="4838"/>
                  </a:cubicBezTo>
                  <a:cubicBezTo>
                    <a:pt x="12970" y="1677"/>
                    <a:pt x="11265" y="1"/>
                    <a:pt x="92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62"/>
            <p:cNvSpPr/>
            <p:nvPr/>
          </p:nvSpPr>
          <p:spPr>
            <a:xfrm>
              <a:off x="2124000" y="2554125"/>
              <a:ext cx="348800" cy="430975"/>
            </a:xfrm>
            <a:custGeom>
              <a:avLst/>
              <a:gdLst/>
              <a:ahLst/>
              <a:cxnLst/>
              <a:rect l="l" t="t" r="r" b="b"/>
              <a:pathLst>
                <a:path w="13952" h="17239" extrusionOk="0">
                  <a:moveTo>
                    <a:pt x="9130" y="547"/>
                  </a:moveTo>
                  <a:cubicBezTo>
                    <a:pt x="10062" y="547"/>
                    <a:pt x="10898" y="933"/>
                    <a:pt x="11637" y="1672"/>
                  </a:cubicBezTo>
                  <a:cubicBezTo>
                    <a:pt x="12376" y="2443"/>
                    <a:pt x="12955" y="3601"/>
                    <a:pt x="13341" y="5176"/>
                  </a:cubicBezTo>
                  <a:cubicBezTo>
                    <a:pt x="13405" y="5401"/>
                    <a:pt x="13437" y="5626"/>
                    <a:pt x="13437" y="5851"/>
                  </a:cubicBezTo>
                  <a:cubicBezTo>
                    <a:pt x="13437" y="6590"/>
                    <a:pt x="13148" y="7297"/>
                    <a:pt x="12665" y="7940"/>
                  </a:cubicBezTo>
                  <a:cubicBezTo>
                    <a:pt x="11990" y="8872"/>
                    <a:pt x="10930" y="9708"/>
                    <a:pt x="10030" y="10255"/>
                  </a:cubicBezTo>
                  <a:cubicBezTo>
                    <a:pt x="9612" y="10544"/>
                    <a:pt x="9194" y="10769"/>
                    <a:pt x="8905" y="10897"/>
                  </a:cubicBezTo>
                  <a:cubicBezTo>
                    <a:pt x="8776" y="10994"/>
                    <a:pt x="8647" y="11026"/>
                    <a:pt x="8583" y="11090"/>
                  </a:cubicBezTo>
                  <a:cubicBezTo>
                    <a:pt x="8487" y="11122"/>
                    <a:pt x="8455" y="11122"/>
                    <a:pt x="8455" y="11122"/>
                  </a:cubicBezTo>
                  <a:cubicBezTo>
                    <a:pt x="8358" y="11187"/>
                    <a:pt x="8294" y="11251"/>
                    <a:pt x="8294" y="11380"/>
                  </a:cubicBezTo>
                  <a:lnTo>
                    <a:pt x="8294" y="11444"/>
                  </a:lnTo>
                  <a:cubicBezTo>
                    <a:pt x="8262" y="11733"/>
                    <a:pt x="8197" y="13019"/>
                    <a:pt x="7780" y="14176"/>
                  </a:cubicBezTo>
                  <a:cubicBezTo>
                    <a:pt x="7683" y="14498"/>
                    <a:pt x="7555" y="14658"/>
                    <a:pt x="7490" y="14755"/>
                  </a:cubicBezTo>
                  <a:cubicBezTo>
                    <a:pt x="7394" y="14851"/>
                    <a:pt x="7362" y="14851"/>
                    <a:pt x="7362" y="14851"/>
                  </a:cubicBezTo>
                  <a:lnTo>
                    <a:pt x="7297" y="14819"/>
                  </a:lnTo>
                  <a:lnTo>
                    <a:pt x="7265" y="14787"/>
                  </a:lnTo>
                  <a:cubicBezTo>
                    <a:pt x="7233" y="14755"/>
                    <a:pt x="7008" y="14465"/>
                    <a:pt x="6687" y="14112"/>
                  </a:cubicBezTo>
                  <a:cubicBezTo>
                    <a:pt x="6526" y="13951"/>
                    <a:pt x="6365" y="13790"/>
                    <a:pt x="6172" y="13662"/>
                  </a:cubicBezTo>
                  <a:cubicBezTo>
                    <a:pt x="5979" y="13533"/>
                    <a:pt x="5754" y="13437"/>
                    <a:pt x="5529" y="13437"/>
                  </a:cubicBezTo>
                  <a:cubicBezTo>
                    <a:pt x="5465" y="13437"/>
                    <a:pt x="5401" y="13437"/>
                    <a:pt x="5337" y="13469"/>
                  </a:cubicBezTo>
                  <a:cubicBezTo>
                    <a:pt x="5240" y="13501"/>
                    <a:pt x="5176" y="13533"/>
                    <a:pt x="5112" y="13598"/>
                  </a:cubicBezTo>
                  <a:cubicBezTo>
                    <a:pt x="5015" y="13694"/>
                    <a:pt x="4983" y="13823"/>
                    <a:pt x="4951" y="13919"/>
                  </a:cubicBezTo>
                  <a:cubicBezTo>
                    <a:pt x="4951" y="14048"/>
                    <a:pt x="4919" y="14176"/>
                    <a:pt x="4919" y="14305"/>
                  </a:cubicBezTo>
                  <a:cubicBezTo>
                    <a:pt x="4919" y="14690"/>
                    <a:pt x="5015" y="15173"/>
                    <a:pt x="5112" y="15591"/>
                  </a:cubicBezTo>
                  <a:cubicBezTo>
                    <a:pt x="5169" y="15821"/>
                    <a:pt x="5227" y="16016"/>
                    <a:pt x="5264" y="16137"/>
                  </a:cubicBezTo>
                  <a:lnTo>
                    <a:pt x="5264" y="16137"/>
                  </a:lnTo>
                  <a:cubicBezTo>
                    <a:pt x="5196" y="16208"/>
                    <a:pt x="5085" y="16312"/>
                    <a:pt x="4951" y="16426"/>
                  </a:cubicBezTo>
                  <a:cubicBezTo>
                    <a:pt x="4726" y="16587"/>
                    <a:pt x="4469" y="16716"/>
                    <a:pt x="4276" y="16716"/>
                  </a:cubicBezTo>
                  <a:cubicBezTo>
                    <a:pt x="4179" y="16716"/>
                    <a:pt x="4115" y="16683"/>
                    <a:pt x="4019" y="16651"/>
                  </a:cubicBezTo>
                  <a:cubicBezTo>
                    <a:pt x="3986" y="16619"/>
                    <a:pt x="3858" y="16555"/>
                    <a:pt x="3729" y="16426"/>
                  </a:cubicBezTo>
                  <a:cubicBezTo>
                    <a:pt x="3247" y="15944"/>
                    <a:pt x="2411" y="14948"/>
                    <a:pt x="1736" y="13823"/>
                  </a:cubicBezTo>
                  <a:cubicBezTo>
                    <a:pt x="1061" y="12730"/>
                    <a:pt x="515" y="11476"/>
                    <a:pt x="547" y="10544"/>
                  </a:cubicBezTo>
                  <a:cubicBezTo>
                    <a:pt x="547" y="10415"/>
                    <a:pt x="547" y="10287"/>
                    <a:pt x="579" y="10158"/>
                  </a:cubicBezTo>
                  <a:cubicBezTo>
                    <a:pt x="772" y="9065"/>
                    <a:pt x="1254" y="8197"/>
                    <a:pt x="1704" y="7587"/>
                  </a:cubicBezTo>
                  <a:cubicBezTo>
                    <a:pt x="1929" y="7297"/>
                    <a:pt x="2122" y="7072"/>
                    <a:pt x="2283" y="6912"/>
                  </a:cubicBezTo>
                  <a:cubicBezTo>
                    <a:pt x="2379" y="6847"/>
                    <a:pt x="2444" y="6783"/>
                    <a:pt x="2476" y="6751"/>
                  </a:cubicBezTo>
                  <a:lnTo>
                    <a:pt x="2508" y="6687"/>
                  </a:lnTo>
                  <a:lnTo>
                    <a:pt x="2540" y="6687"/>
                  </a:lnTo>
                  <a:cubicBezTo>
                    <a:pt x="2636" y="6622"/>
                    <a:pt x="2669" y="6461"/>
                    <a:pt x="2604" y="6365"/>
                  </a:cubicBezTo>
                  <a:cubicBezTo>
                    <a:pt x="2572" y="6301"/>
                    <a:pt x="2347" y="5851"/>
                    <a:pt x="2347" y="5176"/>
                  </a:cubicBezTo>
                  <a:cubicBezTo>
                    <a:pt x="2347" y="4661"/>
                    <a:pt x="2476" y="4083"/>
                    <a:pt x="2958" y="3440"/>
                  </a:cubicBezTo>
                  <a:cubicBezTo>
                    <a:pt x="3247" y="3022"/>
                    <a:pt x="3665" y="2765"/>
                    <a:pt x="4083" y="2604"/>
                  </a:cubicBezTo>
                  <a:cubicBezTo>
                    <a:pt x="4501" y="2476"/>
                    <a:pt x="4951" y="2411"/>
                    <a:pt x="5304" y="2411"/>
                  </a:cubicBezTo>
                  <a:cubicBezTo>
                    <a:pt x="5594" y="2411"/>
                    <a:pt x="5819" y="2443"/>
                    <a:pt x="5979" y="2476"/>
                  </a:cubicBezTo>
                  <a:cubicBezTo>
                    <a:pt x="6076" y="2476"/>
                    <a:pt x="6140" y="2476"/>
                    <a:pt x="6172" y="2508"/>
                  </a:cubicBezTo>
                  <a:lnTo>
                    <a:pt x="6237" y="2508"/>
                  </a:lnTo>
                  <a:cubicBezTo>
                    <a:pt x="6262" y="2516"/>
                    <a:pt x="6288" y="2520"/>
                    <a:pt x="6314" y="2520"/>
                  </a:cubicBezTo>
                  <a:cubicBezTo>
                    <a:pt x="6382" y="2520"/>
                    <a:pt x="6447" y="2490"/>
                    <a:pt x="6494" y="2443"/>
                  </a:cubicBezTo>
                  <a:cubicBezTo>
                    <a:pt x="6558" y="2347"/>
                    <a:pt x="6590" y="2251"/>
                    <a:pt x="6558" y="2154"/>
                  </a:cubicBezTo>
                  <a:cubicBezTo>
                    <a:pt x="6558" y="2154"/>
                    <a:pt x="6526" y="2090"/>
                    <a:pt x="6526" y="2026"/>
                  </a:cubicBezTo>
                  <a:cubicBezTo>
                    <a:pt x="6526" y="1865"/>
                    <a:pt x="6590" y="1640"/>
                    <a:pt x="6815" y="1383"/>
                  </a:cubicBezTo>
                  <a:cubicBezTo>
                    <a:pt x="7040" y="1126"/>
                    <a:pt x="7458" y="836"/>
                    <a:pt x="8294" y="643"/>
                  </a:cubicBezTo>
                  <a:cubicBezTo>
                    <a:pt x="8583" y="579"/>
                    <a:pt x="8872" y="547"/>
                    <a:pt x="9130" y="547"/>
                  </a:cubicBezTo>
                  <a:close/>
                  <a:moveTo>
                    <a:pt x="9130" y="0"/>
                  </a:moveTo>
                  <a:cubicBezTo>
                    <a:pt x="8840" y="0"/>
                    <a:pt x="8519" y="33"/>
                    <a:pt x="8197" y="129"/>
                  </a:cubicBezTo>
                  <a:cubicBezTo>
                    <a:pt x="7265" y="322"/>
                    <a:pt x="6719" y="675"/>
                    <a:pt x="6397" y="1029"/>
                  </a:cubicBezTo>
                  <a:cubicBezTo>
                    <a:pt x="6117" y="1338"/>
                    <a:pt x="6032" y="1670"/>
                    <a:pt x="6015" y="1921"/>
                  </a:cubicBezTo>
                  <a:lnTo>
                    <a:pt x="6015" y="1921"/>
                  </a:lnTo>
                  <a:cubicBezTo>
                    <a:pt x="5831" y="1892"/>
                    <a:pt x="5584" y="1865"/>
                    <a:pt x="5304" y="1865"/>
                  </a:cubicBezTo>
                  <a:cubicBezTo>
                    <a:pt x="4887" y="1865"/>
                    <a:pt x="4404" y="1929"/>
                    <a:pt x="3890" y="2122"/>
                  </a:cubicBezTo>
                  <a:cubicBezTo>
                    <a:pt x="3408" y="2283"/>
                    <a:pt x="2894" y="2604"/>
                    <a:pt x="2508" y="3118"/>
                  </a:cubicBezTo>
                  <a:cubicBezTo>
                    <a:pt x="1961" y="3858"/>
                    <a:pt x="1801" y="4597"/>
                    <a:pt x="1801" y="5176"/>
                  </a:cubicBezTo>
                  <a:cubicBezTo>
                    <a:pt x="1801" y="5724"/>
                    <a:pt x="1939" y="6162"/>
                    <a:pt x="2034" y="6407"/>
                  </a:cubicBezTo>
                  <a:lnTo>
                    <a:pt x="2034" y="6407"/>
                  </a:lnTo>
                  <a:cubicBezTo>
                    <a:pt x="1607" y="6815"/>
                    <a:pt x="404" y="8099"/>
                    <a:pt x="33" y="10062"/>
                  </a:cubicBezTo>
                  <a:cubicBezTo>
                    <a:pt x="1" y="10222"/>
                    <a:pt x="1" y="10383"/>
                    <a:pt x="1" y="10544"/>
                  </a:cubicBezTo>
                  <a:cubicBezTo>
                    <a:pt x="1" y="11187"/>
                    <a:pt x="193" y="11862"/>
                    <a:pt x="483" y="12569"/>
                  </a:cubicBezTo>
                  <a:cubicBezTo>
                    <a:pt x="933" y="13598"/>
                    <a:pt x="1608" y="14658"/>
                    <a:pt x="2219" y="15494"/>
                  </a:cubicBezTo>
                  <a:cubicBezTo>
                    <a:pt x="2540" y="15912"/>
                    <a:pt x="2861" y="16266"/>
                    <a:pt x="3119" y="16555"/>
                  </a:cubicBezTo>
                  <a:cubicBezTo>
                    <a:pt x="3376" y="16844"/>
                    <a:pt x="3601" y="17037"/>
                    <a:pt x="3794" y="17133"/>
                  </a:cubicBezTo>
                  <a:cubicBezTo>
                    <a:pt x="3899" y="17186"/>
                    <a:pt x="4046" y="17238"/>
                    <a:pt x="4185" y="17238"/>
                  </a:cubicBezTo>
                  <a:cubicBezTo>
                    <a:pt x="4216" y="17238"/>
                    <a:pt x="4246" y="17236"/>
                    <a:pt x="4276" y="17230"/>
                  </a:cubicBezTo>
                  <a:cubicBezTo>
                    <a:pt x="4694" y="17230"/>
                    <a:pt x="5047" y="17005"/>
                    <a:pt x="5337" y="16812"/>
                  </a:cubicBezTo>
                  <a:cubicBezTo>
                    <a:pt x="5594" y="16587"/>
                    <a:pt x="5754" y="16394"/>
                    <a:pt x="5754" y="16362"/>
                  </a:cubicBezTo>
                  <a:cubicBezTo>
                    <a:pt x="5819" y="16298"/>
                    <a:pt x="5851" y="16201"/>
                    <a:pt x="5819" y="16105"/>
                  </a:cubicBezTo>
                  <a:cubicBezTo>
                    <a:pt x="5819" y="16105"/>
                    <a:pt x="5787" y="16041"/>
                    <a:pt x="5754" y="15944"/>
                  </a:cubicBezTo>
                  <a:cubicBezTo>
                    <a:pt x="5658" y="15591"/>
                    <a:pt x="5465" y="14787"/>
                    <a:pt x="5465" y="14305"/>
                  </a:cubicBezTo>
                  <a:cubicBezTo>
                    <a:pt x="5465" y="14144"/>
                    <a:pt x="5465" y="14048"/>
                    <a:pt x="5497" y="14015"/>
                  </a:cubicBezTo>
                  <a:lnTo>
                    <a:pt x="5513" y="13983"/>
                  </a:lnTo>
                  <a:lnTo>
                    <a:pt x="5529" y="13983"/>
                  </a:lnTo>
                  <a:cubicBezTo>
                    <a:pt x="5541" y="13978"/>
                    <a:pt x="5554" y="13975"/>
                    <a:pt x="5569" y="13975"/>
                  </a:cubicBezTo>
                  <a:cubicBezTo>
                    <a:pt x="5639" y="13975"/>
                    <a:pt x="5745" y="14033"/>
                    <a:pt x="5851" y="14112"/>
                  </a:cubicBezTo>
                  <a:cubicBezTo>
                    <a:pt x="6076" y="14273"/>
                    <a:pt x="6333" y="14498"/>
                    <a:pt x="6526" y="14723"/>
                  </a:cubicBezTo>
                  <a:cubicBezTo>
                    <a:pt x="6622" y="14819"/>
                    <a:pt x="6687" y="14916"/>
                    <a:pt x="6751" y="14980"/>
                  </a:cubicBezTo>
                  <a:lnTo>
                    <a:pt x="6815" y="15076"/>
                  </a:lnTo>
                  <a:cubicBezTo>
                    <a:pt x="6815" y="15108"/>
                    <a:pt x="6879" y="15173"/>
                    <a:pt x="6976" y="15237"/>
                  </a:cubicBezTo>
                  <a:cubicBezTo>
                    <a:pt x="7040" y="15301"/>
                    <a:pt x="7169" y="15366"/>
                    <a:pt x="7362" y="15366"/>
                  </a:cubicBezTo>
                  <a:cubicBezTo>
                    <a:pt x="7555" y="15366"/>
                    <a:pt x="7747" y="15301"/>
                    <a:pt x="7876" y="15108"/>
                  </a:cubicBezTo>
                  <a:cubicBezTo>
                    <a:pt x="8037" y="14948"/>
                    <a:pt x="8165" y="14723"/>
                    <a:pt x="8294" y="14369"/>
                  </a:cubicBezTo>
                  <a:cubicBezTo>
                    <a:pt x="8714" y="13188"/>
                    <a:pt x="8791" y="11964"/>
                    <a:pt x="8822" y="11537"/>
                  </a:cubicBezTo>
                  <a:lnTo>
                    <a:pt x="8822" y="11537"/>
                  </a:lnTo>
                  <a:cubicBezTo>
                    <a:pt x="9193" y="11358"/>
                    <a:pt x="10228" y="10828"/>
                    <a:pt x="11283" y="10030"/>
                  </a:cubicBezTo>
                  <a:cubicBezTo>
                    <a:pt x="11958" y="9547"/>
                    <a:pt x="12601" y="8937"/>
                    <a:pt x="13116" y="8229"/>
                  </a:cubicBezTo>
                  <a:cubicBezTo>
                    <a:pt x="13598" y="7522"/>
                    <a:pt x="13951" y="6719"/>
                    <a:pt x="13951" y="5851"/>
                  </a:cubicBezTo>
                  <a:cubicBezTo>
                    <a:pt x="13951" y="5594"/>
                    <a:pt x="13919" y="5304"/>
                    <a:pt x="13855" y="5047"/>
                  </a:cubicBezTo>
                  <a:cubicBezTo>
                    <a:pt x="13469" y="3408"/>
                    <a:pt x="12826" y="2186"/>
                    <a:pt x="12023" y="1318"/>
                  </a:cubicBezTo>
                  <a:cubicBezTo>
                    <a:pt x="11219" y="450"/>
                    <a:pt x="10223" y="0"/>
                    <a:pt x="91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62"/>
            <p:cNvSpPr/>
            <p:nvPr/>
          </p:nvSpPr>
          <p:spPr>
            <a:xfrm>
              <a:off x="2203550" y="2655875"/>
              <a:ext cx="254775" cy="296875"/>
            </a:xfrm>
            <a:custGeom>
              <a:avLst/>
              <a:gdLst/>
              <a:ahLst/>
              <a:cxnLst/>
              <a:rect l="l" t="t" r="r" b="b"/>
              <a:pathLst>
                <a:path w="10191" h="11875" extrusionOk="0">
                  <a:moveTo>
                    <a:pt x="9689" y="0"/>
                  </a:moveTo>
                  <a:cubicBezTo>
                    <a:pt x="9641" y="0"/>
                    <a:pt x="9591" y="16"/>
                    <a:pt x="9548" y="45"/>
                  </a:cubicBezTo>
                  <a:cubicBezTo>
                    <a:pt x="9451" y="109"/>
                    <a:pt x="9451" y="238"/>
                    <a:pt x="9516" y="334"/>
                  </a:cubicBezTo>
                  <a:cubicBezTo>
                    <a:pt x="9548" y="366"/>
                    <a:pt x="9805" y="752"/>
                    <a:pt x="9805" y="1363"/>
                  </a:cubicBezTo>
                  <a:cubicBezTo>
                    <a:pt x="9805" y="1909"/>
                    <a:pt x="9580" y="2649"/>
                    <a:pt x="8712" y="3549"/>
                  </a:cubicBezTo>
                  <a:cubicBezTo>
                    <a:pt x="7780" y="4481"/>
                    <a:pt x="6173" y="5188"/>
                    <a:pt x="4662" y="5799"/>
                  </a:cubicBezTo>
                  <a:cubicBezTo>
                    <a:pt x="3923" y="6120"/>
                    <a:pt x="3183" y="6410"/>
                    <a:pt x="2572" y="6667"/>
                  </a:cubicBezTo>
                  <a:cubicBezTo>
                    <a:pt x="1962" y="6956"/>
                    <a:pt x="1447" y="7245"/>
                    <a:pt x="1126" y="7567"/>
                  </a:cubicBezTo>
                  <a:cubicBezTo>
                    <a:pt x="547" y="8178"/>
                    <a:pt x="290" y="9110"/>
                    <a:pt x="129" y="9945"/>
                  </a:cubicBezTo>
                  <a:cubicBezTo>
                    <a:pt x="1" y="10813"/>
                    <a:pt x="1" y="11521"/>
                    <a:pt x="1" y="11649"/>
                  </a:cubicBezTo>
                  <a:lnTo>
                    <a:pt x="1" y="11681"/>
                  </a:lnTo>
                  <a:cubicBezTo>
                    <a:pt x="1" y="11778"/>
                    <a:pt x="97" y="11874"/>
                    <a:pt x="226" y="11874"/>
                  </a:cubicBezTo>
                  <a:cubicBezTo>
                    <a:pt x="322" y="11842"/>
                    <a:pt x="419" y="11746"/>
                    <a:pt x="387" y="11649"/>
                  </a:cubicBezTo>
                  <a:cubicBezTo>
                    <a:pt x="387" y="11521"/>
                    <a:pt x="387" y="10813"/>
                    <a:pt x="547" y="10010"/>
                  </a:cubicBezTo>
                  <a:cubicBezTo>
                    <a:pt x="676" y="9206"/>
                    <a:pt x="933" y="8338"/>
                    <a:pt x="1415" y="7824"/>
                  </a:cubicBezTo>
                  <a:cubicBezTo>
                    <a:pt x="1672" y="7599"/>
                    <a:pt x="2122" y="7310"/>
                    <a:pt x="2733" y="7052"/>
                  </a:cubicBezTo>
                  <a:cubicBezTo>
                    <a:pt x="3633" y="6635"/>
                    <a:pt x="4823" y="6217"/>
                    <a:pt x="5980" y="5702"/>
                  </a:cubicBezTo>
                  <a:cubicBezTo>
                    <a:pt x="7105" y="5188"/>
                    <a:pt x="8230" y="4577"/>
                    <a:pt x="9001" y="3838"/>
                  </a:cubicBezTo>
                  <a:cubicBezTo>
                    <a:pt x="9934" y="2906"/>
                    <a:pt x="10191" y="2006"/>
                    <a:pt x="10191" y="1363"/>
                  </a:cubicBezTo>
                  <a:cubicBezTo>
                    <a:pt x="10191" y="591"/>
                    <a:pt x="9837" y="109"/>
                    <a:pt x="9837" y="77"/>
                  </a:cubicBezTo>
                  <a:cubicBezTo>
                    <a:pt x="9802" y="24"/>
                    <a:pt x="9747" y="0"/>
                    <a:pt x="96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62"/>
            <p:cNvSpPr/>
            <p:nvPr/>
          </p:nvSpPr>
          <p:spPr>
            <a:xfrm>
              <a:off x="2254175" y="2833475"/>
              <a:ext cx="89250" cy="68800"/>
            </a:xfrm>
            <a:custGeom>
              <a:avLst/>
              <a:gdLst/>
              <a:ahLst/>
              <a:cxnLst/>
              <a:rect l="l" t="t" r="r" b="b"/>
              <a:pathLst>
                <a:path w="3570" h="2752" extrusionOk="0">
                  <a:moveTo>
                    <a:pt x="3356" y="1"/>
                  </a:moveTo>
                  <a:cubicBezTo>
                    <a:pt x="3330" y="1"/>
                    <a:pt x="3304" y="5"/>
                    <a:pt x="3280" y="13"/>
                  </a:cubicBezTo>
                  <a:cubicBezTo>
                    <a:pt x="3280" y="13"/>
                    <a:pt x="2540" y="334"/>
                    <a:pt x="1769" y="784"/>
                  </a:cubicBezTo>
                  <a:cubicBezTo>
                    <a:pt x="1383" y="1009"/>
                    <a:pt x="997" y="1266"/>
                    <a:pt x="676" y="1556"/>
                  </a:cubicBezTo>
                  <a:cubicBezTo>
                    <a:pt x="355" y="1845"/>
                    <a:pt x="97" y="2134"/>
                    <a:pt x="1" y="2488"/>
                  </a:cubicBezTo>
                  <a:cubicBezTo>
                    <a:pt x="1" y="2616"/>
                    <a:pt x="65" y="2713"/>
                    <a:pt x="162" y="2745"/>
                  </a:cubicBezTo>
                  <a:cubicBezTo>
                    <a:pt x="179" y="2749"/>
                    <a:pt x="196" y="2751"/>
                    <a:pt x="212" y="2751"/>
                  </a:cubicBezTo>
                  <a:cubicBezTo>
                    <a:pt x="315" y="2751"/>
                    <a:pt x="391" y="2668"/>
                    <a:pt x="419" y="2584"/>
                  </a:cubicBezTo>
                  <a:cubicBezTo>
                    <a:pt x="451" y="2391"/>
                    <a:pt x="644" y="2102"/>
                    <a:pt x="933" y="1845"/>
                  </a:cubicBezTo>
                  <a:cubicBezTo>
                    <a:pt x="1383" y="1459"/>
                    <a:pt x="1994" y="1106"/>
                    <a:pt x="2508" y="816"/>
                  </a:cubicBezTo>
                  <a:cubicBezTo>
                    <a:pt x="2765" y="688"/>
                    <a:pt x="2990" y="591"/>
                    <a:pt x="3151" y="495"/>
                  </a:cubicBezTo>
                  <a:cubicBezTo>
                    <a:pt x="3344" y="431"/>
                    <a:pt x="3440" y="398"/>
                    <a:pt x="3440" y="398"/>
                  </a:cubicBezTo>
                  <a:cubicBezTo>
                    <a:pt x="3537" y="334"/>
                    <a:pt x="3569" y="238"/>
                    <a:pt x="3537" y="109"/>
                  </a:cubicBezTo>
                  <a:cubicBezTo>
                    <a:pt x="3513" y="37"/>
                    <a:pt x="3434" y="1"/>
                    <a:pt x="33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62"/>
            <p:cNvSpPr/>
            <p:nvPr/>
          </p:nvSpPr>
          <p:spPr>
            <a:xfrm>
              <a:off x="1974675" y="4962550"/>
              <a:ext cx="249000" cy="116775"/>
            </a:xfrm>
            <a:custGeom>
              <a:avLst/>
              <a:gdLst/>
              <a:ahLst/>
              <a:cxnLst/>
              <a:rect l="l" t="t" r="r" b="b"/>
              <a:pathLst>
                <a:path w="9960" h="4671" extrusionOk="0">
                  <a:moveTo>
                    <a:pt x="3691" y="1"/>
                  </a:moveTo>
                  <a:lnTo>
                    <a:pt x="413" y="804"/>
                  </a:lnTo>
                  <a:lnTo>
                    <a:pt x="91" y="3311"/>
                  </a:lnTo>
                  <a:cubicBezTo>
                    <a:pt x="1" y="4033"/>
                    <a:pt x="558" y="4671"/>
                    <a:pt x="1288" y="4671"/>
                  </a:cubicBezTo>
                  <a:cubicBezTo>
                    <a:pt x="1339" y="4671"/>
                    <a:pt x="1390" y="4668"/>
                    <a:pt x="1441" y="4661"/>
                  </a:cubicBezTo>
                  <a:lnTo>
                    <a:pt x="9509" y="3890"/>
                  </a:lnTo>
                  <a:cubicBezTo>
                    <a:pt x="9863" y="3858"/>
                    <a:pt x="9959" y="3344"/>
                    <a:pt x="9638" y="3183"/>
                  </a:cubicBezTo>
                  <a:lnTo>
                    <a:pt x="369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62"/>
            <p:cNvSpPr/>
            <p:nvPr/>
          </p:nvSpPr>
          <p:spPr>
            <a:xfrm>
              <a:off x="1969700" y="4955525"/>
              <a:ext cx="258000" cy="130800"/>
            </a:xfrm>
            <a:custGeom>
              <a:avLst/>
              <a:gdLst/>
              <a:ahLst/>
              <a:cxnLst/>
              <a:rect l="l" t="t" r="r" b="b"/>
              <a:pathLst>
                <a:path w="10320" h="5232" extrusionOk="0">
                  <a:moveTo>
                    <a:pt x="3864" y="561"/>
                  </a:moveTo>
                  <a:lnTo>
                    <a:pt x="9708" y="3689"/>
                  </a:lnTo>
                  <a:lnTo>
                    <a:pt x="9773" y="3785"/>
                  </a:lnTo>
                  <a:lnTo>
                    <a:pt x="9741" y="3882"/>
                  </a:lnTo>
                  <a:lnTo>
                    <a:pt x="9676" y="3914"/>
                  </a:lnTo>
                  <a:lnTo>
                    <a:pt x="1608" y="4685"/>
                  </a:lnTo>
                  <a:lnTo>
                    <a:pt x="1512" y="4685"/>
                  </a:lnTo>
                  <a:cubicBezTo>
                    <a:pt x="1255" y="4685"/>
                    <a:pt x="997" y="4589"/>
                    <a:pt x="837" y="4396"/>
                  </a:cubicBezTo>
                  <a:cubicBezTo>
                    <a:pt x="644" y="4235"/>
                    <a:pt x="547" y="4010"/>
                    <a:pt x="547" y="3753"/>
                  </a:cubicBezTo>
                  <a:lnTo>
                    <a:pt x="547" y="3625"/>
                  </a:lnTo>
                  <a:lnTo>
                    <a:pt x="869" y="1310"/>
                  </a:lnTo>
                  <a:lnTo>
                    <a:pt x="3864" y="561"/>
                  </a:lnTo>
                  <a:close/>
                  <a:moveTo>
                    <a:pt x="3922" y="0"/>
                  </a:moveTo>
                  <a:cubicBezTo>
                    <a:pt x="3890" y="0"/>
                    <a:pt x="3858" y="8"/>
                    <a:pt x="3826" y="24"/>
                  </a:cubicBezTo>
                  <a:lnTo>
                    <a:pt x="547" y="828"/>
                  </a:lnTo>
                  <a:cubicBezTo>
                    <a:pt x="451" y="860"/>
                    <a:pt x="354" y="924"/>
                    <a:pt x="354" y="1053"/>
                  </a:cubicBezTo>
                  <a:lnTo>
                    <a:pt x="33" y="3528"/>
                  </a:lnTo>
                  <a:cubicBezTo>
                    <a:pt x="33" y="3592"/>
                    <a:pt x="1" y="3689"/>
                    <a:pt x="1" y="3753"/>
                  </a:cubicBezTo>
                  <a:cubicBezTo>
                    <a:pt x="1" y="4557"/>
                    <a:pt x="676" y="5232"/>
                    <a:pt x="1512" y="5232"/>
                  </a:cubicBezTo>
                  <a:lnTo>
                    <a:pt x="1640" y="5232"/>
                  </a:lnTo>
                  <a:lnTo>
                    <a:pt x="9708" y="4428"/>
                  </a:lnTo>
                  <a:cubicBezTo>
                    <a:pt x="9901" y="4428"/>
                    <a:pt x="10062" y="4332"/>
                    <a:pt x="10158" y="4203"/>
                  </a:cubicBezTo>
                  <a:cubicBezTo>
                    <a:pt x="10255" y="4107"/>
                    <a:pt x="10319" y="3946"/>
                    <a:pt x="10319" y="3785"/>
                  </a:cubicBezTo>
                  <a:cubicBezTo>
                    <a:pt x="10319" y="3592"/>
                    <a:pt x="10191" y="3335"/>
                    <a:pt x="9966" y="3239"/>
                  </a:cubicBezTo>
                  <a:lnTo>
                    <a:pt x="4019" y="24"/>
                  </a:lnTo>
                  <a:cubicBezTo>
                    <a:pt x="3987" y="8"/>
                    <a:pt x="3955" y="0"/>
                    <a:pt x="39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62"/>
            <p:cNvSpPr/>
            <p:nvPr/>
          </p:nvSpPr>
          <p:spPr>
            <a:xfrm>
              <a:off x="1977750" y="5042900"/>
              <a:ext cx="245925" cy="36350"/>
            </a:xfrm>
            <a:custGeom>
              <a:avLst/>
              <a:gdLst/>
              <a:ahLst/>
              <a:cxnLst/>
              <a:rect l="l" t="t" r="r" b="b"/>
              <a:pathLst>
                <a:path w="9837" h="1454" extrusionOk="0">
                  <a:moveTo>
                    <a:pt x="9579" y="1"/>
                  </a:moveTo>
                  <a:lnTo>
                    <a:pt x="9579" y="1"/>
                  </a:lnTo>
                  <a:cubicBezTo>
                    <a:pt x="7683" y="226"/>
                    <a:pt x="4758" y="33"/>
                    <a:pt x="2733" y="355"/>
                  </a:cubicBezTo>
                  <a:cubicBezTo>
                    <a:pt x="1924" y="502"/>
                    <a:pt x="1305" y="554"/>
                    <a:pt x="833" y="554"/>
                  </a:cubicBezTo>
                  <a:cubicBezTo>
                    <a:pt x="479" y="554"/>
                    <a:pt x="207" y="524"/>
                    <a:pt x="0" y="483"/>
                  </a:cubicBezTo>
                  <a:lnTo>
                    <a:pt x="0" y="483"/>
                  </a:lnTo>
                  <a:cubicBezTo>
                    <a:pt x="120" y="1052"/>
                    <a:pt x="603" y="1454"/>
                    <a:pt x="1188" y="1454"/>
                  </a:cubicBezTo>
                  <a:cubicBezTo>
                    <a:pt x="1231" y="1454"/>
                    <a:pt x="1274" y="1452"/>
                    <a:pt x="1318" y="1447"/>
                  </a:cubicBezTo>
                  <a:lnTo>
                    <a:pt x="9386" y="676"/>
                  </a:lnTo>
                  <a:cubicBezTo>
                    <a:pt x="9740" y="644"/>
                    <a:pt x="9836" y="194"/>
                    <a:pt x="95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62"/>
            <p:cNvSpPr/>
            <p:nvPr/>
          </p:nvSpPr>
          <p:spPr>
            <a:xfrm>
              <a:off x="1970525" y="5036475"/>
              <a:ext cx="257175" cy="49850"/>
            </a:xfrm>
            <a:custGeom>
              <a:avLst/>
              <a:gdLst/>
              <a:ahLst/>
              <a:cxnLst/>
              <a:rect l="l" t="t" r="r" b="b"/>
              <a:pathLst>
                <a:path w="10287" h="1994" extrusionOk="0">
                  <a:moveTo>
                    <a:pt x="9732" y="532"/>
                  </a:moveTo>
                  <a:lnTo>
                    <a:pt x="9740" y="547"/>
                  </a:lnTo>
                  <a:lnTo>
                    <a:pt x="9708" y="644"/>
                  </a:lnTo>
                  <a:lnTo>
                    <a:pt x="9643" y="676"/>
                  </a:lnTo>
                  <a:lnTo>
                    <a:pt x="1575" y="1447"/>
                  </a:lnTo>
                  <a:lnTo>
                    <a:pt x="1479" y="1447"/>
                  </a:lnTo>
                  <a:cubicBezTo>
                    <a:pt x="1176" y="1447"/>
                    <a:pt x="903" y="1302"/>
                    <a:pt x="727" y="1081"/>
                  </a:cubicBezTo>
                  <a:lnTo>
                    <a:pt x="727" y="1081"/>
                  </a:lnTo>
                  <a:cubicBezTo>
                    <a:pt x="840" y="1089"/>
                    <a:pt x="962" y="1094"/>
                    <a:pt x="1093" y="1094"/>
                  </a:cubicBezTo>
                  <a:cubicBezTo>
                    <a:pt x="1607" y="1094"/>
                    <a:pt x="2250" y="1029"/>
                    <a:pt x="3086" y="901"/>
                  </a:cubicBezTo>
                  <a:cubicBezTo>
                    <a:pt x="4050" y="740"/>
                    <a:pt x="5272" y="676"/>
                    <a:pt x="6493" y="676"/>
                  </a:cubicBezTo>
                  <a:cubicBezTo>
                    <a:pt x="7658" y="645"/>
                    <a:pt x="8793" y="644"/>
                    <a:pt x="9732" y="532"/>
                  </a:cubicBezTo>
                  <a:close/>
                  <a:moveTo>
                    <a:pt x="9836" y="1"/>
                  </a:moveTo>
                  <a:cubicBezTo>
                    <a:pt x="8904" y="97"/>
                    <a:pt x="7715" y="97"/>
                    <a:pt x="6493" y="129"/>
                  </a:cubicBezTo>
                  <a:cubicBezTo>
                    <a:pt x="5272" y="162"/>
                    <a:pt x="4018" y="194"/>
                    <a:pt x="2989" y="354"/>
                  </a:cubicBezTo>
                  <a:cubicBezTo>
                    <a:pt x="2186" y="483"/>
                    <a:pt x="1543" y="547"/>
                    <a:pt x="1093" y="547"/>
                  </a:cubicBezTo>
                  <a:cubicBezTo>
                    <a:pt x="771" y="547"/>
                    <a:pt x="514" y="515"/>
                    <a:pt x="321" y="483"/>
                  </a:cubicBezTo>
                  <a:cubicBezTo>
                    <a:pt x="257" y="483"/>
                    <a:pt x="161" y="483"/>
                    <a:pt x="96" y="547"/>
                  </a:cubicBezTo>
                  <a:cubicBezTo>
                    <a:pt x="32" y="612"/>
                    <a:pt x="0" y="708"/>
                    <a:pt x="32" y="804"/>
                  </a:cubicBezTo>
                  <a:cubicBezTo>
                    <a:pt x="161" y="1479"/>
                    <a:pt x="739" y="1994"/>
                    <a:pt x="1479" y="1994"/>
                  </a:cubicBezTo>
                  <a:lnTo>
                    <a:pt x="1607" y="1994"/>
                  </a:lnTo>
                  <a:lnTo>
                    <a:pt x="9675" y="1190"/>
                  </a:lnTo>
                  <a:cubicBezTo>
                    <a:pt x="9868" y="1190"/>
                    <a:pt x="10029" y="1094"/>
                    <a:pt x="10125" y="965"/>
                  </a:cubicBezTo>
                  <a:cubicBezTo>
                    <a:pt x="10222" y="869"/>
                    <a:pt x="10286" y="708"/>
                    <a:pt x="10286" y="547"/>
                  </a:cubicBezTo>
                  <a:cubicBezTo>
                    <a:pt x="10286" y="387"/>
                    <a:pt x="10190" y="162"/>
                    <a:pt x="10029" y="33"/>
                  </a:cubicBezTo>
                  <a:cubicBezTo>
                    <a:pt x="9965" y="1"/>
                    <a:pt x="9900" y="1"/>
                    <a:pt x="9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62"/>
            <p:cNvSpPr/>
            <p:nvPr/>
          </p:nvSpPr>
          <p:spPr>
            <a:xfrm>
              <a:off x="1259325" y="4948900"/>
              <a:ext cx="232650" cy="183350"/>
            </a:xfrm>
            <a:custGeom>
              <a:avLst/>
              <a:gdLst/>
              <a:ahLst/>
              <a:cxnLst/>
              <a:rect l="l" t="t" r="r" b="b"/>
              <a:pathLst>
                <a:path w="9306" h="7334" extrusionOk="0">
                  <a:moveTo>
                    <a:pt x="2379" y="0"/>
                  </a:moveTo>
                  <a:lnTo>
                    <a:pt x="450" y="1929"/>
                  </a:lnTo>
                  <a:cubicBezTo>
                    <a:pt x="0" y="2379"/>
                    <a:pt x="0" y="3086"/>
                    <a:pt x="450" y="3536"/>
                  </a:cubicBezTo>
                  <a:lnTo>
                    <a:pt x="4018" y="6943"/>
                  </a:lnTo>
                  <a:lnTo>
                    <a:pt x="8390" y="7329"/>
                  </a:lnTo>
                  <a:cubicBezTo>
                    <a:pt x="8415" y="7332"/>
                    <a:pt x="8439" y="7333"/>
                    <a:pt x="8463" y="7333"/>
                  </a:cubicBezTo>
                  <a:cubicBezTo>
                    <a:pt x="8997" y="7333"/>
                    <a:pt x="9306" y="6667"/>
                    <a:pt x="8936" y="6236"/>
                  </a:cubicBezTo>
                  <a:lnTo>
                    <a:pt x="6461" y="3279"/>
                  </a:lnTo>
                  <a:lnTo>
                    <a:pt x="5465" y="1157"/>
                  </a:lnTo>
                  <a:lnTo>
                    <a:pt x="237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62"/>
            <p:cNvSpPr/>
            <p:nvPr/>
          </p:nvSpPr>
          <p:spPr>
            <a:xfrm>
              <a:off x="1255300" y="4942425"/>
              <a:ext cx="238700" cy="196150"/>
            </a:xfrm>
            <a:custGeom>
              <a:avLst/>
              <a:gdLst/>
              <a:ahLst/>
              <a:cxnLst/>
              <a:rect l="l" t="t" r="r" b="b"/>
              <a:pathLst>
                <a:path w="9548" h="7846" extrusionOk="0">
                  <a:moveTo>
                    <a:pt x="2607" y="578"/>
                  </a:moveTo>
                  <a:lnTo>
                    <a:pt x="5433" y="1641"/>
                  </a:lnTo>
                  <a:lnTo>
                    <a:pt x="6397" y="3634"/>
                  </a:lnTo>
                  <a:lnTo>
                    <a:pt x="6429" y="3699"/>
                  </a:lnTo>
                  <a:lnTo>
                    <a:pt x="8905" y="6688"/>
                  </a:lnTo>
                  <a:cubicBezTo>
                    <a:pt x="8969" y="6752"/>
                    <a:pt x="9001" y="6849"/>
                    <a:pt x="9001" y="6913"/>
                  </a:cubicBezTo>
                  <a:cubicBezTo>
                    <a:pt x="9001" y="7009"/>
                    <a:pt x="8969" y="7138"/>
                    <a:pt x="8872" y="7202"/>
                  </a:cubicBezTo>
                  <a:cubicBezTo>
                    <a:pt x="8808" y="7267"/>
                    <a:pt x="8712" y="7331"/>
                    <a:pt x="8615" y="7331"/>
                  </a:cubicBezTo>
                  <a:lnTo>
                    <a:pt x="8583" y="7331"/>
                  </a:lnTo>
                  <a:lnTo>
                    <a:pt x="4308" y="6945"/>
                  </a:lnTo>
                  <a:lnTo>
                    <a:pt x="804" y="3602"/>
                  </a:lnTo>
                  <a:cubicBezTo>
                    <a:pt x="643" y="3409"/>
                    <a:pt x="547" y="3216"/>
                    <a:pt x="547" y="2991"/>
                  </a:cubicBezTo>
                  <a:cubicBezTo>
                    <a:pt x="547" y="2766"/>
                    <a:pt x="643" y="2573"/>
                    <a:pt x="804" y="2381"/>
                  </a:cubicBezTo>
                  <a:lnTo>
                    <a:pt x="2607" y="578"/>
                  </a:lnTo>
                  <a:close/>
                  <a:moveTo>
                    <a:pt x="2526" y="1"/>
                  </a:moveTo>
                  <a:cubicBezTo>
                    <a:pt x="2457" y="1"/>
                    <a:pt x="2389" y="36"/>
                    <a:pt x="2347" y="98"/>
                  </a:cubicBezTo>
                  <a:lnTo>
                    <a:pt x="418" y="2027"/>
                  </a:lnTo>
                  <a:cubicBezTo>
                    <a:pt x="161" y="2284"/>
                    <a:pt x="1" y="2638"/>
                    <a:pt x="1" y="2991"/>
                  </a:cubicBezTo>
                  <a:cubicBezTo>
                    <a:pt x="1" y="3345"/>
                    <a:pt x="161" y="3699"/>
                    <a:pt x="451" y="3988"/>
                  </a:cubicBezTo>
                  <a:lnTo>
                    <a:pt x="3986" y="7395"/>
                  </a:lnTo>
                  <a:cubicBezTo>
                    <a:pt x="4051" y="7427"/>
                    <a:pt x="4083" y="7459"/>
                    <a:pt x="4147" y="7459"/>
                  </a:cubicBezTo>
                  <a:lnTo>
                    <a:pt x="8519" y="7845"/>
                  </a:lnTo>
                  <a:lnTo>
                    <a:pt x="8615" y="7845"/>
                  </a:lnTo>
                  <a:cubicBezTo>
                    <a:pt x="8872" y="7845"/>
                    <a:pt x="9130" y="7749"/>
                    <a:pt x="9290" y="7556"/>
                  </a:cubicBezTo>
                  <a:cubicBezTo>
                    <a:pt x="9451" y="7395"/>
                    <a:pt x="9547" y="7170"/>
                    <a:pt x="9547" y="6913"/>
                  </a:cubicBezTo>
                  <a:cubicBezTo>
                    <a:pt x="9547" y="6720"/>
                    <a:pt x="9451" y="6495"/>
                    <a:pt x="9322" y="6334"/>
                  </a:cubicBezTo>
                  <a:lnTo>
                    <a:pt x="6847" y="3377"/>
                  </a:lnTo>
                  <a:lnTo>
                    <a:pt x="5851" y="1320"/>
                  </a:lnTo>
                  <a:cubicBezTo>
                    <a:pt x="5819" y="1256"/>
                    <a:pt x="5787" y="1191"/>
                    <a:pt x="5722" y="1191"/>
                  </a:cubicBezTo>
                  <a:lnTo>
                    <a:pt x="2636" y="34"/>
                  </a:lnTo>
                  <a:cubicBezTo>
                    <a:pt x="2602" y="11"/>
                    <a:pt x="2564" y="1"/>
                    <a:pt x="2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62"/>
            <p:cNvSpPr/>
            <p:nvPr/>
          </p:nvSpPr>
          <p:spPr>
            <a:xfrm>
              <a:off x="1259325" y="4995500"/>
              <a:ext cx="227450" cy="136700"/>
            </a:xfrm>
            <a:custGeom>
              <a:avLst/>
              <a:gdLst/>
              <a:ahLst/>
              <a:cxnLst/>
              <a:rect l="l" t="t" r="r" b="b"/>
              <a:pathLst>
                <a:path w="9098" h="5468" extrusionOk="0">
                  <a:moveTo>
                    <a:pt x="515" y="0"/>
                  </a:moveTo>
                  <a:lnTo>
                    <a:pt x="450" y="65"/>
                  </a:lnTo>
                  <a:cubicBezTo>
                    <a:pt x="0" y="515"/>
                    <a:pt x="0" y="1222"/>
                    <a:pt x="450" y="1672"/>
                  </a:cubicBezTo>
                  <a:lnTo>
                    <a:pt x="4018" y="5079"/>
                  </a:lnTo>
                  <a:lnTo>
                    <a:pt x="8390" y="5465"/>
                  </a:lnTo>
                  <a:cubicBezTo>
                    <a:pt x="8410" y="5467"/>
                    <a:pt x="8430" y="5468"/>
                    <a:pt x="8450" y="5468"/>
                  </a:cubicBezTo>
                  <a:cubicBezTo>
                    <a:pt x="8776" y="5468"/>
                    <a:pt x="9036" y="5224"/>
                    <a:pt x="9097" y="4951"/>
                  </a:cubicBezTo>
                  <a:cubicBezTo>
                    <a:pt x="7554" y="4565"/>
                    <a:pt x="5175" y="4019"/>
                    <a:pt x="4533" y="3954"/>
                  </a:cubicBezTo>
                  <a:cubicBezTo>
                    <a:pt x="3761" y="3858"/>
                    <a:pt x="1382" y="1029"/>
                    <a:pt x="5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62"/>
            <p:cNvSpPr/>
            <p:nvPr/>
          </p:nvSpPr>
          <p:spPr>
            <a:xfrm>
              <a:off x="1255300" y="4989075"/>
              <a:ext cx="238700" cy="149500"/>
            </a:xfrm>
            <a:custGeom>
              <a:avLst/>
              <a:gdLst/>
              <a:ahLst/>
              <a:cxnLst/>
              <a:rect l="l" t="t" r="r" b="b"/>
              <a:pathLst>
                <a:path w="9548" h="5980" extrusionOk="0">
                  <a:moveTo>
                    <a:pt x="689" y="671"/>
                  </a:moveTo>
                  <a:cubicBezTo>
                    <a:pt x="1135" y="1219"/>
                    <a:pt x="1826" y="2051"/>
                    <a:pt x="2540" y="2765"/>
                  </a:cubicBezTo>
                  <a:cubicBezTo>
                    <a:pt x="2926" y="3183"/>
                    <a:pt x="3344" y="3600"/>
                    <a:pt x="3697" y="3890"/>
                  </a:cubicBezTo>
                  <a:cubicBezTo>
                    <a:pt x="3858" y="4051"/>
                    <a:pt x="4051" y="4179"/>
                    <a:pt x="4211" y="4276"/>
                  </a:cubicBezTo>
                  <a:cubicBezTo>
                    <a:pt x="4372" y="4372"/>
                    <a:pt x="4501" y="4436"/>
                    <a:pt x="4661" y="4468"/>
                  </a:cubicBezTo>
                  <a:cubicBezTo>
                    <a:pt x="4951" y="4501"/>
                    <a:pt x="5722" y="4661"/>
                    <a:pt x="6590" y="4854"/>
                  </a:cubicBezTo>
                  <a:cubicBezTo>
                    <a:pt x="7330" y="5019"/>
                    <a:pt x="8140" y="5206"/>
                    <a:pt x="8841" y="5378"/>
                  </a:cubicBezTo>
                  <a:lnTo>
                    <a:pt x="8841" y="5378"/>
                  </a:lnTo>
                  <a:cubicBezTo>
                    <a:pt x="8780" y="5431"/>
                    <a:pt x="8704" y="5465"/>
                    <a:pt x="8615" y="5465"/>
                  </a:cubicBezTo>
                  <a:lnTo>
                    <a:pt x="8583" y="5465"/>
                  </a:lnTo>
                  <a:lnTo>
                    <a:pt x="4308" y="5079"/>
                  </a:lnTo>
                  <a:lnTo>
                    <a:pt x="804" y="1736"/>
                  </a:lnTo>
                  <a:cubicBezTo>
                    <a:pt x="643" y="1543"/>
                    <a:pt x="547" y="1350"/>
                    <a:pt x="547" y="1125"/>
                  </a:cubicBezTo>
                  <a:cubicBezTo>
                    <a:pt x="547" y="961"/>
                    <a:pt x="598" y="814"/>
                    <a:pt x="689" y="671"/>
                  </a:cubicBezTo>
                  <a:close/>
                  <a:moveTo>
                    <a:pt x="708" y="0"/>
                  </a:moveTo>
                  <a:cubicBezTo>
                    <a:pt x="611" y="0"/>
                    <a:pt x="547" y="0"/>
                    <a:pt x="483" y="65"/>
                  </a:cubicBezTo>
                  <a:lnTo>
                    <a:pt x="418" y="161"/>
                  </a:lnTo>
                  <a:cubicBezTo>
                    <a:pt x="161" y="418"/>
                    <a:pt x="1" y="772"/>
                    <a:pt x="1" y="1125"/>
                  </a:cubicBezTo>
                  <a:cubicBezTo>
                    <a:pt x="1" y="1479"/>
                    <a:pt x="161" y="1833"/>
                    <a:pt x="451" y="2122"/>
                  </a:cubicBezTo>
                  <a:lnTo>
                    <a:pt x="3986" y="5529"/>
                  </a:lnTo>
                  <a:cubicBezTo>
                    <a:pt x="4051" y="5561"/>
                    <a:pt x="4083" y="5593"/>
                    <a:pt x="4147" y="5593"/>
                  </a:cubicBezTo>
                  <a:lnTo>
                    <a:pt x="8519" y="5979"/>
                  </a:lnTo>
                  <a:lnTo>
                    <a:pt x="8615" y="5979"/>
                  </a:lnTo>
                  <a:cubicBezTo>
                    <a:pt x="9065" y="5979"/>
                    <a:pt x="9419" y="5658"/>
                    <a:pt x="9515" y="5272"/>
                  </a:cubicBezTo>
                  <a:cubicBezTo>
                    <a:pt x="9547" y="5111"/>
                    <a:pt x="9451" y="4983"/>
                    <a:pt x="9322" y="4951"/>
                  </a:cubicBezTo>
                  <a:cubicBezTo>
                    <a:pt x="8551" y="4758"/>
                    <a:pt x="7554" y="4533"/>
                    <a:pt x="6687" y="4340"/>
                  </a:cubicBezTo>
                  <a:cubicBezTo>
                    <a:pt x="5819" y="4147"/>
                    <a:pt x="5079" y="3986"/>
                    <a:pt x="4726" y="3954"/>
                  </a:cubicBezTo>
                  <a:cubicBezTo>
                    <a:pt x="4694" y="3922"/>
                    <a:pt x="4597" y="3890"/>
                    <a:pt x="4469" y="3825"/>
                  </a:cubicBezTo>
                  <a:cubicBezTo>
                    <a:pt x="4051" y="3536"/>
                    <a:pt x="3311" y="2829"/>
                    <a:pt x="2604" y="2090"/>
                  </a:cubicBezTo>
                  <a:cubicBezTo>
                    <a:pt x="1929" y="1318"/>
                    <a:pt x="1254" y="547"/>
                    <a:pt x="901" y="97"/>
                  </a:cubicBezTo>
                  <a:cubicBezTo>
                    <a:pt x="836" y="32"/>
                    <a:pt x="772" y="0"/>
                    <a:pt x="7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62"/>
            <p:cNvSpPr/>
            <p:nvPr/>
          </p:nvSpPr>
          <p:spPr>
            <a:xfrm>
              <a:off x="1608075" y="3506400"/>
              <a:ext cx="458900" cy="1476275"/>
            </a:xfrm>
            <a:custGeom>
              <a:avLst/>
              <a:gdLst/>
              <a:ahLst/>
              <a:cxnLst/>
              <a:rect l="l" t="t" r="r" b="b"/>
              <a:pathLst>
                <a:path w="18356" h="59051" extrusionOk="0">
                  <a:moveTo>
                    <a:pt x="4983" y="1"/>
                  </a:moveTo>
                  <a:cubicBezTo>
                    <a:pt x="4983" y="1"/>
                    <a:pt x="740" y="4822"/>
                    <a:pt x="354" y="7490"/>
                  </a:cubicBezTo>
                  <a:cubicBezTo>
                    <a:pt x="322" y="7812"/>
                    <a:pt x="290" y="8133"/>
                    <a:pt x="258" y="8455"/>
                  </a:cubicBezTo>
                  <a:cubicBezTo>
                    <a:pt x="1" y="11637"/>
                    <a:pt x="644" y="14851"/>
                    <a:pt x="1994" y="17777"/>
                  </a:cubicBezTo>
                  <a:lnTo>
                    <a:pt x="9966" y="35006"/>
                  </a:lnTo>
                  <a:lnTo>
                    <a:pt x="15077" y="59050"/>
                  </a:lnTo>
                  <a:lnTo>
                    <a:pt x="18355" y="58247"/>
                  </a:lnTo>
                  <a:lnTo>
                    <a:pt x="17295" y="32692"/>
                  </a:lnTo>
                  <a:lnTo>
                    <a:pt x="11123" y="13084"/>
                  </a:lnTo>
                  <a:lnTo>
                    <a:pt x="14787" y="6912"/>
                  </a:lnTo>
                  <a:lnTo>
                    <a:pt x="49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62"/>
            <p:cNvSpPr/>
            <p:nvPr/>
          </p:nvSpPr>
          <p:spPr>
            <a:xfrm>
              <a:off x="1606475" y="3499650"/>
              <a:ext cx="466925" cy="1489450"/>
            </a:xfrm>
            <a:custGeom>
              <a:avLst/>
              <a:gdLst/>
              <a:ahLst/>
              <a:cxnLst/>
              <a:rect l="l" t="t" r="r" b="b"/>
              <a:pathLst>
                <a:path w="18677" h="59578" extrusionOk="0">
                  <a:moveTo>
                    <a:pt x="5084" y="635"/>
                  </a:moveTo>
                  <a:lnTo>
                    <a:pt x="14497" y="7270"/>
                  </a:lnTo>
                  <a:lnTo>
                    <a:pt x="14497" y="7270"/>
                  </a:lnTo>
                  <a:lnTo>
                    <a:pt x="10962" y="13225"/>
                  </a:lnTo>
                  <a:cubicBezTo>
                    <a:pt x="10930" y="13289"/>
                    <a:pt x="10898" y="13354"/>
                    <a:pt x="10930" y="13418"/>
                  </a:cubicBezTo>
                  <a:lnTo>
                    <a:pt x="17069" y="33026"/>
                  </a:lnTo>
                  <a:lnTo>
                    <a:pt x="18130" y="58292"/>
                  </a:lnTo>
                  <a:lnTo>
                    <a:pt x="15366" y="58999"/>
                  </a:lnTo>
                  <a:lnTo>
                    <a:pt x="10287" y="35212"/>
                  </a:lnTo>
                  <a:lnTo>
                    <a:pt x="10287" y="35180"/>
                  </a:lnTo>
                  <a:lnTo>
                    <a:pt x="2283" y="17918"/>
                  </a:lnTo>
                  <a:cubicBezTo>
                    <a:pt x="1158" y="15475"/>
                    <a:pt x="515" y="12775"/>
                    <a:pt x="515" y="10075"/>
                  </a:cubicBezTo>
                  <a:cubicBezTo>
                    <a:pt x="515" y="9625"/>
                    <a:pt x="547" y="9175"/>
                    <a:pt x="579" y="8725"/>
                  </a:cubicBezTo>
                  <a:cubicBezTo>
                    <a:pt x="611" y="8403"/>
                    <a:pt x="644" y="8114"/>
                    <a:pt x="676" y="7825"/>
                  </a:cubicBezTo>
                  <a:cubicBezTo>
                    <a:pt x="772" y="7182"/>
                    <a:pt x="1094" y="6410"/>
                    <a:pt x="1544" y="5607"/>
                  </a:cubicBezTo>
                  <a:cubicBezTo>
                    <a:pt x="2186" y="4353"/>
                    <a:pt x="3119" y="3067"/>
                    <a:pt x="3890" y="2103"/>
                  </a:cubicBezTo>
                  <a:cubicBezTo>
                    <a:pt x="4276" y="1621"/>
                    <a:pt x="4597" y="1203"/>
                    <a:pt x="4854" y="914"/>
                  </a:cubicBezTo>
                  <a:cubicBezTo>
                    <a:pt x="4926" y="794"/>
                    <a:pt x="5016" y="710"/>
                    <a:pt x="5084" y="635"/>
                  </a:cubicBezTo>
                  <a:close/>
                  <a:moveTo>
                    <a:pt x="5019" y="1"/>
                  </a:moveTo>
                  <a:cubicBezTo>
                    <a:pt x="4948" y="1"/>
                    <a:pt x="4875" y="25"/>
                    <a:pt x="4822" y="78"/>
                  </a:cubicBezTo>
                  <a:cubicBezTo>
                    <a:pt x="4822" y="110"/>
                    <a:pt x="3762" y="1299"/>
                    <a:pt x="2636" y="2842"/>
                  </a:cubicBezTo>
                  <a:cubicBezTo>
                    <a:pt x="2090" y="3646"/>
                    <a:pt x="1511" y="4482"/>
                    <a:pt x="1061" y="5350"/>
                  </a:cubicBezTo>
                  <a:cubicBezTo>
                    <a:pt x="611" y="6185"/>
                    <a:pt x="258" y="7021"/>
                    <a:pt x="161" y="7728"/>
                  </a:cubicBezTo>
                  <a:cubicBezTo>
                    <a:pt x="97" y="8050"/>
                    <a:pt x="65" y="8371"/>
                    <a:pt x="33" y="8693"/>
                  </a:cubicBezTo>
                  <a:cubicBezTo>
                    <a:pt x="1" y="9143"/>
                    <a:pt x="1" y="9625"/>
                    <a:pt x="1" y="10075"/>
                  </a:cubicBezTo>
                  <a:cubicBezTo>
                    <a:pt x="1" y="12871"/>
                    <a:pt x="644" y="15604"/>
                    <a:pt x="1801" y="18143"/>
                  </a:cubicBezTo>
                  <a:lnTo>
                    <a:pt x="9773" y="35372"/>
                  </a:lnTo>
                  <a:lnTo>
                    <a:pt x="14883" y="59384"/>
                  </a:lnTo>
                  <a:cubicBezTo>
                    <a:pt x="14916" y="59449"/>
                    <a:pt x="14948" y="59513"/>
                    <a:pt x="15012" y="59545"/>
                  </a:cubicBezTo>
                  <a:cubicBezTo>
                    <a:pt x="15076" y="59577"/>
                    <a:pt x="15141" y="59577"/>
                    <a:pt x="15205" y="59577"/>
                  </a:cubicBezTo>
                  <a:lnTo>
                    <a:pt x="18484" y="58774"/>
                  </a:lnTo>
                  <a:cubicBezTo>
                    <a:pt x="18612" y="58742"/>
                    <a:pt x="18676" y="58613"/>
                    <a:pt x="18676" y="58484"/>
                  </a:cubicBezTo>
                  <a:lnTo>
                    <a:pt x="17616" y="32962"/>
                  </a:lnTo>
                  <a:lnTo>
                    <a:pt x="17616" y="32897"/>
                  </a:lnTo>
                  <a:lnTo>
                    <a:pt x="11476" y="13386"/>
                  </a:lnTo>
                  <a:lnTo>
                    <a:pt x="15076" y="7342"/>
                  </a:lnTo>
                  <a:cubicBezTo>
                    <a:pt x="15141" y="7214"/>
                    <a:pt x="15108" y="7053"/>
                    <a:pt x="15012" y="6989"/>
                  </a:cubicBezTo>
                  <a:lnTo>
                    <a:pt x="5176" y="46"/>
                  </a:lnTo>
                  <a:cubicBezTo>
                    <a:pt x="5133" y="17"/>
                    <a:pt x="5076" y="1"/>
                    <a:pt x="50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62"/>
            <p:cNvSpPr/>
            <p:nvPr/>
          </p:nvSpPr>
          <p:spPr>
            <a:xfrm>
              <a:off x="1318775" y="3717750"/>
              <a:ext cx="634875" cy="1260100"/>
            </a:xfrm>
            <a:custGeom>
              <a:avLst/>
              <a:gdLst/>
              <a:ahLst/>
              <a:cxnLst/>
              <a:rect l="l" t="t" r="r" b="b"/>
              <a:pathLst>
                <a:path w="25395" h="50404" extrusionOk="0">
                  <a:moveTo>
                    <a:pt x="25395" y="1"/>
                  </a:moveTo>
                  <a:lnTo>
                    <a:pt x="14048" y="4822"/>
                  </a:lnTo>
                  <a:lnTo>
                    <a:pt x="15398" y="7330"/>
                  </a:lnTo>
                  <a:lnTo>
                    <a:pt x="12505" y="26938"/>
                  </a:lnTo>
                  <a:lnTo>
                    <a:pt x="1" y="49246"/>
                  </a:lnTo>
                  <a:lnTo>
                    <a:pt x="3087" y="50403"/>
                  </a:lnTo>
                  <a:lnTo>
                    <a:pt x="19995" y="29252"/>
                  </a:lnTo>
                  <a:lnTo>
                    <a:pt x="24045" y="5787"/>
                  </a:lnTo>
                  <a:lnTo>
                    <a:pt x="253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62"/>
            <p:cNvSpPr/>
            <p:nvPr/>
          </p:nvSpPr>
          <p:spPr>
            <a:xfrm>
              <a:off x="1311550" y="3711175"/>
              <a:ext cx="649350" cy="1273425"/>
            </a:xfrm>
            <a:custGeom>
              <a:avLst/>
              <a:gdLst/>
              <a:ahLst/>
              <a:cxnLst/>
              <a:rect l="l" t="t" r="r" b="b"/>
              <a:pathLst>
                <a:path w="25974" h="50937" extrusionOk="0">
                  <a:moveTo>
                    <a:pt x="25687" y="0"/>
                  </a:moveTo>
                  <a:cubicBezTo>
                    <a:pt x="25555" y="0"/>
                    <a:pt x="25455" y="88"/>
                    <a:pt x="25427" y="199"/>
                  </a:cubicBezTo>
                  <a:lnTo>
                    <a:pt x="24077" y="5985"/>
                  </a:lnTo>
                  <a:lnTo>
                    <a:pt x="20027" y="29387"/>
                  </a:lnTo>
                  <a:lnTo>
                    <a:pt x="3279" y="50345"/>
                  </a:lnTo>
                  <a:lnTo>
                    <a:pt x="676" y="49380"/>
                  </a:lnTo>
                  <a:lnTo>
                    <a:pt x="13019" y="27329"/>
                  </a:lnTo>
                  <a:lnTo>
                    <a:pt x="13051" y="27233"/>
                  </a:lnTo>
                  <a:lnTo>
                    <a:pt x="15944" y="7625"/>
                  </a:lnTo>
                  <a:cubicBezTo>
                    <a:pt x="15944" y="7560"/>
                    <a:pt x="15944" y="7496"/>
                    <a:pt x="15912" y="7464"/>
                  </a:cubicBezTo>
                  <a:lnTo>
                    <a:pt x="14562" y="4957"/>
                  </a:lnTo>
                  <a:cubicBezTo>
                    <a:pt x="14519" y="4871"/>
                    <a:pt x="14433" y="4814"/>
                    <a:pt x="14343" y="4814"/>
                  </a:cubicBezTo>
                  <a:cubicBezTo>
                    <a:pt x="14298" y="4814"/>
                    <a:pt x="14251" y="4828"/>
                    <a:pt x="14208" y="4860"/>
                  </a:cubicBezTo>
                  <a:cubicBezTo>
                    <a:pt x="14080" y="4925"/>
                    <a:pt x="14016" y="5085"/>
                    <a:pt x="14080" y="5214"/>
                  </a:cubicBezTo>
                  <a:lnTo>
                    <a:pt x="15398" y="7625"/>
                  </a:lnTo>
                  <a:lnTo>
                    <a:pt x="12537" y="27104"/>
                  </a:lnTo>
                  <a:lnTo>
                    <a:pt x="65" y="49380"/>
                  </a:lnTo>
                  <a:cubicBezTo>
                    <a:pt x="1" y="49445"/>
                    <a:pt x="1" y="49541"/>
                    <a:pt x="33" y="49606"/>
                  </a:cubicBezTo>
                  <a:cubicBezTo>
                    <a:pt x="65" y="49702"/>
                    <a:pt x="129" y="49734"/>
                    <a:pt x="193" y="49766"/>
                  </a:cubicBezTo>
                  <a:lnTo>
                    <a:pt x="3279" y="50923"/>
                  </a:lnTo>
                  <a:cubicBezTo>
                    <a:pt x="3305" y="50932"/>
                    <a:pt x="3333" y="50936"/>
                    <a:pt x="3362" y="50936"/>
                  </a:cubicBezTo>
                  <a:cubicBezTo>
                    <a:pt x="3440" y="50936"/>
                    <a:pt x="3522" y="50906"/>
                    <a:pt x="3569" y="50859"/>
                  </a:cubicBezTo>
                  <a:lnTo>
                    <a:pt x="20509" y="29676"/>
                  </a:lnTo>
                  <a:lnTo>
                    <a:pt x="20541" y="29547"/>
                  </a:lnTo>
                  <a:lnTo>
                    <a:pt x="24591" y="6082"/>
                  </a:lnTo>
                  <a:lnTo>
                    <a:pt x="25941" y="328"/>
                  </a:lnTo>
                  <a:cubicBezTo>
                    <a:pt x="25973" y="199"/>
                    <a:pt x="25877" y="39"/>
                    <a:pt x="25748" y="7"/>
                  </a:cubicBezTo>
                  <a:cubicBezTo>
                    <a:pt x="25727" y="2"/>
                    <a:pt x="25707" y="0"/>
                    <a:pt x="25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62"/>
            <p:cNvSpPr/>
            <p:nvPr/>
          </p:nvSpPr>
          <p:spPr>
            <a:xfrm>
              <a:off x="1848375" y="3941000"/>
              <a:ext cx="67525" cy="394925"/>
            </a:xfrm>
            <a:custGeom>
              <a:avLst/>
              <a:gdLst/>
              <a:ahLst/>
              <a:cxnLst/>
              <a:rect l="l" t="t" r="r" b="b"/>
              <a:pathLst>
                <a:path w="2701" h="15797" extrusionOk="0">
                  <a:moveTo>
                    <a:pt x="2490" y="1"/>
                  </a:moveTo>
                  <a:cubicBezTo>
                    <a:pt x="2387" y="1"/>
                    <a:pt x="2314" y="84"/>
                    <a:pt x="2314" y="168"/>
                  </a:cubicBezTo>
                  <a:lnTo>
                    <a:pt x="32" y="15565"/>
                  </a:lnTo>
                  <a:cubicBezTo>
                    <a:pt x="0" y="15661"/>
                    <a:pt x="97" y="15790"/>
                    <a:pt x="193" y="15790"/>
                  </a:cubicBezTo>
                  <a:cubicBezTo>
                    <a:pt x="206" y="15794"/>
                    <a:pt x="219" y="15796"/>
                    <a:pt x="233" y="15796"/>
                  </a:cubicBezTo>
                  <a:cubicBezTo>
                    <a:pt x="322" y="15796"/>
                    <a:pt x="418" y="15713"/>
                    <a:pt x="418" y="15629"/>
                  </a:cubicBezTo>
                  <a:lnTo>
                    <a:pt x="2700" y="232"/>
                  </a:lnTo>
                  <a:cubicBezTo>
                    <a:pt x="2700" y="135"/>
                    <a:pt x="2636" y="7"/>
                    <a:pt x="2539" y="7"/>
                  </a:cubicBezTo>
                  <a:cubicBezTo>
                    <a:pt x="2522" y="3"/>
                    <a:pt x="2506" y="1"/>
                    <a:pt x="2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62"/>
            <p:cNvSpPr/>
            <p:nvPr/>
          </p:nvSpPr>
          <p:spPr>
            <a:xfrm>
              <a:off x="1633800" y="3761650"/>
              <a:ext cx="54675" cy="233375"/>
            </a:xfrm>
            <a:custGeom>
              <a:avLst/>
              <a:gdLst/>
              <a:ahLst/>
              <a:cxnLst/>
              <a:rect l="l" t="t" r="r" b="b"/>
              <a:pathLst>
                <a:path w="2187" h="9335" extrusionOk="0">
                  <a:moveTo>
                    <a:pt x="238" y="1"/>
                  </a:moveTo>
                  <a:cubicBezTo>
                    <a:pt x="211" y="1"/>
                    <a:pt x="185" y="5"/>
                    <a:pt x="161" y="13"/>
                  </a:cubicBezTo>
                  <a:cubicBezTo>
                    <a:pt x="65" y="77"/>
                    <a:pt x="1" y="173"/>
                    <a:pt x="65" y="270"/>
                  </a:cubicBezTo>
                  <a:lnTo>
                    <a:pt x="1768" y="4095"/>
                  </a:lnTo>
                  <a:lnTo>
                    <a:pt x="1608" y="9110"/>
                  </a:lnTo>
                  <a:cubicBezTo>
                    <a:pt x="1608" y="9238"/>
                    <a:pt x="1704" y="9335"/>
                    <a:pt x="1801" y="9335"/>
                  </a:cubicBezTo>
                  <a:cubicBezTo>
                    <a:pt x="1929" y="9335"/>
                    <a:pt x="1993" y="9238"/>
                    <a:pt x="2026" y="9142"/>
                  </a:cubicBezTo>
                  <a:lnTo>
                    <a:pt x="2186" y="4063"/>
                  </a:lnTo>
                  <a:lnTo>
                    <a:pt x="2154" y="3966"/>
                  </a:lnTo>
                  <a:lnTo>
                    <a:pt x="418" y="109"/>
                  </a:lnTo>
                  <a:cubicBezTo>
                    <a:pt x="394" y="37"/>
                    <a:pt x="316" y="1"/>
                    <a:pt x="2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62"/>
            <p:cNvSpPr/>
            <p:nvPr/>
          </p:nvSpPr>
          <p:spPr>
            <a:xfrm>
              <a:off x="1827475" y="3665300"/>
              <a:ext cx="123775" cy="93475"/>
            </a:xfrm>
            <a:custGeom>
              <a:avLst/>
              <a:gdLst/>
              <a:ahLst/>
              <a:cxnLst/>
              <a:rect l="l" t="t" r="r" b="b"/>
              <a:pathLst>
                <a:path w="4951" h="3739" extrusionOk="0">
                  <a:moveTo>
                    <a:pt x="4757" y="1"/>
                  </a:moveTo>
                  <a:cubicBezTo>
                    <a:pt x="4660" y="1"/>
                    <a:pt x="4586" y="59"/>
                    <a:pt x="4533" y="138"/>
                  </a:cubicBezTo>
                  <a:lnTo>
                    <a:pt x="4533" y="170"/>
                  </a:lnTo>
                  <a:cubicBezTo>
                    <a:pt x="4468" y="331"/>
                    <a:pt x="4083" y="1134"/>
                    <a:pt x="3343" y="1874"/>
                  </a:cubicBezTo>
                  <a:cubicBezTo>
                    <a:pt x="2636" y="2645"/>
                    <a:pt x="1575" y="3320"/>
                    <a:pt x="193" y="3320"/>
                  </a:cubicBezTo>
                  <a:cubicBezTo>
                    <a:pt x="65" y="3320"/>
                    <a:pt x="0" y="3417"/>
                    <a:pt x="0" y="3545"/>
                  </a:cubicBezTo>
                  <a:cubicBezTo>
                    <a:pt x="0" y="3642"/>
                    <a:pt x="65" y="3738"/>
                    <a:pt x="193" y="3738"/>
                  </a:cubicBezTo>
                  <a:cubicBezTo>
                    <a:pt x="1833" y="3738"/>
                    <a:pt x="3022" y="2870"/>
                    <a:pt x="3793" y="2002"/>
                  </a:cubicBezTo>
                  <a:cubicBezTo>
                    <a:pt x="4565" y="1134"/>
                    <a:pt x="4918" y="299"/>
                    <a:pt x="4918" y="299"/>
                  </a:cubicBezTo>
                  <a:cubicBezTo>
                    <a:pt x="4951" y="170"/>
                    <a:pt x="4918" y="74"/>
                    <a:pt x="4822" y="9"/>
                  </a:cubicBezTo>
                  <a:cubicBezTo>
                    <a:pt x="4799" y="4"/>
                    <a:pt x="4777" y="1"/>
                    <a:pt x="47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62"/>
            <p:cNvSpPr/>
            <p:nvPr/>
          </p:nvSpPr>
          <p:spPr>
            <a:xfrm>
              <a:off x="1726225" y="3634675"/>
              <a:ext cx="181625" cy="758150"/>
            </a:xfrm>
            <a:custGeom>
              <a:avLst/>
              <a:gdLst/>
              <a:ahLst/>
              <a:cxnLst/>
              <a:rect l="l" t="t" r="r" b="b"/>
              <a:pathLst>
                <a:path w="7265" h="30326" extrusionOk="0">
                  <a:moveTo>
                    <a:pt x="7025" y="0"/>
                  </a:moveTo>
                  <a:cubicBezTo>
                    <a:pt x="6982" y="0"/>
                    <a:pt x="6940" y="16"/>
                    <a:pt x="6911" y="45"/>
                  </a:cubicBezTo>
                  <a:lnTo>
                    <a:pt x="5143" y="1620"/>
                  </a:lnTo>
                  <a:cubicBezTo>
                    <a:pt x="5111" y="1684"/>
                    <a:pt x="5079" y="1716"/>
                    <a:pt x="5079" y="1781"/>
                  </a:cubicBezTo>
                  <a:lnTo>
                    <a:pt x="5079" y="2938"/>
                  </a:lnTo>
                  <a:lnTo>
                    <a:pt x="2893" y="2456"/>
                  </a:lnTo>
                  <a:cubicBezTo>
                    <a:pt x="2797" y="2456"/>
                    <a:pt x="2732" y="2456"/>
                    <a:pt x="2700" y="2520"/>
                  </a:cubicBezTo>
                  <a:cubicBezTo>
                    <a:pt x="2636" y="2584"/>
                    <a:pt x="2636" y="2649"/>
                    <a:pt x="2636" y="2713"/>
                  </a:cubicBezTo>
                  <a:lnTo>
                    <a:pt x="3857" y="6185"/>
                  </a:lnTo>
                  <a:lnTo>
                    <a:pt x="0" y="30100"/>
                  </a:lnTo>
                  <a:cubicBezTo>
                    <a:pt x="0" y="30196"/>
                    <a:pt x="64" y="30293"/>
                    <a:pt x="193" y="30325"/>
                  </a:cubicBezTo>
                  <a:cubicBezTo>
                    <a:pt x="289" y="30325"/>
                    <a:pt x="386" y="30261"/>
                    <a:pt x="418" y="30164"/>
                  </a:cubicBezTo>
                  <a:lnTo>
                    <a:pt x="4243" y="6185"/>
                  </a:lnTo>
                  <a:lnTo>
                    <a:pt x="4243" y="6088"/>
                  </a:lnTo>
                  <a:lnTo>
                    <a:pt x="3150" y="2938"/>
                  </a:lnTo>
                  <a:lnTo>
                    <a:pt x="5240" y="3388"/>
                  </a:lnTo>
                  <a:cubicBezTo>
                    <a:pt x="5304" y="3388"/>
                    <a:pt x="5368" y="3388"/>
                    <a:pt x="5400" y="3324"/>
                  </a:cubicBezTo>
                  <a:cubicBezTo>
                    <a:pt x="5465" y="3292"/>
                    <a:pt x="5497" y="3259"/>
                    <a:pt x="5497" y="3195"/>
                  </a:cubicBezTo>
                  <a:lnTo>
                    <a:pt x="5497" y="1877"/>
                  </a:lnTo>
                  <a:lnTo>
                    <a:pt x="7168" y="366"/>
                  </a:lnTo>
                  <a:cubicBezTo>
                    <a:pt x="7265" y="270"/>
                    <a:pt x="7265" y="141"/>
                    <a:pt x="7168" y="77"/>
                  </a:cubicBezTo>
                  <a:cubicBezTo>
                    <a:pt x="7133" y="24"/>
                    <a:pt x="7078" y="0"/>
                    <a:pt x="70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62"/>
            <p:cNvSpPr/>
            <p:nvPr/>
          </p:nvSpPr>
          <p:spPr>
            <a:xfrm>
              <a:off x="1690850" y="4417675"/>
              <a:ext cx="32975" cy="40550"/>
            </a:xfrm>
            <a:custGeom>
              <a:avLst/>
              <a:gdLst/>
              <a:ahLst/>
              <a:cxnLst/>
              <a:rect l="l" t="t" r="r" b="b"/>
              <a:pathLst>
                <a:path w="1319" h="1622" extrusionOk="0">
                  <a:moveTo>
                    <a:pt x="1112" y="0"/>
                  </a:moveTo>
                  <a:cubicBezTo>
                    <a:pt x="1043" y="0"/>
                    <a:pt x="974" y="36"/>
                    <a:pt x="933" y="98"/>
                  </a:cubicBezTo>
                  <a:lnTo>
                    <a:pt x="65" y="1319"/>
                  </a:lnTo>
                  <a:cubicBezTo>
                    <a:pt x="1" y="1384"/>
                    <a:pt x="33" y="1512"/>
                    <a:pt x="97" y="1577"/>
                  </a:cubicBezTo>
                  <a:cubicBezTo>
                    <a:pt x="141" y="1606"/>
                    <a:pt x="190" y="1621"/>
                    <a:pt x="238" y="1621"/>
                  </a:cubicBezTo>
                  <a:cubicBezTo>
                    <a:pt x="296" y="1621"/>
                    <a:pt x="351" y="1598"/>
                    <a:pt x="387" y="1544"/>
                  </a:cubicBezTo>
                  <a:lnTo>
                    <a:pt x="1254" y="323"/>
                  </a:lnTo>
                  <a:cubicBezTo>
                    <a:pt x="1319" y="227"/>
                    <a:pt x="1319" y="98"/>
                    <a:pt x="1222" y="34"/>
                  </a:cubicBezTo>
                  <a:cubicBezTo>
                    <a:pt x="1188" y="11"/>
                    <a:pt x="1150" y="0"/>
                    <a:pt x="11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2433362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12"/>
        <p:cNvGrpSpPr/>
        <p:nvPr/>
      </p:nvGrpSpPr>
      <p:grpSpPr>
        <a:xfrm>
          <a:off x="0" y="0"/>
          <a:ext cx="0" cy="0"/>
          <a:chOff x="0" y="0"/>
          <a:chExt cx="0" cy="0"/>
        </a:xfrm>
      </p:grpSpPr>
      <p:pic>
        <p:nvPicPr>
          <p:cNvPr id="3513" name="Google Shape;3513;p62"/>
          <p:cNvPicPr preferRelativeResize="0"/>
          <p:nvPr/>
        </p:nvPicPr>
        <p:blipFill rotWithShape="1">
          <a:blip r:embed="rId3">
            <a:alphaModFix/>
          </a:blip>
          <a:srcRect l="1484" r="1494"/>
          <a:stretch/>
        </p:blipFill>
        <p:spPr>
          <a:xfrm>
            <a:off x="5811028" y="1768171"/>
            <a:ext cx="2367135" cy="1372386"/>
          </a:xfrm>
          <a:prstGeom prst="rect">
            <a:avLst/>
          </a:prstGeom>
          <a:noFill/>
          <a:ln>
            <a:noFill/>
          </a:ln>
        </p:spPr>
      </p:pic>
      <p:sp>
        <p:nvSpPr>
          <p:cNvPr id="3515" name="Google Shape;3515;p62"/>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a:t>Kết quả</a:t>
            </a:r>
            <a:endParaRPr/>
          </a:p>
        </p:txBody>
      </p:sp>
      <p:sp>
        <p:nvSpPr>
          <p:cNvPr id="3514" name="Google Shape;3514;p62"/>
          <p:cNvSpPr txBox="1">
            <a:spLocks noGrp="1"/>
          </p:cNvSpPr>
          <p:nvPr>
            <p:ph type="subTitle" idx="1"/>
          </p:nvPr>
        </p:nvSpPr>
        <p:spPr>
          <a:xfrm>
            <a:off x="240061" y="1348563"/>
            <a:ext cx="5013382" cy="2656200"/>
          </a:xfrm>
          <a:prstGeom prst="rect">
            <a:avLst/>
          </a:prstGeom>
        </p:spPr>
        <p:txBody>
          <a:bodyPr spcFirstLastPara="1" wrap="square" lIns="91425" tIns="91425" rIns="91425" bIns="91425" anchor="ctr" anchorCtr="0">
            <a:normAutofit/>
          </a:bodyPr>
          <a:lstStyle/>
          <a:p>
            <a:pPr marL="285750" lvl="0" indent="-285750" algn="just" rtl="0">
              <a:spcBef>
                <a:spcPts val="600"/>
              </a:spcBef>
              <a:spcAft>
                <a:spcPts val="0"/>
              </a:spcAft>
              <a:buClr>
                <a:schemeClr val="accent1"/>
              </a:buClr>
              <a:buSzPct val="85000"/>
              <a:buFont typeface="Wingdings" panose="05000000000000000000" pitchFamily="2" charset="2"/>
              <a:buChar char="v"/>
            </a:pPr>
            <a:r>
              <a:rPr lang="vi-VN" sz="1500" dirty="0">
                <a:latin typeface="Barlow Semi Condensed"/>
                <a:ea typeface="Barlow Semi Condensed"/>
                <a:cs typeface="Barlow Semi Condensed"/>
                <a:sym typeface="Barlow Semi Condensed"/>
              </a:rPr>
              <a:t>Phát hiện đúng lỗi gây treo vô hạn (a[j=1] thay vì a[j+1]) trong bài sắp xếp chèn thực tế.</a:t>
            </a:r>
            <a:r>
              <a:rPr lang="en-US" sz="1500" dirty="0" err="1" smtClean="0"/>
              <a:t/>
            </a:r>
            <a:r>
              <a:rPr lang="en-US" sz="1500" dirty="0" smtClean="0"/>
              <a:t/>
            </a:r>
            <a:r>
              <a:rPr lang="en-US" sz="1500" dirty="0" err="1" smtClean="0"/>
              <a:t/>
            </a:r>
            <a:r>
              <a:rPr lang="en-US" sz="1500" dirty="0" smtClean="0"/>
              <a:t/>
            </a:r>
            <a:r>
              <a:rPr lang="en-US" sz="1500" dirty="0" err="1" smtClean="0"/>
              <a:t/>
            </a:r>
            <a:r>
              <a:rPr lang="en-US" sz="1500" dirty="0" smtClean="0"/>
              <a:t/>
            </a:r>
            <a:r>
              <a:rPr lang="en-US" sz="1500" dirty="0" err="1" smtClean="0"/>
              <a:t/>
            </a:r>
            <a:r>
              <a:rPr lang="en-US" sz="1500" dirty="0" smtClean="0"/>
              <a:t/>
            </a:r>
            <a:r>
              <a:rPr lang="en-US" sz="1500" dirty="0" err="1" smtClean="0"/>
              <a:t/>
            </a:r>
            <a:r>
              <a:rPr lang="en-US" sz="1500" dirty="0" smtClean="0"/>
              <a:t/>
            </a:r>
            <a:r>
              <a:rPr lang="en-US" sz="1500" dirty="0" err="1" smtClean="0"/>
              <a:t/>
            </a:r>
            <a:r>
              <a:rPr lang="en-US" sz="1500" dirty="0" smtClean="0"/>
              <a:t/>
            </a:r>
            <a:r>
              <a:rPr lang="vi-VN" sz="1500" dirty="0" smtClean="0">
                <a:latin typeface="Barlow Semi Condensed"/>
                <a:ea typeface="Barlow Semi Condensed"/>
                <a:cs typeface="Barlow Semi Condensed"/>
                <a:sym typeface="Barlow Semi Condensed"/>
              </a:rPr>
              <a:t/>
            </a:r>
            <a:endParaRPr lang="vi-VN" sz="1500" dirty="0">
              <a:latin typeface="Barlow Semi Condensed"/>
              <a:ea typeface="Barlow Semi Condensed"/>
              <a:cs typeface="Barlow Semi Condensed"/>
              <a:sym typeface="Barlow Semi Condensed"/>
            </a:endParaRPr>
          </a:p>
          <a:p>
            <a:pPr marL="285750" lvl="0" indent="-285750" algn="just" rtl="0">
              <a:spcBef>
                <a:spcPts val="600"/>
              </a:spcBef>
              <a:spcAft>
                <a:spcPts val="0"/>
              </a:spcAft>
              <a:buClr>
                <a:schemeClr val="accent1"/>
              </a:buClr>
              <a:buSzPct val="85000"/>
              <a:buFont typeface="Wingdings" panose="05000000000000000000" pitchFamily="2" charset="2"/>
              <a:buChar char="v"/>
            </a:pPr>
            <a:r>
              <a:rPr lang="vi-VN" sz="1500" dirty="0">
                <a:latin typeface="Barlow Semi Condensed"/>
                <a:ea typeface="Barlow Semi Condensed"/>
                <a:cs typeface="Barlow Semi Condensed"/>
                <a:sym typeface="Barlow Semi Condensed"/>
              </a:rPr>
              <a:t>Chấm và phản hồi 5 bài nộp mô phỏng với điểm số phân biệt rõ chất lượng (6-10/10).</a:t>
            </a:r>
            <a:r>
              <a:rPr lang="en-US" sz="1500" dirty="0" err="1" smtClean="0">
                <a:latin typeface="Barlow Semi Condensed"/>
                <a:ea typeface="Barlow Semi Condensed"/>
                <a:cs typeface="Barlow Semi Condensed"/>
                <a:sym typeface="Barlow Semi Condensed"/>
              </a:rPr>
              <a:t/>
            </a:r>
            <a:r>
              <a:rPr lang="en-US" sz="1500" dirty="0" smtClean="0">
                <a:latin typeface="Barlow Semi Condensed"/>
                <a:ea typeface="Barlow Semi Condensed"/>
                <a:cs typeface="Barlow Semi Condensed"/>
                <a:sym typeface="Barlow Semi Condensed"/>
              </a:rPr>
              <a:t/>
            </a:r>
            <a:r>
              <a:rPr lang="en-US" sz="1500" dirty="0" err="1" smtClean="0">
                <a:latin typeface="Barlow Semi Condensed"/>
                <a:ea typeface="Barlow Semi Condensed"/>
                <a:cs typeface="Barlow Semi Condensed"/>
                <a:sym typeface="Barlow Semi Condensed"/>
              </a:rPr>
              <a:t/>
            </a:r>
            <a:r>
              <a:rPr lang="en-US" sz="1500" dirty="0" smtClean="0">
                <a:latin typeface="Barlow Semi Condensed"/>
                <a:ea typeface="Barlow Semi Condensed"/>
                <a:cs typeface="Barlow Semi Condensed"/>
                <a:sym typeface="Barlow Semi Condensed"/>
              </a:rPr>
              <a:t/>
            </a:r>
            <a:r>
              <a:rPr lang="en-US" sz="1500" dirty="0" err="1" smtClean="0">
                <a:latin typeface="Barlow Semi Condensed"/>
                <a:ea typeface="Barlow Semi Condensed"/>
                <a:cs typeface="Barlow Semi Condensed"/>
                <a:sym typeface="Barlow Semi Condensed"/>
              </a:rPr>
              <a:t/>
            </a:r>
            <a:r>
              <a:rPr lang="en-US" sz="1500" dirty="0" smtClean="0">
                <a:latin typeface="Barlow Semi Condensed"/>
                <a:ea typeface="Barlow Semi Condensed"/>
                <a:cs typeface="Barlow Semi Condensed"/>
                <a:sym typeface="Barlow Semi Condensed"/>
              </a:rPr>
              <a:t/>
            </a:r>
            <a:r>
              <a:rPr lang="en-US" sz="1500" dirty="0" err="1" smtClean="0">
                <a:latin typeface="Barlow Semi Condensed"/>
                <a:ea typeface="Barlow Semi Condensed"/>
                <a:cs typeface="Barlow Semi Condensed"/>
                <a:sym typeface="Barlow Semi Condensed"/>
              </a:rPr>
              <a:t/>
            </a:r>
            <a:r>
              <a:rPr lang="en-US" sz="1500" dirty="0" smtClean="0">
                <a:latin typeface="Barlow Semi Condensed"/>
                <a:ea typeface="Barlow Semi Condensed"/>
                <a:cs typeface="Barlow Semi Condensed"/>
                <a:sym typeface="Barlow Semi Condensed"/>
              </a:rPr>
              <a:t/>
            </a:r>
            <a:r>
              <a:rPr lang="en-US" sz="1500" dirty="0" err="1" smtClean="0">
                <a:latin typeface="Barlow Semi Condensed"/>
                <a:ea typeface="Barlow Semi Condensed"/>
                <a:cs typeface="Barlow Semi Condensed"/>
                <a:sym typeface="Barlow Semi Condensed"/>
              </a:rPr>
              <a:t/>
            </a:r>
            <a:r>
              <a:rPr lang="en-US" sz="1500" dirty="0" smtClean="0">
                <a:latin typeface="Barlow Semi Condensed"/>
                <a:ea typeface="Barlow Semi Condensed"/>
                <a:cs typeface="Barlow Semi Condensed"/>
                <a:sym typeface="Barlow Semi Condensed"/>
              </a:rPr>
              <a:t/>
            </a:r>
            <a:r>
              <a:rPr lang="en-US" sz="1500" dirty="0" err="1" smtClean="0">
                <a:latin typeface="Barlow Semi Condensed"/>
                <a:ea typeface="Barlow Semi Condensed"/>
                <a:cs typeface="Barlow Semi Condensed"/>
                <a:sym typeface="Barlow Semi Condensed"/>
              </a:rPr>
              <a:t/>
            </a:r>
            <a:r>
              <a:rPr lang="vi-VN" sz="1500" dirty="0" smtClean="0">
                <a:latin typeface="Barlow Semi Condensed"/>
                <a:ea typeface="Barlow Semi Condensed"/>
                <a:cs typeface="Barlow Semi Condensed"/>
                <a:sym typeface="Barlow Semi Condensed"/>
              </a:rPr>
              <a:t/>
            </a:r>
            <a:endParaRPr lang="vi-VN" sz="1500" dirty="0">
              <a:latin typeface="Barlow Semi Condensed"/>
              <a:ea typeface="Barlow Semi Condensed"/>
              <a:cs typeface="Barlow Semi Condensed"/>
              <a:sym typeface="Barlow Semi Condensed"/>
            </a:endParaRPr>
          </a:p>
          <a:p>
            <a:pPr marL="285750" lvl="0" indent="-285750" algn="just" rtl="0">
              <a:spcBef>
                <a:spcPts val="600"/>
              </a:spcBef>
              <a:spcAft>
                <a:spcPts val="0"/>
              </a:spcAft>
              <a:buClr>
                <a:schemeClr val="accent1"/>
              </a:buClr>
              <a:buSzPct val="85000"/>
              <a:buFont typeface="Wingdings" panose="05000000000000000000" pitchFamily="2" charset="2"/>
              <a:buChar char="v"/>
            </a:pPr>
            <a:r>
              <a:rPr lang="vi-VN" sz="1500" dirty="0" smtClean="0">
                <a:latin typeface="Barlow Semi Condensed"/>
                <a:ea typeface="Barlow Semi Condensed"/>
                <a:cs typeface="Barlow Semi Condensed"/>
                <a:sym typeface="Barlow Semi Condensed"/>
              </a:rPr>
              <a:t>Mỗi review đều kèm gợi ý hướng sửa cụ thể, không chỉ liệt kê lỗi.</a:t>
            </a:r>
            <a:r>
              <a:rPr lang="vi-VN" sz="1500" dirty="0">
                <a:latin typeface="Barlow Semi Condensed"/>
                <a:ea typeface="Barlow Semi Condensed"/>
                <a:cs typeface="Barlow Semi Condensed"/>
                <a:sym typeface="Barlow Semi Condensed"/>
              </a:rPr>
              <a:t/>
            </a:r>
          </a:p>
          <a:p>
            <a:pPr marL="285750" lvl="0" indent="-285750" algn="just" rtl="0">
              <a:spcBef>
                <a:spcPts val="600"/>
              </a:spcBef>
              <a:spcAft>
                <a:spcPts val="0"/>
              </a:spcAft>
              <a:buClr>
                <a:schemeClr val="accent1"/>
              </a:buClr>
              <a:buSzPct val="85000"/>
              <a:buFont typeface="Wingdings" panose="05000000000000000000" pitchFamily="2" charset="2"/>
              <a:buChar char="v"/>
            </a:pPr>
            <a:r>
              <a:rPr lang="vi-VN" sz="1500" dirty="0">
                <a:latin typeface="Barlow Semi Condensed"/>
                <a:ea typeface="Barlow Semi Condensed"/>
                <a:cs typeface="Barlow Semi Condensed"/>
                <a:sym typeface="Barlow Semi Condensed"/>
              </a:rPr>
              <a:t>Website hỗ trợ hoạt động ổn định cho quy trình tạo bài tập → nộp bài → xem kết quả.</a:t>
            </a:r>
            <a:r>
              <a:rPr lang="en-US" sz="1500" dirty="0" err="1" smtClean="0"/>
              <a:t/>
            </a:r>
            <a:r>
              <a:rPr lang="en-US" sz="1500" dirty="0" smtClean="0"/>
              <a:t/>
            </a:r>
            <a:r>
              <a:rPr lang="en-US" sz="1500" dirty="0" err="1" smtClean="0"/>
              <a:t/>
            </a:r>
            <a:r>
              <a:rPr lang="en-US" sz="1500" dirty="0" smtClean="0"/>
              <a:t/>
            </a:r>
            <a:r>
              <a:rPr lang="en-US" sz="1500" dirty="0" err="1" smtClean="0"/>
              <a:t/>
            </a:r>
            <a:r>
              <a:rPr lang="en-US" sz="1500" dirty="0" smtClean="0"/>
              <a:t/>
            </a:r>
            <a:r>
              <a:rPr lang="en-US" sz="1500" dirty="0" err="1" smtClean="0"/>
              <a:t/>
            </a:r>
            <a:r>
              <a:rPr lang="en-US" sz="1500" dirty="0" smtClean="0"/>
              <a:t/>
            </a:r>
            <a:r>
              <a:rPr lang="en-US" sz="1500" dirty="0" err="1" smtClean="0"/>
              <a:t/>
            </a:r>
            <a:r>
              <a:rPr lang="en-US" sz="1500" dirty="0" smtClean="0"/>
              <a:t/>
            </a:r>
            <a:r>
              <a:rPr lang="en-US" sz="1500" dirty="0" err="1" smtClean="0"/>
              <a:t/>
            </a:r>
            <a:r>
              <a:rPr lang="vi-VN" sz="1500" dirty="0" smtClean="0">
                <a:latin typeface="Barlow Semi Condensed"/>
                <a:ea typeface="Barlow Semi Condensed"/>
                <a:cs typeface="Barlow Semi Condensed"/>
                <a:sym typeface="Barlow Semi Condensed"/>
              </a:rPr>
              <a:t/>
            </a:r>
            <a:endParaRPr lang="vi-VN" sz="1500" dirty="0">
              <a:latin typeface="Barlow Semi Condensed"/>
              <a:ea typeface="Barlow Semi Condensed"/>
              <a:cs typeface="Barlow Semi Condensed"/>
              <a:sym typeface="Barlow Semi Condensed"/>
            </a:endParaRPr>
          </a:p>
          <a:p>
            <a:pPr marL="285750" lvl="0" indent="-285750" algn="just" rtl="0">
              <a:spcBef>
                <a:spcPts val="600"/>
              </a:spcBef>
              <a:spcAft>
                <a:spcPts val="0"/>
              </a:spcAft>
              <a:buClr>
                <a:schemeClr val="accent1"/>
              </a:buClr>
              <a:buSzPct val="85000"/>
              <a:buFont typeface="Wingdings" panose="05000000000000000000" pitchFamily="2" charset="2"/>
              <a:buChar char="v"/>
            </a:pPr>
            <a:r>
              <a:rPr lang="vi-VN" sz="1500" dirty="0">
                <a:latin typeface="Barlow Semi Condensed"/>
                <a:ea typeface="Barlow Semi Condensed"/>
                <a:cs typeface="Barlow Semi Condensed"/>
                <a:sym typeface="Barlow Semi Condensed"/>
              </a:rPr>
              <a:t>Khung chuẩn mã nguồn môn học được đối chiếu tách biệt khỏi lỗi logic.</a:t>
            </a:r>
            <a:r>
              <a:rPr lang="en-US" sz="1500" dirty="0" err="1" smtClean="0"/>
              <a:t/>
            </a:r>
            <a:r>
              <a:rPr lang="en-US" sz="1500" dirty="0" smtClean="0"/>
              <a:t/>
            </a:r>
            <a:r>
              <a:rPr lang="en-US" sz="1500" dirty="0" err="1" smtClean="0"/>
              <a:t/>
            </a:r>
            <a:r>
              <a:rPr lang="en-US" sz="1500" dirty="0" smtClean="0"/>
              <a:t/>
            </a:r>
            <a:r>
              <a:rPr lang="en-US" sz="1500" dirty="0" err="1" smtClean="0"/>
              <a:t/>
            </a:r>
            <a:r>
              <a:rPr lang="en-US" sz="1500" dirty="0" smtClean="0"/>
              <a:t/>
            </a:r>
            <a:r>
              <a:rPr lang="en-US" sz="1500" dirty="0" err="1" smtClean="0"/>
              <a:t/>
            </a:r>
            <a:r>
              <a:rPr lang="en-US" sz="1500" dirty="0" smtClean="0"/>
              <a:t/>
            </a:r>
            <a:r>
              <a:rPr lang="en-US" sz="1500" dirty="0" err="1" smtClean="0"/>
              <a:t/>
            </a:r>
            <a:r>
              <a:rPr lang="en-US" sz="1500" dirty="0" smtClean="0"/>
              <a:t/>
            </a:r>
            <a:r>
              <a:rPr lang="en-US" sz="1500" dirty="0" err="1" smtClean="0"/>
              <a:t/>
            </a:r>
            <a:r>
              <a:rPr lang="en-US" sz="1500" dirty="0" smtClean="0"/>
              <a:t/>
            </a:r>
            <a:r>
              <a:rPr lang="en-US" sz="1500" dirty="0" err="1" smtClean="0"/>
              <a:t/>
            </a:r>
            <a:r>
              <a:rPr lang="vi-VN" sz="1500" dirty="0" smtClean="0"/>
              <a:t/>
            </a:r>
            <a:endParaRPr lang="vi-VN" sz="1500" dirty="0">
              <a:latin typeface="Barlow Semi Condensed"/>
              <a:ea typeface="Barlow Semi Condensed"/>
              <a:cs typeface="Barlow Semi Condensed"/>
              <a:sym typeface="Barlow Semi Condensed"/>
            </a:endParaRPr>
          </a:p>
        </p:txBody>
      </p:sp>
      <p:grpSp>
        <p:nvGrpSpPr>
          <p:cNvPr id="3516" name="Google Shape;3516;p62"/>
          <p:cNvGrpSpPr/>
          <p:nvPr/>
        </p:nvGrpSpPr>
        <p:grpSpPr>
          <a:xfrm>
            <a:off x="5045480" y="1074871"/>
            <a:ext cx="3584419" cy="3307350"/>
            <a:chOff x="1230400" y="410075"/>
            <a:chExt cx="5124625" cy="4728500"/>
          </a:xfrm>
        </p:grpSpPr>
        <p:sp>
          <p:nvSpPr>
            <p:cNvPr id="3517" name="Google Shape;3517;p62"/>
            <p:cNvSpPr/>
            <p:nvPr/>
          </p:nvSpPr>
          <p:spPr>
            <a:xfrm>
              <a:off x="1384675" y="410150"/>
              <a:ext cx="4970350" cy="3655600"/>
            </a:xfrm>
            <a:custGeom>
              <a:avLst/>
              <a:gdLst/>
              <a:ahLst/>
              <a:cxnLst/>
              <a:rect l="l" t="t" r="r" b="b"/>
              <a:pathLst>
                <a:path w="198814" h="146224" extrusionOk="0">
                  <a:moveTo>
                    <a:pt x="173002" y="38507"/>
                  </a:moveTo>
                  <a:lnTo>
                    <a:pt x="173002" y="118161"/>
                  </a:lnTo>
                  <a:lnTo>
                    <a:pt x="37835" y="118161"/>
                  </a:lnTo>
                  <a:lnTo>
                    <a:pt x="37835" y="38507"/>
                  </a:lnTo>
                  <a:close/>
                  <a:moveTo>
                    <a:pt x="144780" y="0"/>
                  </a:moveTo>
                  <a:cubicBezTo>
                    <a:pt x="136124" y="0"/>
                    <a:pt x="127640" y="2694"/>
                    <a:pt x="120221" y="7391"/>
                  </a:cubicBezTo>
                  <a:cubicBezTo>
                    <a:pt x="110674" y="13402"/>
                    <a:pt x="103216" y="21213"/>
                    <a:pt x="91516" y="22724"/>
                  </a:cubicBezTo>
                  <a:cubicBezTo>
                    <a:pt x="84957" y="23559"/>
                    <a:pt x="78300" y="23746"/>
                    <a:pt x="71643" y="23746"/>
                  </a:cubicBezTo>
                  <a:cubicBezTo>
                    <a:pt x="66261" y="23746"/>
                    <a:pt x="60878" y="23624"/>
                    <a:pt x="55546" y="23624"/>
                  </a:cubicBezTo>
                  <a:cubicBezTo>
                    <a:pt x="24881" y="23624"/>
                    <a:pt x="1" y="55833"/>
                    <a:pt x="6205" y="89392"/>
                  </a:cubicBezTo>
                  <a:cubicBezTo>
                    <a:pt x="12441" y="122951"/>
                    <a:pt x="41756" y="146223"/>
                    <a:pt x="66636" y="146223"/>
                  </a:cubicBezTo>
                  <a:cubicBezTo>
                    <a:pt x="89009" y="146223"/>
                    <a:pt x="107395" y="132787"/>
                    <a:pt x="128643" y="129187"/>
                  </a:cubicBezTo>
                  <a:cubicBezTo>
                    <a:pt x="139186" y="127419"/>
                    <a:pt x="149761" y="129508"/>
                    <a:pt x="160176" y="126840"/>
                  </a:cubicBezTo>
                  <a:cubicBezTo>
                    <a:pt x="172295" y="123722"/>
                    <a:pt x="183674" y="116297"/>
                    <a:pt x="190392" y="105560"/>
                  </a:cubicBezTo>
                  <a:cubicBezTo>
                    <a:pt x="194956" y="98232"/>
                    <a:pt x="197207" y="90163"/>
                    <a:pt x="197817" y="81870"/>
                  </a:cubicBezTo>
                  <a:cubicBezTo>
                    <a:pt x="198814" y="68594"/>
                    <a:pt x="195728" y="54740"/>
                    <a:pt x="191613" y="42397"/>
                  </a:cubicBezTo>
                  <a:cubicBezTo>
                    <a:pt x="185474" y="24074"/>
                    <a:pt x="173548" y="5270"/>
                    <a:pt x="153490" y="930"/>
                  </a:cubicBezTo>
                  <a:cubicBezTo>
                    <a:pt x="150590" y="302"/>
                    <a:pt x="147676" y="0"/>
                    <a:pt x="1447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62"/>
            <p:cNvSpPr/>
            <p:nvPr/>
          </p:nvSpPr>
          <p:spPr>
            <a:xfrm>
              <a:off x="1515675" y="410075"/>
              <a:ext cx="4819275" cy="3654050"/>
            </a:xfrm>
            <a:custGeom>
              <a:avLst/>
              <a:gdLst/>
              <a:ahLst/>
              <a:cxnLst/>
              <a:rect l="l" t="t" r="r" b="b"/>
              <a:pathLst>
                <a:path w="192771" h="146162" extrusionOk="0">
                  <a:moveTo>
                    <a:pt x="139507" y="1"/>
                  </a:moveTo>
                  <a:cubicBezTo>
                    <a:pt x="130860" y="1"/>
                    <a:pt x="122406" y="2701"/>
                    <a:pt x="114981" y="7394"/>
                  </a:cubicBezTo>
                  <a:cubicBezTo>
                    <a:pt x="105434" y="13405"/>
                    <a:pt x="97976" y="21216"/>
                    <a:pt x="86276" y="22727"/>
                  </a:cubicBezTo>
                  <a:cubicBezTo>
                    <a:pt x="79686" y="23563"/>
                    <a:pt x="73032" y="23756"/>
                    <a:pt x="66346" y="23756"/>
                  </a:cubicBezTo>
                  <a:cubicBezTo>
                    <a:pt x="60978" y="23756"/>
                    <a:pt x="55610" y="23627"/>
                    <a:pt x="50306" y="23627"/>
                  </a:cubicBezTo>
                  <a:cubicBezTo>
                    <a:pt x="22855" y="23627"/>
                    <a:pt x="32" y="49471"/>
                    <a:pt x="0" y="78948"/>
                  </a:cubicBezTo>
                  <a:cubicBezTo>
                    <a:pt x="0" y="82387"/>
                    <a:pt x="322" y="85891"/>
                    <a:pt x="965" y="89395"/>
                  </a:cubicBezTo>
                  <a:cubicBezTo>
                    <a:pt x="2893" y="99777"/>
                    <a:pt x="7040" y="109196"/>
                    <a:pt x="12601" y="117232"/>
                  </a:cubicBezTo>
                  <a:cubicBezTo>
                    <a:pt x="13469" y="115850"/>
                    <a:pt x="14337" y="114500"/>
                    <a:pt x="15140" y="113278"/>
                  </a:cubicBezTo>
                  <a:cubicBezTo>
                    <a:pt x="14305" y="112796"/>
                    <a:pt x="13565" y="112153"/>
                    <a:pt x="13276" y="111285"/>
                  </a:cubicBezTo>
                  <a:cubicBezTo>
                    <a:pt x="13179" y="111028"/>
                    <a:pt x="13147" y="110803"/>
                    <a:pt x="13147" y="110546"/>
                  </a:cubicBezTo>
                  <a:cubicBezTo>
                    <a:pt x="13147" y="109582"/>
                    <a:pt x="13758" y="108681"/>
                    <a:pt x="14787" y="108456"/>
                  </a:cubicBezTo>
                  <a:cubicBezTo>
                    <a:pt x="14915" y="108424"/>
                    <a:pt x="15044" y="108424"/>
                    <a:pt x="15205" y="108424"/>
                  </a:cubicBezTo>
                  <a:cubicBezTo>
                    <a:pt x="15976" y="108424"/>
                    <a:pt x="16812" y="108810"/>
                    <a:pt x="17583" y="109389"/>
                  </a:cubicBezTo>
                  <a:cubicBezTo>
                    <a:pt x="17648" y="109260"/>
                    <a:pt x="17744" y="109132"/>
                    <a:pt x="17808" y="109035"/>
                  </a:cubicBezTo>
                  <a:cubicBezTo>
                    <a:pt x="18194" y="108392"/>
                    <a:pt x="18451" y="107910"/>
                    <a:pt x="18515" y="107749"/>
                  </a:cubicBezTo>
                  <a:cubicBezTo>
                    <a:pt x="19158" y="106303"/>
                    <a:pt x="20958" y="102445"/>
                    <a:pt x="21183" y="101963"/>
                  </a:cubicBezTo>
                  <a:cubicBezTo>
                    <a:pt x="21183" y="101835"/>
                    <a:pt x="21183" y="101610"/>
                    <a:pt x="21183" y="101256"/>
                  </a:cubicBezTo>
                  <a:cubicBezTo>
                    <a:pt x="21183" y="99617"/>
                    <a:pt x="21151" y="95599"/>
                    <a:pt x="20958" y="92288"/>
                  </a:cubicBezTo>
                  <a:cubicBezTo>
                    <a:pt x="20894" y="91323"/>
                    <a:pt x="20862" y="90456"/>
                    <a:pt x="20862" y="89716"/>
                  </a:cubicBezTo>
                  <a:cubicBezTo>
                    <a:pt x="20862" y="89073"/>
                    <a:pt x="20894" y="88495"/>
                    <a:pt x="20926" y="87980"/>
                  </a:cubicBezTo>
                  <a:cubicBezTo>
                    <a:pt x="20444" y="87370"/>
                    <a:pt x="20316" y="86791"/>
                    <a:pt x="20316" y="86309"/>
                  </a:cubicBezTo>
                  <a:cubicBezTo>
                    <a:pt x="20316" y="85859"/>
                    <a:pt x="20444" y="85505"/>
                    <a:pt x="20508" y="85312"/>
                  </a:cubicBezTo>
                  <a:cubicBezTo>
                    <a:pt x="20573" y="85184"/>
                    <a:pt x="20766" y="85055"/>
                    <a:pt x="21055" y="84927"/>
                  </a:cubicBezTo>
                  <a:cubicBezTo>
                    <a:pt x="21023" y="84573"/>
                    <a:pt x="20991" y="84220"/>
                    <a:pt x="20991" y="83962"/>
                  </a:cubicBezTo>
                  <a:cubicBezTo>
                    <a:pt x="20991" y="83705"/>
                    <a:pt x="21055" y="83352"/>
                    <a:pt x="21151" y="82902"/>
                  </a:cubicBezTo>
                  <a:cubicBezTo>
                    <a:pt x="21216" y="82452"/>
                    <a:pt x="21344" y="81873"/>
                    <a:pt x="21505" y="81262"/>
                  </a:cubicBezTo>
                  <a:cubicBezTo>
                    <a:pt x="21826" y="80041"/>
                    <a:pt x="22212" y="78562"/>
                    <a:pt x="22630" y="77148"/>
                  </a:cubicBezTo>
                  <a:cubicBezTo>
                    <a:pt x="23337" y="74673"/>
                    <a:pt x="24044" y="72358"/>
                    <a:pt x="24205" y="71812"/>
                  </a:cubicBezTo>
                  <a:cubicBezTo>
                    <a:pt x="24044" y="71587"/>
                    <a:pt x="23659" y="71040"/>
                    <a:pt x="23241" y="70430"/>
                  </a:cubicBezTo>
                  <a:cubicBezTo>
                    <a:pt x="22694" y="69626"/>
                    <a:pt x="22051" y="68726"/>
                    <a:pt x="21730" y="68276"/>
                  </a:cubicBezTo>
                  <a:cubicBezTo>
                    <a:pt x="21666" y="68147"/>
                    <a:pt x="21601" y="68083"/>
                    <a:pt x="21569" y="68051"/>
                  </a:cubicBezTo>
                  <a:cubicBezTo>
                    <a:pt x="21473" y="67922"/>
                    <a:pt x="21441" y="67794"/>
                    <a:pt x="21441" y="67633"/>
                  </a:cubicBezTo>
                  <a:cubicBezTo>
                    <a:pt x="21441" y="67504"/>
                    <a:pt x="21473" y="67376"/>
                    <a:pt x="21569" y="67279"/>
                  </a:cubicBezTo>
                  <a:cubicBezTo>
                    <a:pt x="21633" y="67151"/>
                    <a:pt x="21794" y="67086"/>
                    <a:pt x="21955" y="67086"/>
                  </a:cubicBezTo>
                  <a:cubicBezTo>
                    <a:pt x="22083" y="67086"/>
                    <a:pt x="22180" y="67119"/>
                    <a:pt x="22308" y="67183"/>
                  </a:cubicBezTo>
                  <a:lnTo>
                    <a:pt x="21666" y="65929"/>
                  </a:lnTo>
                  <a:lnTo>
                    <a:pt x="21633" y="65833"/>
                  </a:lnTo>
                  <a:lnTo>
                    <a:pt x="21633" y="65801"/>
                  </a:lnTo>
                  <a:cubicBezTo>
                    <a:pt x="21633" y="65769"/>
                    <a:pt x="21633" y="65640"/>
                    <a:pt x="21666" y="65511"/>
                  </a:cubicBezTo>
                  <a:cubicBezTo>
                    <a:pt x="21698" y="65383"/>
                    <a:pt x="21762" y="65254"/>
                    <a:pt x="21891" y="65094"/>
                  </a:cubicBezTo>
                  <a:cubicBezTo>
                    <a:pt x="21987" y="65029"/>
                    <a:pt x="22116" y="64965"/>
                    <a:pt x="22276" y="64965"/>
                  </a:cubicBezTo>
                  <a:cubicBezTo>
                    <a:pt x="22341" y="64965"/>
                    <a:pt x="22405" y="64965"/>
                    <a:pt x="22469" y="64997"/>
                  </a:cubicBezTo>
                  <a:cubicBezTo>
                    <a:pt x="22566" y="64997"/>
                    <a:pt x="22630" y="65061"/>
                    <a:pt x="22726" y="65094"/>
                  </a:cubicBezTo>
                  <a:lnTo>
                    <a:pt x="22726" y="65094"/>
                  </a:lnTo>
                  <a:lnTo>
                    <a:pt x="22437" y="64483"/>
                  </a:lnTo>
                  <a:cubicBezTo>
                    <a:pt x="22437" y="64451"/>
                    <a:pt x="22405" y="64386"/>
                    <a:pt x="22437" y="64322"/>
                  </a:cubicBezTo>
                  <a:cubicBezTo>
                    <a:pt x="22437" y="64322"/>
                    <a:pt x="22469" y="64226"/>
                    <a:pt x="22501" y="64097"/>
                  </a:cubicBezTo>
                  <a:cubicBezTo>
                    <a:pt x="22566" y="64001"/>
                    <a:pt x="22662" y="63840"/>
                    <a:pt x="22823" y="63743"/>
                  </a:cubicBezTo>
                  <a:cubicBezTo>
                    <a:pt x="22919" y="63647"/>
                    <a:pt x="23080" y="63615"/>
                    <a:pt x="23209" y="63615"/>
                  </a:cubicBezTo>
                  <a:lnTo>
                    <a:pt x="23241" y="63615"/>
                  </a:lnTo>
                  <a:cubicBezTo>
                    <a:pt x="23401" y="63615"/>
                    <a:pt x="23562" y="63647"/>
                    <a:pt x="23723" y="63743"/>
                  </a:cubicBezTo>
                  <a:cubicBezTo>
                    <a:pt x="23819" y="63808"/>
                    <a:pt x="23916" y="63904"/>
                    <a:pt x="23980" y="64001"/>
                  </a:cubicBezTo>
                  <a:cubicBezTo>
                    <a:pt x="24076" y="64097"/>
                    <a:pt x="24141" y="64193"/>
                    <a:pt x="24237" y="64354"/>
                  </a:cubicBezTo>
                  <a:cubicBezTo>
                    <a:pt x="24366" y="64547"/>
                    <a:pt x="24494" y="64772"/>
                    <a:pt x="24623" y="64997"/>
                  </a:cubicBezTo>
                  <a:lnTo>
                    <a:pt x="24494" y="64161"/>
                  </a:lnTo>
                  <a:cubicBezTo>
                    <a:pt x="24494" y="64097"/>
                    <a:pt x="24494" y="64033"/>
                    <a:pt x="24526" y="64001"/>
                  </a:cubicBezTo>
                  <a:cubicBezTo>
                    <a:pt x="24526" y="63968"/>
                    <a:pt x="24591" y="63872"/>
                    <a:pt x="24687" y="63776"/>
                  </a:cubicBezTo>
                  <a:cubicBezTo>
                    <a:pt x="24719" y="63776"/>
                    <a:pt x="24719" y="63743"/>
                    <a:pt x="24751" y="63743"/>
                  </a:cubicBezTo>
                  <a:lnTo>
                    <a:pt x="24751" y="36485"/>
                  </a:lnTo>
                  <a:cubicBezTo>
                    <a:pt x="24751" y="33592"/>
                    <a:pt x="27098" y="31213"/>
                    <a:pt x="30023" y="31213"/>
                  </a:cubicBezTo>
                  <a:lnTo>
                    <a:pt x="170366" y="31213"/>
                  </a:lnTo>
                  <a:cubicBezTo>
                    <a:pt x="173259" y="31213"/>
                    <a:pt x="175637" y="33592"/>
                    <a:pt x="175637" y="36485"/>
                  </a:cubicBezTo>
                  <a:lnTo>
                    <a:pt x="175637" y="116364"/>
                  </a:lnTo>
                  <a:cubicBezTo>
                    <a:pt x="179334" y="113278"/>
                    <a:pt x="182580" y="109678"/>
                    <a:pt x="185152" y="105563"/>
                  </a:cubicBezTo>
                  <a:cubicBezTo>
                    <a:pt x="189716" y="98235"/>
                    <a:pt x="191967" y="90166"/>
                    <a:pt x="192577" y="81873"/>
                  </a:cubicBezTo>
                  <a:cubicBezTo>
                    <a:pt x="192706" y="80169"/>
                    <a:pt x="192770" y="78466"/>
                    <a:pt x="192770" y="76762"/>
                  </a:cubicBezTo>
                  <a:cubicBezTo>
                    <a:pt x="192770" y="65094"/>
                    <a:pt x="189974" y="53168"/>
                    <a:pt x="186373" y="42400"/>
                  </a:cubicBezTo>
                  <a:cubicBezTo>
                    <a:pt x="180234" y="24077"/>
                    <a:pt x="168308" y="5273"/>
                    <a:pt x="148250" y="933"/>
                  </a:cubicBezTo>
                  <a:cubicBezTo>
                    <a:pt x="145325" y="322"/>
                    <a:pt x="142432" y="1"/>
                    <a:pt x="139507" y="1"/>
                  </a:cubicBezTo>
                  <a:close/>
                  <a:moveTo>
                    <a:pt x="23016" y="127229"/>
                  </a:moveTo>
                  <a:cubicBezTo>
                    <a:pt x="22823" y="127454"/>
                    <a:pt x="22630" y="127679"/>
                    <a:pt x="22469" y="127840"/>
                  </a:cubicBezTo>
                  <a:cubicBezTo>
                    <a:pt x="22308" y="128032"/>
                    <a:pt x="22148" y="128193"/>
                    <a:pt x="22019" y="128354"/>
                  </a:cubicBezTo>
                  <a:cubicBezTo>
                    <a:pt x="22919" y="129222"/>
                    <a:pt x="23819" y="130058"/>
                    <a:pt x="24751" y="130861"/>
                  </a:cubicBezTo>
                  <a:lnTo>
                    <a:pt x="24751" y="127550"/>
                  </a:lnTo>
                  <a:cubicBezTo>
                    <a:pt x="24173" y="127518"/>
                    <a:pt x="23562" y="127422"/>
                    <a:pt x="23016" y="127229"/>
                  </a:cubicBezTo>
                  <a:close/>
                  <a:moveTo>
                    <a:pt x="64064" y="144523"/>
                  </a:moveTo>
                  <a:cubicBezTo>
                    <a:pt x="64032" y="145069"/>
                    <a:pt x="63968" y="145616"/>
                    <a:pt x="63903" y="146162"/>
                  </a:cubicBezTo>
                  <a:cubicBezTo>
                    <a:pt x="67921" y="145969"/>
                    <a:pt x="71779" y="145391"/>
                    <a:pt x="75572" y="1445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62"/>
            <p:cNvSpPr/>
            <p:nvPr/>
          </p:nvSpPr>
          <p:spPr>
            <a:xfrm>
              <a:off x="1972925" y="4531000"/>
              <a:ext cx="4095225" cy="240325"/>
            </a:xfrm>
            <a:custGeom>
              <a:avLst/>
              <a:gdLst/>
              <a:ahLst/>
              <a:cxnLst/>
              <a:rect l="l" t="t" r="r" b="b"/>
              <a:pathLst>
                <a:path w="163809" h="9613" extrusionOk="0">
                  <a:moveTo>
                    <a:pt x="81904" y="1"/>
                  </a:moveTo>
                  <a:cubicBezTo>
                    <a:pt x="36677" y="1"/>
                    <a:pt x="0" y="2155"/>
                    <a:pt x="0" y="4823"/>
                  </a:cubicBezTo>
                  <a:cubicBezTo>
                    <a:pt x="0" y="7458"/>
                    <a:pt x="36677" y="9612"/>
                    <a:pt x="81904" y="9612"/>
                  </a:cubicBezTo>
                  <a:cubicBezTo>
                    <a:pt x="127131" y="9612"/>
                    <a:pt x="163808" y="7458"/>
                    <a:pt x="163808" y="4823"/>
                  </a:cubicBezTo>
                  <a:cubicBezTo>
                    <a:pt x="163808" y="2155"/>
                    <a:pt x="127131" y="1"/>
                    <a:pt x="819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62"/>
            <p:cNvSpPr/>
            <p:nvPr/>
          </p:nvSpPr>
          <p:spPr>
            <a:xfrm>
              <a:off x="1972925" y="4535825"/>
              <a:ext cx="4095225" cy="235500"/>
            </a:xfrm>
            <a:custGeom>
              <a:avLst/>
              <a:gdLst/>
              <a:ahLst/>
              <a:cxnLst/>
              <a:rect l="l" t="t" r="r" b="b"/>
              <a:pathLst>
                <a:path w="163809" h="9420" extrusionOk="0">
                  <a:moveTo>
                    <a:pt x="58310" y="1"/>
                  </a:moveTo>
                  <a:lnTo>
                    <a:pt x="58310" y="1"/>
                  </a:lnTo>
                  <a:cubicBezTo>
                    <a:pt x="53489" y="97"/>
                    <a:pt x="48892" y="226"/>
                    <a:pt x="44488" y="354"/>
                  </a:cubicBezTo>
                  <a:cubicBezTo>
                    <a:pt x="41917" y="1062"/>
                    <a:pt x="39924" y="1126"/>
                    <a:pt x="39924" y="1126"/>
                  </a:cubicBezTo>
                  <a:lnTo>
                    <a:pt x="39924" y="1094"/>
                  </a:lnTo>
                  <a:cubicBezTo>
                    <a:pt x="39924" y="1062"/>
                    <a:pt x="39924" y="837"/>
                    <a:pt x="39956" y="483"/>
                  </a:cubicBezTo>
                  <a:lnTo>
                    <a:pt x="39956" y="483"/>
                  </a:lnTo>
                  <a:cubicBezTo>
                    <a:pt x="37609" y="579"/>
                    <a:pt x="35391" y="676"/>
                    <a:pt x="33206" y="740"/>
                  </a:cubicBezTo>
                  <a:cubicBezTo>
                    <a:pt x="33238" y="901"/>
                    <a:pt x="33238" y="1029"/>
                    <a:pt x="33238" y="1158"/>
                  </a:cubicBezTo>
                  <a:cubicBezTo>
                    <a:pt x="33238" y="1383"/>
                    <a:pt x="33206" y="1512"/>
                    <a:pt x="33206" y="1512"/>
                  </a:cubicBezTo>
                  <a:cubicBezTo>
                    <a:pt x="33206" y="1512"/>
                    <a:pt x="31791" y="1415"/>
                    <a:pt x="29830" y="901"/>
                  </a:cubicBezTo>
                  <a:cubicBezTo>
                    <a:pt x="11605" y="1801"/>
                    <a:pt x="0" y="3119"/>
                    <a:pt x="0" y="4630"/>
                  </a:cubicBezTo>
                  <a:cubicBezTo>
                    <a:pt x="0" y="7265"/>
                    <a:pt x="36677" y="9419"/>
                    <a:pt x="81904" y="9419"/>
                  </a:cubicBezTo>
                  <a:cubicBezTo>
                    <a:pt x="127131" y="9419"/>
                    <a:pt x="163808" y="7265"/>
                    <a:pt x="163808" y="4630"/>
                  </a:cubicBezTo>
                  <a:cubicBezTo>
                    <a:pt x="163808" y="2444"/>
                    <a:pt x="139218" y="612"/>
                    <a:pt x="105498" y="1"/>
                  </a:cubicBezTo>
                  <a:lnTo>
                    <a:pt x="105498" y="1"/>
                  </a:lnTo>
                  <a:lnTo>
                    <a:pt x="106430" y="1190"/>
                  </a:lnTo>
                  <a:cubicBezTo>
                    <a:pt x="106495" y="1287"/>
                    <a:pt x="106527" y="1415"/>
                    <a:pt x="106463" y="1512"/>
                  </a:cubicBezTo>
                  <a:cubicBezTo>
                    <a:pt x="106430" y="1608"/>
                    <a:pt x="106302" y="1672"/>
                    <a:pt x="106205" y="1672"/>
                  </a:cubicBezTo>
                  <a:lnTo>
                    <a:pt x="57603" y="1672"/>
                  </a:lnTo>
                  <a:cubicBezTo>
                    <a:pt x="57475" y="1672"/>
                    <a:pt x="57378" y="1608"/>
                    <a:pt x="57314" y="1512"/>
                  </a:cubicBezTo>
                  <a:cubicBezTo>
                    <a:pt x="57282" y="1415"/>
                    <a:pt x="57282" y="1287"/>
                    <a:pt x="57346" y="1190"/>
                  </a:cubicBezTo>
                  <a:lnTo>
                    <a:pt x="5831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62"/>
            <p:cNvSpPr/>
            <p:nvPr/>
          </p:nvSpPr>
          <p:spPr>
            <a:xfrm>
              <a:off x="2121600" y="3176250"/>
              <a:ext cx="133425" cy="207225"/>
            </a:xfrm>
            <a:custGeom>
              <a:avLst/>
              <a:gdLst/>
              <a:ahLst/>
              <a:cxnLst/>
              <a:rect l="l" t="t" r="r" b="b"/>
              <a:pathLst>
                <a:path w="5337" h="8289" extrusionOk="0">
                  <a:moveTo>
                    <a:pt x="2783" y="0"/>
                  </a:moveTo>
                  <a:cubicBezTo>
                    <a:pt x="2420" y="0"/>
                    <a:pt x="2050" y="99"/>
                    <a:pt x="1704" y="317"/>
                  </a:cubicBezTo>
                  <a:cubicBezTo>
                    <a:pt x="161" y="1249"/>
                    <a:pt x="0" y="4528"/>
                    <a:pt x="386" y="6103"/>
                  </a:cubicBezTo>
                  <a:cubicBezTo>
                    <a:pt x="418" y="6230"/>
                    <a:pt x="1209" y="8289"/>
                    <a:pt x="1222" y="8289"/>
                  </a:cubicBezTo>
                  <a:cubicBezTo>
                    <a:pt x="1222" y="8289"/>
                    <a:pt x="1222" y="8289"/>
                    <a:pt x="1222" y="8289"/>
                  </a:cubicBezTo>
                  <a:cubicBezTo>
                    <a:pt x="1254" y="8289"/>
                    <a:pt x="3729" y="6328"/>
                    <a:pt x="4372" y="5042"/>
                  </a:cubicBezTo>
                  <a:cubicBezTo>
                    <a:pt x="4918" y="3949"/>
                    <a:pt x="5336" y="2438"/>
                    <a:pt x="4758" y="1281"/>
                  </a:cubicBezTo>
                  <a:cubicBezTo>
                    <a:pt x="4379" y="502"/>
                    <a:pt x="3600" y="0"/>
                    <a:pt x="27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62"/>
            <p:cNvSpPr/>
            <p:nvPr/>
          </p:nvSpPr>
          <p:spPr>
            <a:xfrm>
              <a:off x="1502000" y="3626850"/>
              <a:ext cx="143875" cy="202650"/>
            </a:xfrm>
            <a:custGeom>
              <a:avLst/>
              <a:gdLst/>
              <a:ahLst/>
              <a:cxnLst/>
              <a:rect l="l" t="t" r="r" b="b"/>
              <a:pathLst>
                <a:path w="5755" h="8106" extrusionOk="0">
                  <a:moveTo>
                    <a:pt x="2641" y="1"/>
                  </a:moveTo>
                  <a:cubicBezTo>
                    <a:pt x="1856" y="1"/>
                    <a:pt x="1101" y="408"/>
                    <a:pt x="740" y="1194"/>
                  </a:cubicBezTo>
                  <a:cubicBezTo>
                    <a:pt x="1" y="2833"/>
                    <a:pt x="1640" y="5662"/>
                    <a:pt x="2862" y="6755"/>
                  </a:cubicBezTo>
                  <a:cubicBezTo>
                    <a:pt x="2957" y="6850"/>
                    <a:pt x="4683" y="8105"/>
                    <a:pt x="4756" y="8105"/>
                  </a:cubicBezTo>
                  <a:cubicBezTo>
                    <a:pt x="4757" y="8105"/>
                    <a:pt x="4758" y="8105"/>
                    <a:pt x="4758" y="8105"/>
                  </a:cubicBezTo>
                  <a:cubicBezTo>
                    <a:pt x="4758" y="8105"/>
                    <a:pt x="5755" y="5083"/>
                    <a:pt x="5594" y="3669"/>
                  </a:cubicBezTo>
                  <a:cubicBezTo>
                    <a:pt x="5433" y="2479"/>
                    <a:pt x="4919" y="969"/>
                    <a:pt x="3826" y="326"/>
                  </a:cubicBezTo>
                  <a:cubicBezTo>
                    <a:pt x="3455" y="108"/>
                    <a:pt x="3044" y="1"/>
                    <a:pt x="2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62"/>
            <p:cNvSpPr/>
            <p:nvPr/>
          </p:nvSpPr>
          <p:spPr>
            <a:xfrm>
              <a:off x="2656800" y="3458200"/>
              <a:ext cx="462900" cy="1053550"/>
            </a:xfrm>
            <a:custGeom>
              <a:avLst/>
              <a:gdLst/>
              <a:ahLst/>
              <a:cxnLst/>
              <a:rect l="l" t="t" r="r" b="b"/>
              <a:pathLst>
                <a:path w="18516" h="42142" extrusionOk="0">
                  <a:moveTo>
                    <a:pt x="9161" y="0"/>
                  </a:moveTo>
                  <a:cubicBezTo>
                    <a:pt x="9161" y="0"/>
                    <a:pt x="0" y="9483"/>
                    <a:pt x="32" y="21119"/>
                  </a:cubicBezTo>
                  <a:cubicBezTo>
                    <a:pt x="97" y="32755"/>
                    <a:pt x="9354" y="42141"/>
                    <a:pt x="9354" y="42141"/>
                  </a:cubicBezTo>
                  <a:cubicBezTo>
                    <a:pt x="9354" y="42141"/>
                    <a:pt x="18515" y="32659"/>
                    <a:pt x="18483" y="21023"/>
                  </a:cubicBezTo>
                  <a:cubicBezTo>
                    <a:pt x="18419" y="9386"/>
                    <a:pt x="9161" y="0"/>
                    <a:pt x="9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62"/>
            <p:cNvSpPr/>
            <p:nvPr/>
          </p:nvSpPr>
          <p:spPr>
            <a:xfrm>
              <a:off x="1230400" y="3120375"/>
              <a:ext cx="1581525" cy="1453250"/>
            </a:xfrm>
            <a:custGeom>
              <a:avLst/>
              <a:gdLst/>
              <a:ahLst/>
              <a:cxnLst/>
              <a:rect l="l" t="t" r="r" b="b"/>
              <a:pathLst>
                <a:path w="63261" h="58130" extrusionOk="0">
                  <a:moveTo>
                    <a:pt x="47092" y="44790"/>
                  </a:moveTo>
                  <a:cubicBezTo>
                    <a:pt x="47542" y="46879"/>
                    <a:pt x="48377" y="49354"/>
                    <a:pt x="49920" y="51508"/>
                  </a:cubicBezTo>
                  <a:cubicBezTo>
                    <a:pt x="49085" y="51122"/>
                    <a:pt x="48217" y="50672"/>
                    <a:pt x="47252" y="50190"/>
                  </a:cubicBezTo>
                  <a:cubicBezTo>
                    <a:pt x="46545" y="49836"/>
                    <a:pt x="45806" y="49451"/>
                    <a:pt x="45066" y="49033"/>
                  </a:cubicBezTo>
                  <a:cubicBezTo>
                    <a:pt x="45195" y="48743"/>
                    <a:pt x="46288" y="46300"/>
                    <a:pt x="46352" y="44918"/>
                  </a:cubicBezTo>
                  <a:cubicBezTo>
                    <a:pt x="46609" y="44886"/>
                    <a:pt x="46867" y="44822"/>
                    <a:pt x="47092" y="44790"/>
                  </a:cubicBezTo>
                  <a:close/>
                  <a:moveTo>
                    <a:pt x="26617" y="1"/>
                  </a:moveTo>
                  <a:cubicBezTo>
                    <a:pt x="26474" y="1"/>
                    <a:pt x="26334" y="15"/>
                    <a:pt x="26198" y="44"/>
                  </a:cubicBezTo>
                  <a:cubicBezTo>
                    <a:pt x="24912" y="334"/>
                    <a:pt x="24301" y="1684"/>
                    <a:pt x="24687" y="2873"/>
                  </a:cubicBezTo>
                  <a:cubicBezTo>
                    <a:pt x="25073" y="4095"/>
                    <a:pt x="26423" y="4898"/>
                    <a:pt x="27580" y="5316"/>
                  </a:cubicBezTo>
                  <a:cubicBezTo>
                    <a:pt x="28119" y="5496"/>
                    <a:pt x="28966" y="5550"/>
                    <a:pt x="29781" y="5550"/>
                  </a:cubicBezTo>
                  <a:cubicBezTo>
                    <a:pt x="30715" y="5550"/>
                    <a:pt x="31608" y="5479"/>
                    <a:pt x="31952" y="5445"/>
                  </a:cubicBezTo>
                  <a:cubicBezTo>
                    <a:pt x="32337" y="5830"/>
                    <a:pt x="32755" y="6216"/>
                    <a:pt x="33205" y="6698"/>
                  </a:cubicBezTo>
                  <a:cubicBezTo>
                    <a:pt x="33977" y="7502"/>
                    <a:pt x="34845" y="8402"/>
                    <a:pt x="35712" y="9463"/>
                  </a:cubicBezTo>
                  <a:cubicBezTo>
                    <a:pt x="35937" y="9752"/>
                    <a:pt x="36195" y="10041"/>
                    <a:pt x="36420" y="10363"/>
                  </a:cubicBezTo>
                  <a:cubicBezTo>
                    <a:pt x="35937" y="9945"/>
                    <a:pt x="35230" y="9366"/>
                    <a:pt x="35134" y="9334"/>
                  </a:cubicBezTo>
                  <a:cubicBezTo>
                    <a:pt x="34248" y="8744"/>
                    <a:pt x="32587" y="8167"/>
                    <a:pt x="31151" y="8167"/>
                  </a:cubicBezTo>
                  <a:cubicBezTo>
                    <a:pt x="30397" y="8167"/>
                    <a:pt x="29706" y="8326"/>
                    <a:pt x="29219" y="8723"/>
                  </a:cubicBezTo>
                  <a:cubicBezTo>
                    <a:pt x="28223" y="9559"/>
                    <a:pt x="28287" y="11038"/>
                    <a:pt x="29187" y="11938"/>
                  </a:cubicBezTo>
                  <a:cubicBezTo>
                    <a:pt x="29864" y="12615"/>
                    <a:pt x="30924" y="12837"/>
                    <a:pt x="31928" y="12837"/>
                  </a:cubicBezTo>
                  <a:cubicBezTo>
                    <a:pt x="32258" y="12837"/>
                    <a:pt x="32581" y="12813"/>
                    <a:pt x="32884" y="12774"/>
                  </a:cubicBezTo>
                  <a:cubicBezTo>
                    <a:pt x="34137" y="12581"/>
                    <a:pt x="36355" y="11166"/>
                    <a:pt x="36838" y="10877"/>
                  </a:cubicBezTo>
                  <a:cubicBezTo>
                    <a:pt x="37352" y="11552"/>
                    <a:pt x="37898" y="12227"/>
                    <a:pt x="38380" y="12999"/>
                  </a:cubicBezTo>
                  <a:cubicBezTo>
                    <a:pt x="39248" y="14317"/>
                    <a:pt x="40084" y="15731"/>
                    <a:pt x="40759" y="17306"/>
                  </a:cubicBezTo>
                  <a:cubicBezTo>
                    <a:pt x="40791" y="17403"/>
                    <a:pt x="40823" y="17499"/>
                    <a:pt x="40856" y="17595"/>
                  </a:cubicBezTo>
                  <a:cubicBezTo>
                    <a:pt x="40631" y="17338"/>
                    <a:pt x="39377" y="16052"/>
                    <a:pt x="39248" y="15956"/>
                  </a:cubicBezTo>
                  <a:cubicBezTo>
                    <a:pt x="38324" y="15221"/>
                    <a:pt x="36421" y="14364"/>
                    <a:pt x="34879" y="14364"/>
                  </a:cubicBezTo>
                  <a:cubicBezTo>
                    <a:pt x="34330" y="14364"/>
                    <a:pt x="33827" y="14473"/>
                    <a:pt x="33430" y="14735"/>
                  </a:cubicBezTo>
                  <a:cubicBezTo>
                    <a:pt x="32337" y="15442"/>
                    <a:pt x="32273" y="16920"/>
                    <a:pt x="33044" y="17917"/>
                  </a:cubicBezTo>
                  <a:cubicBezTo>
                    <a:pt x="33805" y="18860"/>
                    <a:pt x="35257" y="19141"/>
                    <a:pt x="36446" y="19141"/>
                  </a:cubicBezTo>
                  <a:cubicBezTo>
                    <a:pt x="36513" y="19141"/>
                    <a:pt x="36579" y="19140"/>
                    <a:pt x="36645" y="19138"/>
                  </a:cubicBezTo>
                  <a:cubicBezTo>
                    <a:pt x="38027" y="19074"/>
                    <a:pt x="40759" y="17692"/>
                    <a:pt x="40888" y="17628"/>
                  </a:cubicBezTo>
                  <a:cubicBezTo>
                    <a:pt x="41498" y="19106"/>
                    <a:pt x="42013" y="20681"/>
                    <a:pt x="42431" y="22288"/>
                  </a:cubicBezTo>
                  <a:cubicBezTo>
                    <a:pt x="42752" y="23478"/>
                    <a:pt x="43009" y="24667"/>
                    <a:pt x="43266" y="25889"/>
                  </a:cubicBezTo>
                  <a:cubicBezTo>
                    <a:pt x="42977" y="25567"/>
                    <a:pt x="41788" y="24378"/>
                    <a:pt x="41691" y="24281"/>
                  </a:cubicBezTo>
                  <a:cubicBezTo>
                    <a:pt x="40767" y="23547"/>
                    <a:pt x="38864" y="22690"/>
                    <a:pt x="37322" y="22690"/>
                  </a:cubicBezTo>
                  <a:cubicBezTo>
                    <a:pt x="36773" y="22690"/>
                    <a:pt x="36270" y="22798"/>
                    <a:pt x="35873" y="23060"/>
                  </a:cubicBezTo>
                  <a:cubicBezTo>
                    <a:pt x="34780" y="23767"/>
                    <a:pt x="34684" y="25246"/>
                    <a:pt x="35487" y="26242"/>
                  </a:cubicBezTo>
                  <a:cubicBezTo>
                    <a:pt x="36248" y="27186"/>
                    <a:pt x="37700" y="27466"/>
                    <a:pt x="38862" y="27466"/>
                  </a:cubicBezTo>
                  <a:cubicBezTo>
                    <a:pt x="38927" y="27466"/>
                    <a:pt x="38992" y="27465"/>
                    <a:pt x="39055" y="27464"/>
                  </a:cubicBezTo>
                  <a:cubicBezTo>
                    <a:pt x="40438" y="27399"/>
                    <a:pt x="43074" y="26082"/>
                    <a:pt x="43299" y="25985"/>
                  </a:cubicBezTo>
                  <a:cubicBezTo>
                    <a:pt x="43395" y="26532"/>
                    <a:pt x="43524" y="27078"/>
                    <a:pt x="43652" y="27624"/>
                  </a:cubicBezTo>
                  <a:cubicBezTo>
                    <a:pt x="44006" y="29425"/>
                    <a:pt x="44391" y="31225"/>
                    <a:pt x="44777" y="32993"/>
                  </a:cubicBezTo>
                  <a:cubicBezTo>
                    <a:pt x="44938" y="33603"/>
                    <a:pt x="45099" y="34214"/>
                    <a:pt x="45259" y="34793"/>
                  </a:cubicBezTo>
                  <a:cubicBezTo>
                    <a:pt x="44809" y="34343"/>
                    <a:pt x="43974" y="33507"/>
                    <a:pt x="43909" y="33443"/>
                  </a:cubicBezTo>
                  <a:cubicBezTo>
                    <a:pt x="42989" y="32687"/>
                    <a:pt x="41099" y="31846"/>
                    <a:pt x="39561" y="31846"/>
                  </a:cubicBezTo>
                  <a:cubicBezTo>
                    <a:pt x="39004" y="31846"/>
                    <a:pt x="38493" y="31956"/>
                    <a:pt x="38091" y="32221"/>
                  </a:cubicBezTo>
                  <a:cubicBezTo>
                    <a:pt x="36998" y="32928"/>
                    <a:pt x="36902" y="34407"/>
                    <a:pt x="37705" y="35371"/>
                  </a:cubicBezTo>
                  <a:cubicBezTo>
                    <a:pt x="38470" y="36319"/>
                    <a:pt x="39904" y="36627"/>
                    <a:pt x="41093" y="36627"/>
                  </a:cubicBezTo>
                  <a:cubicBezTo>
                    <a:pt x="41154" y="36627"/>
                    <a:pt x="41214" y="36626"/>
                    <a:pt x="41273" y="36625"/>
                  </a:cubicBezTo>
                  <a:cubicBezTo>
                    <a:pt x="42495" y="36561"/>
                    <a:pt x="44745" y="35500"/>
                    <a:pt x="45356" y="35211"/>
                  </a:cubicBezTo>
                  <a:cubicBezTo>
                    <a:pt x="45645" y="36207"/>
                    <a:pt x="45934" y="37171"/>
                    <a:pt x="46288" y="38136"/>
                  </a:cubicBezTo>
                  <a:cubicBezTo>
                    <a:pt x="46417" y="38554"/>
                    <a:pt x="46545" y="38971"/>
                    <a:pt x="46738" y="39357"/>
                  </a:cubicBezTo>
                  <a:cubicBezTo>
                    <a:pt x="46802" y="39550"/>
                    <a:pt x="46899" y="39775"/>
                    <a:pt x="46995" y="39968"/>
                  </a:cubicBezTo>
                  <a:cubicBezTo>
                    <a:pt x="46770" y="39936"/>
                    <a:pt x="46642" y="39936"/>
                    <a:pt x="46642" y="39936"/>
                  </a:cubicBezTo>
                  <a:lnTo>
                    <a:pt x="46642" y="39936"/>
                  </a:lnTo>
                  <a:cubicBezTo>
                    <a:pt x="46642" y="39936"/>
                    <a:pt x="46609" y="40514"/>
                    <a:pt x="46674" y="41414"/>
                  </a:cubicBezTo>
                  <a:cubicBezTo>
                    <a:pt x="45633" y="40696"/>
                    <a:pt x="44248" y="40034"/>
                    <a:pt x="43094" y="40034"/>
                  </a:cubicBezTo>
                  <a:cubicBezTo>
                    <a:pt x="42751" y="40034"/>
                    <a:pt x="42428" y="40093"/>
                    <a:pt x="42141" y="40225"/>
                  </a:cubicBezTo>
                  <a:cubicBezTo>
                    <a:pt x="40952" y="40772"/>
                    <a:pt x="40663" y="42218"/>
                    <a:pt x="41273" y="43311"/>
                  </a:cubicBezTo>
                  <a:cubicBezTo>
                    <a:pt x="41370" y="43440"/>
                    <a:pt x="41466" y="43568"/>
                    <a:pt x="41563" y="43697"/>
                  </a:cubicBezTo>
                  <a:cubicBezTo>
                    <a:pt x="41756" y="45143"/>
                    <a:pt x="42591" y="46718"/>
                    <a:pt x="43299" y="47522"/>
                  </a:cubicBezTo>
                  <a:cubicBezTo>
                    <a:pt x="43363" y="47618"/>
                    <a:pt x="44263" y="48454"/>
                    <a:pt x="44745" y="48872"/>
                  </a:cubicBezTo>
                  <a:cubicBezTo>
                    <a:pt x="44295" y="48615"/>
                    <a:pt x="43845" y="48390"/>
                    <a:pt x="43363" y="48101"/>
                  </a:cubicBezTo>
                  <a:cubicBezTo>
                    <a:pt x="42688" y="47747"/>
                    <a:pt x="41981" y="47297"/>
                    <a:pt x="41273" y="46911"/>
                  </a:cubicBezTo>
                  <a:cubicBezTo>
                    <a:pt x="40920" y="46686"/>
                    <a:pt x="40566" y="46461"/>
                    <a:pt x="40213" y="46236"/>
                  </a:cubicBezTo>
                  <a:cubicBezTo>
                    <a:pt x="39859" y="46011"/>
                    <a:pt x="39538" y="45754"/>
                    <a:pt x="39184" y="45529"/>
                  </a:cubicBezTo>
                  <a:cubicBezTo>
                    <a:pt x="38670" y="45143"/>
                    <a:pt x="38188" y="44757"/>
                    <a:pt x="37673" y="44340"/>
                  </a:cubicBezTo>
                  <a:cubicBezTo>
                    <a:pt x="38091" y="43697"/>
                    <a:pt x="39313" y="41704"/>
                    <a:pt x="39505" y="40547"/>
                  </a:cubicBezTo>
                  <a:cubicBezTo>
                    <a:pt x="39698" y="39325"/>
                    <a:pt x="39570" y="37750"/>
                    <a:pt x="38702" y="36850"/>
                  </a:cubicBezTo>
                  <a:cubicBezTo>
                    <a:pt x="38240" y="36388"/>
                    <a:pt x="37627" y="36138"/>
                    <a:pt x="37026" y="36138"/>
                  </a:cubicBezTo>
                  <a:cubicBezTo>
                    <a:pt x="36455" y="36138"/>
                    <a:pt x="35895" y="36364"/>
                    <a:pt x="35487" y="36850"/>
                  </a:cubicBezTo>
                  <a:cubicBezTo>
                    <a:pt x="34330" y="38264"/>
                    <a:pt x="35198" y="41414"/>
                    <a:pt x="36034" y="42797"/>
                  </a:cubicBezTo>
                  <a:cubicBezTo>
                    <a:pt x="36066" y="42829"/>
                    <a:pt x="36291" y="43118"/>
                    <a:pt x="36548" y="43407"/>
                  </a:cubicBezTo>
                  <a:cubicBezTo>
                    <a:pt x="36066" y="43022"/>
                    <a:pt x="35584" y="42604"/>
                    <a:pt x="35134" y="42186"/>
                  </a:cubicBezTo>
                  <a:cubicBezTo>
                    <a:pt x="33784" y="40997"/>
                    <a:pt x="32466" y="39711"/>
                    <a:pt x="31148" y="38457"/>
                  </a:cubicBezTo>
                  <a:cubicBezTo>
                    <a:pt x="30859" y="38200"/>
                    <a:pt x="30569" y="37943"/>
                    <a:pt x="30312" y="37654"/>
                  </a:cubicBezTo>
                  <a:cubicBezTo>
                    <a:pt x="30666" y="37107"/>
                    <a:pt x="31984" y="34953"/>
                    <a:pt x="32177" y="33732"/>
                  </a:cubicBezTo>
                  <a:cubicBezTo>
                    <a:pt x="32369" y="32543"/>
                    <a:pt x="32273" y="30967"/>
                    <a:pt x="31373" y="30035"/>
                  </a:cubicBezTo>
                  <a:cubicBezTo>
                    <a:pt x="30935" y="29581"/>
                    <a:pt x="30334" y="29340"/>
                    <a:pt x="29739" y="29340"/>
                  </a:cubicBezTo>
                  <a:cubicBezTo>
                    <a:pt x="29153" y="29340"/>
                    <a:pt x="28573" y="29573"/>
                    <a:pt x="28159" y="30067"/>
                  </a:cubicBezTo>
                  <a:cubicBezTo>
                    <a:pt x="27001" y="31450"/>
                    <a:pt x="27869" y="34632"/>
                    <a:pt x="28737" y="35982"/>
                  </a:cubicBezTo>
                  <a:cubicBezTo>
                    <a:pt x="28769" y="36046"/>
                    <a:pt x="29026" y="36368"/>
                    <a:pt x="29316" y="36721"/>
                  </a:cubicBezTo>
                  <a:cubicBezTo>
                    <a:pt x="28576" y="36046"/>
                    <a:pt x="27837" y="35371"/>
                    <a:pt x="27066" y="34761"/>
                  </a:cubicBezTo>
                  <a:cubicBezTo>
                    <a:pt x="25748" y="33635"/>
                    <a:pt x="24398" y="32607"/>
                    <a:pt x="23015" y="31707"/>
                  </a:cubicBezTo>
                  <a:cubicBezTo>
                    <a:pt x="23144" y="31514"/>
                    <a:pt x="24751" y="29039"/>
                    <a:pt x="24976" y="27657"/>
                  </a:cubicBezTo>
                  <a:cubicBezTo>
                    <a:pt x="25137" y="26467"/>
                    <a:pt x="25041" y="24892"/>
                    <a:pt x="24140" y="23992"/>
                  </a:cubicBezTo>
                  <a:cubicBezTo>
                    <a:pt x="23696" y="23531"/>
                    <a:pt x="23090" y="23280"/>
                    <a:pt x="22493" y="23280"/>
                  </a:cubicBezTo>
                  <a:cubicBezTo>
                    <a:pt x="21925" y="23280"/>
                    <a:pt x="21365" y="23507"/>
                    <a:pt x="20958" y="23992"/>
                  </a:cubicBezTo>
                  <a:cubicBezTo>
                    <a:pt x="19769" y="25406"/>
                    <a:pt x="20637" y="28557"/>
                    <a:pt x="21505" y="29939"/>
                  </a:cubicBezTo>
                  <a:cubicBezTo>
                    <a:pt x="21569" y="30035"/>
                    <a:pt x="22501" y="31192"/>
                    <a:pt x="22855" y="31578"/>
                  </a:cubicBezTo>
                  <a:lnTo>
                    <a:pt x="22790" y="31546"/>
                  </a:lnTo>
                  <a:cubicBezTo>
                    <a:pt x="21344" y="30646"/>
                    <a:pt x="19801" y="29939"/>
                    <a:pt x="18354" y="29328"/>
                  </a:cubicBezTo>
                  <a:cubicBezTo>
                    <a:pt x="16876" y="28750"/>
                    <a:pt x="15429" y="28299"/>
                    <a:pt x="14111" y="27946"/>
                  </a:cubicBezTo>
                  <a:cubicBezTo>
                    <a:pt x="12794" y="27560"/>
                    <a:pt x="11540" y="27303"/>
                    <a:pt x="10447" y="27078"/>
                  </a:cubicBezTo>
                  <a:cubicBezTo>
                    <a:pt x="9836" y="26982"/>
                    <a:pt x="9290" y="26885"/>
                    <a:pt x="8775" y="26789"/>
                  </a:cubicBezTo>
                  <a:lnTo>
                    <a:pt x="8808" y="26789"/>
                  </a:lnTo>
                  <a:cubicBezTo>
                    <a:pt x="8840" y="26757"/>
                    <a:pt x="7008" y="25567"/>
                    <a:pt x="6879" y="25503"/>
                  </a:cubicBezTo>
                  <a:cubicBezTo>
                    <a:pt x="6051" y="25089"/>
                    <a:pt x="4680" y="24736"/>
                    <a:pt x="3408" y="24736"/>
                  </a:cubicBezTo>
                  <a:cubicBezTo>
                    <a:pt x="2407" y="24736"/>
                    <a:pt x="1466" y="24955"/>
                    <a:pt x="900" y="25535"/>
                  </a:cubicBezTo>
                  <a:cubicBezTo>
                    <a:pt x="0" y="26467"/>
                    <a:pt x="225" y="27946"/>
                    <a:pt x="1222" y="28717"/>
                  </a:cubicBezTo>
                  <a:cubicBezTo>
                    <a:pt x="1813" y="29194"/>
                    <a:pt x="2608" y="29365"/>
                    <a:pt x="3405" y="29365"/>
                  </a:cubicBezTo>
                  <a:cubicBezTo>
                    <a:pt x="3951" y="29365"/>
                    <a:pt x="4499" y="29285"/>
                    <a:pt x="4982" y="29167"/>
                  </a:cubicBezTo>
                  <a:cubicBezTo>
                    <a:pt x="6172" y="28846"/>
                    <a:pt x="8197" y="27271"/>
                    <a:pt x="8711" y="26853"/>
                  </a:cubicBezTo>
                  <a:cubicBezTo>
                    <a:pt x="9225" y="26949"/>
                    <a:pt x="9804" y="27078"/>
                    <a:pt x="10415" y="27207"/>
                  </a:cubicBezTo>
                  <a:cubicBezTo>
                    <a:pt x="11508" y="27432"/>
                    <a:pt x="12729" y="27721"/>
                    <a:pt x="14047" y="28139"/>
                  </a:cubicBezTo>
                  <a:cubicBezTo>
                    <a:pt x="14401" y="28235"/>
                    <a:pt x="14786" y="28364"/>
                    <a:pt x="15140" y="28492"/>
                  </a:cubicBezTo>
                  <a:cubicBezTo>
                    <a:pt x="14497" y="28396"/>
                    <a:pt x="13597" y="28332"/>
                    <a:pt x="13501" y="28332"/>
                  </a:cubicBezTo>
                  <a:cubicBezTo>
                    <a:pt x="11893" y="28364"/>
                    <a:pt x="8775" y="29360"/>
                    <a:pt x="8229" y="31096"/>
                  </a:cubicBezTo>
                  <a:cubicBezTo>
                    <a:pt x="7843" y="32350"/>
                    <a:pt x="8743" y="33539"/>
                    <a:pt x="9965" y="33796"/>
                  </a:cubicBezTo>
                  <a:cubicBezTo>
                    <a:pt x="10127" y="33830"/>
                    <a:pt x="10292" y="33845"/>
                    <a:pt x="10457" y="33845"/>
                  </a:cubicBezTo>
                  <a:cubicBezTo>
                    <a:pt x="11569" y="33845"/>
                    <a:pt x="12717" y="33146"/>
                    <a:pt x="13501" y="32446"/>
                  </a:cubicBezTo>
                  <a:cubicBezTo>
                    <a:pt x="14433" y="31610"/>
                    <a:pt x="15526" y="29200"/>
                    <a:pt x="15783" y="28685"/>
                  </a:cubicBezTo>
                  <a:cubicBezTo>
                    <a:pt x="16587" y="28942"/>
                    <a:pt x="17390" y="29264"/>
                    <a:pt x="18226" y="29617"/>
                  </a:cubicBezTo>
                  <a:cubicBezTo>
                    <a:pt x="19672" y="30228"/>
                    <a:pt x="21151" y="30967"/>
                    <a:pt x="22598" y="31900"/>
                  </a:cubicBezTo>
                  <a:cubicBezTo>
                    <a:pt x="22662" y="31964"/>
                    <a:pt x="22726" y="32028"/>
                    <a:pt x="22823" y="32060"/>
                  </a:cubicBezTo>
                  <a:cubicBezTo>
                    <a:pt x="22501" y="31964"/>
                    <a:pt x="20733" y="31610"/>
                    <a:pt x="20605" y="31578"/>
                  </a:cubicBezTo>
                  <a:cubicBezTo>
                    <a:pt x="20472" y="31568"/>
                    <a:pt x="20329" y="31562"/>
                    <a:pt x="20178" y="31562"/>
                  </a:cubicBezTo>
                  <a:cubicBezTo>
                    <a:pt x="18486" y="31562"/>
                    <a:pt x="15725" y="32230"/>
                    <a:pt x="15076" y="33764"/>
                  </a:cubicBezTo>
                  <a:cubicBezTo>
                    <a:pt x="14561" y="34986"/>
                    <a:pt x="15301" y="36271"/>
                    <a:pt x="16490" y="36625"/>
                  </a:cubicBezTo>
                  <a:cubicBezTo>
                    <a:pt x="16752" y="36708"/>
                    <a:pt x="17024" y="36744"/>
                    <a:pt x="17300" y="36744"/>
                  </a:cubicBezTo>
                  <a:cubicBezTo>
                    <a:pt x="18311" y="36744"/>
                    <a:pt x="19372" y="36248"/>
                    <a:pt x="20155" y="35693"/>
                  </a:cubicBezTo>
                  <a:cubicBezTo>
                    <a:pt x="21280" y="34889"/>
                    <a:pt x="22823" y="32221"/>
                    <a:pt x="22887" y="32093"/>
                  </a:cubicBezTo>
                  <a:cubicBezTo>
                    <a:pt x="24205" y="32993"/>
                    <a:pt x="25491" y="34021"/>
                    <a:pt x="26744" y="35146"/>
                  </a:cubicBezTo>
                  <a:cubicBezTo>
                    <a:pt x="27644" y="35950"/>
                    <a:pt x="28544" y="36786"/>
                    <a:pt x="29412" y="37654"/>
                  </a:cubicBezTo>
                  <a:cubicBezTo>
                    <a:pt x="28994" y="37557"/>
                    <a:pt x="27355" y="37204"/>
                    <a:pt x="27226" y="37204"/>
                  </a:cubicBezTo>
                  <a:cubicBezTo>
                    <a:pt x="27073" y="37188"/>
                    <a:pt x="26905" y="37180"/>
                    <a:pt x="26727" y="37180"/>
                  </a:cubicBezTo>
                  <a:cubicBezTo>
                    <a:pt x="25029" y="37180"/>
                    <a:pt x="22337" y="37877"/>
                    <a:pt x="21698" y="39389"/>
                  </a:cubicBezTo>
                  <a:cubicBezTo>
                    <a:pt x="21183" y="40579"/>
                    <a:pt x="21923" y="41864"/>
                    <a:pt x="23112" y="42250"/>
                  </a:cubicBezTo>
                  <a:cubicBezTo>
                    <a:pt x="23366" y="42330"/>
                    <a:pt x="23629" y="42366"/>
                    <a:pt x="23896" y="42366"/>
                  </a:cubicBezTo>
                  <a:cubicBezTo>
                    <a:pt x="24915" y="42366"/>
                    <a:pt x="25987" y="41846"/>
                    <a:pt x="26776" y="41286"/>
                  </a:cubicBezTo>
                  <a:cubicBezTo>
                    <a:pt x="27901" y="40514"/>
                    <a:pt x="29380" y="37943"/>
                    <a:pt x="29476" y="37718"/>
                  </a:cubicBezTo>
                  <a:cubicBezTo>
                    <a:pt x="29894" y="38136"/>
                    <a:pt x="30280" y="38521"/>
                    <a:pt x="30698" y="38907"/>
                  </a:cubicBezTo>
                  <a:cubicBezTo>
                    <a:pt x="31984" y="40193"/>
                    <a:pt x="33269" y="41511"/>
                    <a:pt x="34620" y="42765"/>
                  </a:cubicBezTo>
                  <a:cubicBezTo>
                    <a:pt x="35070" y="43182"/>
                    <a:pt x="35520" y="43600"/>
                    <a:pt x="36002" y="44018"/>
                  </a:cubicBezTo>
                  <a:cubicBezTo>
                    <a:pt x="35359" y="43857"/>
                    <a:pt x="34234" y="43632"/>
                    <a:pt x="34105" y="43600"/>
                  </a:cubicBezTo>
                  <a:cubicBezTo>
                    <a:pt x="33973" y="43590"/>
                    <a:pt x="33830" y="43584"/>
                    <a:pt x="33679" y="43584"/>
                  </a:cubicBezTo>
                  <a:cubicBezTo>
                    <a:pt x="31986" y="43584"/>
                    <a:pt x="29225" y="44252"/>
                    <a:pt x="28576" y="45786"/>
                  </a:cubicBezTo>
                  <a:cubicBezTo>
                    <a:pt x="28062" y="47008"/>
                    <a:pt x="28801" y="48293"/>
                    <a:pt x="30023" y="48647"/>
                  </a:cubicBezTo>
                  <a:cubicBezTo>
                    <a:pt x="30285" y="48730"/>
                    <a:pt x="30557" y="48767"/>
                    <a:pt x="30832" y="48767"/>
                  </a:cubicBezTo>
                  <a:cubicBezTo>
                    <a:pt x="31842" y="48767"/>
                    <a:pt x="32898" y="48270"/>
                    <a:pt x="33655" y="47715"/>
                  </a:cubicBezTo>
                  <a:cubicBezTo>
                    <a:pt x="34652" y="47008"/>
                    <a:pt x="35937" y="44886"/>
                    <a:pt x="36291" y="44275"/>
                  </a:cubicBezTo>
                  <a:cubicBezTo>
                    <a:pt x="37095" y="44950"/>
                    <a:pt x="37866" y="45625"/>
                    <a:pt x="38670" y="46236"/>
                  </a:cubicBezTo>
                  <a:cubicBezTo>
                    <a:pt x="39023" y="46493"/>
                    <a:pt x="39377" y="46750"/>
                    <a:pt x="39730" y="46975"/>
                  </a:cubicBezTo>
                  <a:cubicBezTo>
                    <a:pt x="40084" y="47233"/>
                    <a:pt x="40438" y="47458"/>
                    <a:pt x="40759" y="47683"/>
                  </a:cubicBezTo>
                  <a:cubicBezTo>
                    <a:pt x="41498" y="48133"/>
                    <a:pt x="42173" y="48551"/>
                    <a:pt x="42881" y="48968"/>
                  </a:cubicBezTo>
                  <a:cubicBezTo>
                    <a:pt x="43202" y="49161"/>
                    <a:pt x="43556" y="49354"/>
                    <a:pt x="43877" y="49547"/>
                  </a:cubicBezTo>
                  <a:cubicBezTo>
                    <a:pt x="43266" y="49322"/>
                    <a:pt x="42302" y="48936"/>
                    <a:pt x="42206" y="48936"/>
                  </a:cubicBezTo>
                  <a:cubicBezTo>
                    <a:pt x="41747" y="48815"/>
                    <a:pt x="41145" y="48745"/>
                    <a:pt x="40498" y="48745"/>
                  </a:cubicBezTo>
                  <a:cubicBezTo>
                    <a:pt x="38919" y="48745"/>
                    <a:pt x="37071" y="49160"/>
                    <a:pt x="36387" y="50254"/>
                  </a:cubicBezTo>
                  <a:cubicBezTo>
                    <a:pt x="35712" y="51347"/>
                    <a:pt x="36259" y="52729"/>
                    <a:pt x="37384" y="53276"/>
                  </a:cubicBezTo>
                  <a:cubicBezTo>
                    <a:pt x="37776" y="53477"/>
                    <a:pt x="38219" y="53562"/>
                    <a:pt x="38676" y="53562"/>
                  </a:cubicBezTo>
                  <a:cubicBezTo>
                    <a:pt x="39530" y="53562"/>
                    <a:pt x="40433" y="53267"/>
                    <a:pt x="41145" y="52890"/>
                  </a:cubicBezTo>
                  <a:cubicBezTo>
                    <a:pt x="42334" y="52311"/>
                    <a:pt x="44134" y="50093"/>
                    <a:pt x="44327" y="49804"/>
                  </a:cubicBezTo>
                  <a:cubicBezTo>
                    <a:pt x="45163" y="50286"/>
                    <a:pt x="45999" y="50736"/>
                    <a:pt x="46770" y="51154"/>
                  </a:cubicBezTo>
                  <a:cubicBezTo>
                    <a:pt x="48827" y="52247"/>
                    <a:pt x="50627" y="53147"/>
                    <a:pt x="52010" y="53790"/>
                  </a:cubicBezTo>
                  <a:cubicBezTo>
                    <a:pt x="56542" y="57712"/>
                    <a:pt x="62907" y="58130"/>
                    <a:pt x="62907" y="58130"/>
                  </a:cubicBezTo>
                  <a:cubicBezTo>
                    <a:pt x="62907" y="58130"/>
                    <a:pt x="63260" y="50511"/>
                    <a:pt x="58760" y="45465"/>
                  </a:cubicBezTo>
                  <a:cubicBezTo>
                    <a:pt x="57121" y="43632"/>
                    <a:pt x="55096" y="42411"/>
                    <a:pt x="53135" y="41607"/>
                  </a:cubicBezTo>
                  <a:cubicBezTo>
                    <a:pt x="53263" y="41447"/>
                    <a:pt x="53392" y="41318"/>
                    <a:pt x="53488" y="41189"/>
                  </a:cubicBezTo>
                  <a:cubicBezTo>
                    <a:pt x="54131" y="40161"/>
                    <a:pt x="54710" y="38682"/>
                    <a:pt x="54292" y="37493"/>
                  </a:cubicBezTo>
                  <a:cubicBezTo>
                    <a:pt x="53976" y="36593"/>
                    <a:pt x="53145" y="35969"/>
                    <a:pt x="52244" y="35969"/>
                  </a:cubicBezTo>
                  <a:cubicBezTo>
                    <a:pt x="51954" y="35969"/>
                    <a:pt x="51656" y="36034"/>
                    <a:pt x="51367" y="36175"/>
                  </a:cubicBezTo>
                  <a:cubicBezTo>
                    <a:pt x="50113" y="36753"/>
                    <a:pt x="49502" y="38746"/>
                    <a:pt x="49374" y="40386"/>
                  </a:cubicBezTo>
                  <a:cubicBezTo>
                    <a:pt x="48892" y="40257"/>
                    <a:pt x="48442" y="40193"/>
                    <a:pt x="48056" y="40129"/>
                  </a:cubicBezTo>
                  <a:cubicBezTo>
                    <a:pt x="47895" y="39743"/>
                    <a:pt x="47734" y="39389"/>
                    <a:pt x="47542" y="39004"/>
                  </a:cubicBezTo>
                  <a:cubicBezTo>
                    <a:pt x="47381" y="38618"/>
                    <a:pt x="47252" y="38232"/>
                    <a:pt x="47092" y="37814"/>
                  </a:cubicBezTo>
                  <a:cubicBezTo>
                    <a:pt x="46867" y="37236"/>
                    <a:pt x="46674" y="36625"/>
                    <a:pt x="46481" y="36014"/>
                  </a:cubicBezTo>
                  <a:cubicBezTo>
                    <a:pt x="47188" y="35693"/>
                    <a:pt x="49310" y="34728"/>
                    <a:pt x="50113" y="33860"/>
                  </a:cubicBezTo>
                  <a:cubicBezTo>
                    <a:pt x="50917" y="32960"/>
                    <a:pt x="51688" y="31578"/>
                    <a:pt x="51463" y="30325"/>
                  </a:cubicBezTo>
                  <a:cubicBezTo>
                    <a:pt x="51245" y="29262"/>
                    <a:pt x="50358" y="28477"/>
                    <a:pt x="49330" y="28477"/>
                  </a:cubicBezTo>
                  <a:cubicBezTo>
                    <a:pt x="49144" y="28477"/>
                    <a:pt x="48955" y="28503"/>
                    <a:pt x="48763" y="28557"/>
                  </a:cubicBezTo>
                  <a:cubicBezTo>
                    <a:pt x="47027" y="29071"/>
                    <a:pt x="45999" y="32189"/>
                    <a:pt x="45967" y="33828"/>
                  </a:cubicBezTo>
                  <a:cubicBezTo>
                    <a:pt x="45967" y="33860"/>
                    <a:pt x="45999" y="34214"/>
                    <a:pt x="46031" y="34632"/>
                  </a:cubicBezTo>
                  <a:cubicBezTo>
                    <a:pt x="45870" y="34021"/>
                    <a:pt x="45677" y="33410"/>
                    <a:pt x="45516" y="32800"/>
                  </a:cubicBezTo>
                  <a:cubicBezTo>
                    <a:pt x="45066" y="31064"/>
                    <a:pt x="44681" y="29296"/>
                    <a:pt x="44263" y="27496"/>
                  </a:cubicBezTo>
                  <a:cubicBezTo>
                    <a:pt x="44166" y="27110"/>
                    <a:pt x="44102" y="26757"/>
                    <a:pt x="44006" y="26371"/>
                  </a:cubicBezTo>
                  <a:cubicBezTo>
                    <a:pt x="44616" y="26114"/>
                    <a:pt x="46899" y="25053"/>
                    <a:pt x="47734" y="24153"/>
                  </a:cubicBezTo>
                  <a:cubicBezTo>
                    <a:pt x="48538" y="23253"/>
                    <a:pt x="49342" y="21871"/>
                    <a:pt x="49085" y="20617"/>
                  </a:cubicBezTo>
                  <a:cubicBezTo>
                    <a:pt x="48896" y="19568"/>
                    <a:pt x="48032" y="18789"/>
                    <a:pt x="47021" y="18789"/>
                  </a:cubicBezTo>
                  <a:cubicBezTo>
                    <a:pt x="46824" y="18789"/>
                    <a:pt x="46621" y="18818"/>
                    <a:pt x="46417" y="18881"/>
                  </a:cubicBezTo>
                  <a:cubicBezTo>
                    <a:pt x="44681" y="19395"/>
                    <a:pt x="43652" y="22481"/>
                    <a:pt x="43620" y="24121"/>
                  </a:cubicBezTo>
                  <a:cubicBezTo>
                    <a:pt x="43620" y="24185"/>
                    <a:pt x="43652" y="24603"/>
                    <a:pt x="43684" y="25053"/>
                  </a:cubicBezTo>
                  <a:cubicBezTo>
                    <a:pt x="43459" y="24089"/>
                    <a:pt x="43202" y="23124"/>
                    <a:pt x="42945" y="22160"/>
                  </a:cubicBezTo>
                  <a:cubicBezTo>
                    <a:pt x="42463" y="20521"/>
                    <a:pt x="41884" y="18913"/>
                    <a:pt x="41209" y="17370"/>
                  </a:cubicBezTo>
                  <a:cubicBezTo>
                    <a:pt x="41434" y="17306"/>
                    <a:pt x="44166" y="16117"/>
                    <a:pt x="45066" y="15088"/>
                  </a:cubicBezTo>
                  <a:cubicBezTo>
                    <a:pt x="45870" y="14188"/>
                    <a:pt x="46674" y="12838"/>
                    <a:pt x="46417" y="11584"/>
                  </a:cubicBezTo>
                  <a:cubicBezTo>
                    <a:pt x="46226" y="10522"/>
                    <a:pt x="45343" y="9737"/>
                    <a:pt x="44315" y="9737"/>
                  </a:cubicBezTo>
                  <a:cubicBezTo>
                    <a:pt x="44130" y="9737"/>
                    <a:pt x="43940" y="9762"/>
                    <a:pt x="43749" y="9816"/>
                  </a:cubicBezTo>
                  <a:cubicBezTo>
                    <a:pt x="42013" y="10331"/>
                    <a:pt x="40984" y="13449"/>
                    <a:pt x="40952" y="15088"/>
                  </a:cubicBezTo>
                  <a:cubicBezTo>
                    <a:pt x="40952" y="15185"/>
                    <a:pt x="41081" y="16663"/>
                    <a:pt x="41145" y="17210"/>
                  </a:cubicBezTo>
                  <a:lnTo>
                    <a:pt x="41113" y="17145"/>
                  </a:lnTo>
                  <a:cubicBezTo>
                    <a:pt x="40406" y="15570"/>
                    <a:pt x="39538" y="14156"/>
                    <a:pt x="38638" y="12838"/>
                  </a:cubicBezTo>
                  <a:cubicBezTo>
                    <a:pt x="37738" y="11520"/>
                    <a:pt x="36773" y="10363"/>
                    <a:pt x="35873" y="9334"/>
                  </a:cubicBezTo>
                  <a:cubicBezTo>
                    <a:pt x="34973" y="8273"/>
                    <a:pt x="34073" y="7373"/>
                    <a:pt x="33269" y="6602"/>
                  </a:cubicBezTo>
                  <a:cubicBezTo>
                    <a:pt x="32852" y="6184"/>
                    <a:pt x="32434" y="5798"/>
                    <a:pt x="32048" y="5445"/>
                  </a:cubicBezTo>
                  <a:lnTo>
                    <a:pt x="32112" y="5445"/>
                  </a:lnTo>
                  <a:cubicBezTo>
                    <a:pt x="32144" y="5445"/>
                    <a:pt x="31244" y="3420"/>
                    <a:pt x="31180" y="3291"/>
                  </a:cubicBezTo>
                  <a:cubicBezTo>
                    <a:pt x="30438" y="2015"/>
                    <a:pt x="28328" y="1"/>
                    <a:pt x="266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62"/>
            <p:cNvSpPr/>
            <p:nvPr/>
          </p:nvSpPr>
          <p:spPr>
            <a:xfrm>
              <a:off x="2969400" y="4123575"/>
              <a:ext cx="426750" cy="440400"/>
            </a:xfrm>
            <a:custGeom>
              <a:avLst/>
              <a:gdLst/>
              <a:ahLst/>
              <a:cxnLst/>
              <a:rect l="l" t="t" r="r" b="b"/>
              <a:pathLst>
                <a:path w="17070" h="17616" extrusionOk="0">
                  <a:moveTo>
                    <a:pt x="17005" y="1"/>
                  </a:moveTo>
                  <a:lnTo>
                    <a:pt x="17005" y="1"/>
                  </a:lnTo>
                  <a:cubicBezTo>
                    <a:pt x="17004" y="1"/>
                    <a:pt x="9354" y="226"/>
                    <a:pt x="4694" y="5112"/>
                  </a:cubicBezTo>
                  <a:cubicBezTo>
                    <a:pt x="0" y="9965"/>
                    <a:pt x="65" y="17616"/>
                    <a:pt x="65" y="17616"/>
                  </a:cubicBezTo>
                  <a:cubicBezTo>
                    <a:pt x="65" y="17616"/>
                    <a:pt x="7715" y="17359"/>
                    <a:pt x="12376" y="12505"/>
                  </a:cubicBezTo>
                  <a:cubicBezTo>
                    <a:pt x="17069" y="7651"/>
                    <a:pt x="17005" y="1"/>
                    <a:pt x="170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62"/>
            <p:cNvSpPr/>
            <p:nvPr/>
          </p:nvSpPr>
          <p:spPr>
            <a:xfrm>
              <a:off x="1515675" y="3626950"/>
              <a:ext cx="126175" cy="202525"/>
            </a:xfrm>
            <a:custGeom>
              <a:avLst/>
              <a:gdLst/>
              <a:ahLst/>
              <a:cxnLst/>
              <a:rect l="l" t="t" r="r" b="b"/>
              <a:pathLst>
                <a:path w="5047" h="8101" extrusionOk="0">
                  <a:moveTo>
                    <a:pt x="2090" y="0"/>
                  </a:moveTo>
                  <a:cubicBezTo>
                    <a:pt x="1318" y="0"/>
                    <a:pt x="547" y="386"/>
                    <a:pt x="193" y="1190"/>
                  </a:cubicBezTo>
                  <a:cubicBezTo>
                    <a:pt x="65" y="1479"/>
                    <a:pt x="0" y="1800"/>
                    <a:pt x="0" y="2154"/>
                  </a:cubicBezTo>
                  <a:cubicBezTo>
                    <a:pt x="0" y="3761"/>
                    <a:pt x="1318" y="5851"/>
                    <a:pt x="2315" y="6751"/>
                  </a:cubicBezTo>
                  <a:cubicBezTo>
                    <a:pt x="2411" y="6847"/>
                    <a:pt x="4147" y="8101"/>
                    <a:pt x="4211" y="8101"/>
                  </a:cubicBezTo>
                  <a:cubicBezTo>
                    <a:pt x="4211" y="8101"/>
                    <a:pt x="5047" y="5529"/>
                    <a:pt x="5047" y="4018"/>
                  </a:cubicBezTo>
                  <a:cubicBezTo>
                    <a:pt x="5047" y="3890"/>
                    <a:pt x="5047" y="3761"/>
                    <a:pt x="5047" y="3665"/>
                  </a:cubicBezTo>
                  <a:cubicBezTo>
                    <a:pt x="4886" y="2475"/>
                    <a:pt x="4372" y="965"/>
                    <a:pt x="3279" y="322"/>
                  </a:cubicBezTo>
                  <a:cubicBezTo>
                    <a:pt x="2893" y="97"/>
                    <a:pt x="2508" y="0"/>
                    <a:pt x="20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62"/>
            <p:cNvSpPr/>
            <p:nvPr/>
          </p:nvSpPr>
          <p:spPr>
            <a:xfrm>
              <a:off x="2659200" y="4023125"/>
              <a:ext cx="458100" cy="488625"/>
            </a:xfrm>
            <a:custGeom>
              <a:avLst/>
              <a:gdLst/>
              <a:ahLst/>
              <a:cxnLst/>
              <a:rect l="l" t="t" r="r" b="b"/>
              <a:pathLst>
                <a:path w="18324" h="19545" extrusionOk="0">
                  <a:moveTo>
                    <a:pt x="1" y="1"/>
                  </a:moveTo>
                  <a:cubicBezTo>
                    <a:pt x="772" y="10930"/>
                    <a:pt x="9258" y="19544"/>
                    <a:pt x="9258" y="19544"/>
                  </a:cubicBezTo>
                  <a:cubicBezTo>
                    <a:pt x="9258" y="19544"/>
                    <a:pt x="17616" y="10898"/>
                    <a:pt x="183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62"/>
            <p:cNvSpPr/>
            <p:nvPr/>
          </p:nvSpPr>
          <p:spPr>
            <a:xfrm>
              <a:off x="1239225" y="3702475"/>
              <a:ext cx="1564650" cy="871150"/>
            </a:xfrm>
            <a:custGeom>
              <a:avLst/>
              <a:gdLst/>
              <a:ahLst/>
              <a:cxnLst/>
              <a:rect l="l" t="t" r="r" b="b"/>
              <a:pathLst>
                <a:path w="62586" h="34846" extrusionOk="0">
                  <a:moveTo>
                    <a:pt x="46739" y="21506"/>
                  </a:moveTo>
                  <a:cubicBezTo>
                    <a:pt x="47189" y="23595"/>
                    <a:pt x="48024" y="26070"/>
                    <a:pt x="49567" y="28224"/>
                  </a:cubicBezTo>
                  <a:cubicBezTo>
                    <a:pt x="48732" y="27838"/>
                    <a:pt x="47864" y="27388"/>
                    <a:pt x="46899" y="26906"/>
                  </a:cubicBezTo>
                  <a:cubicBezTo>
                    <a:pt x="46192" y="26552"/>
                    <a:pt x="45453" y="26167"/>
                    <a:pt x="44713" y="25749"/>
                  </a:cubicBezTo>
                  <a:cubicBezTo>
                    <a:pt x="44842" y="25459"/>
                    <a:pt x="45935" y="23016"/>
                    <a:pt x="45999" y="21634"/>
                  </a:cubicBezTo>
                  <a:cubicBezTo>
                    <a:pt x="46256" y="21602"/>
                    <a:pt x="46514" y="21538"/>
                    <a:pt x="46739" y="21506"/>
                  </a:cubicBezTo>
                  <a:close/>
                  <a:moveTo>
                    <a:pt x="22148" y="1"/>
                  </a:moveTo>
                  <a:cubicBezTo>
                    <a:pt x="21570" y="1"/>
                    <a:pt x="21023" y="226"/>
                    <a:pt x="20605" y="708"/>
                  </a:cubicBezTo>
                  <a:cubicBezTo>
                    <a:pt x="20187" y="1190"/>
                    <a:pt x="20027" y="1897"/>
                    <a:pt x="20027" y="2669"/>
                  </a:cubicBezTo>
                  <a:cubicBezTo>
                    <a:pt x="20027" y="4083"/>
                    <a:pt x="20605" y="5755"/>
                    <a:pt x="21152" y="6655"/>
                  </a:cubicBezTo>
                  <a:cubicBezTo>
                    <a:pt x="21216" y="6751"/>
                    <a:pt x="22148" y="7908"/>
                    <a:pt x="22502" y="8294"/>
                  </a:cubicBezTo>
                  <a:lnTo>
                    <a:pt x="22437" y="8262"/>
                  </a:lnTo>
                  <a:cubicBezTo>
                    <a:pt x="20991" y="7362"/>
                    <a:pt x="19448" y="6655"/>
                    <a:pt x="18001" y="6044"/>
                  </a:cubicBezTo>
                  <a:cubicBezTo>
                    <a:pt x="16523" y="5466"/>
                    <a:pt x="15076" y="5015"/>
                    <a:pt x="13758" y="4662"/>
                  </a:cubicBezTo>
                  <a:cubicBezTo>
                    <a:pt x="12441" y="4276"/>
                    <a:pt x="11187" y="4019"/>
                    <a:pt x="10094" y="3794"/>
                  </a:cubicBezTo>
                  <a:cubicBezTo>
                    <a:pt x="9483" y="3698"/>
                    <a:pt x="8937" y="3601"/>
                    <a:pt x="8422" y="3505"/>
                  </a:cubicBezTo>
                  <a:lnTo>
                    <a:pt x="8455" y="3505"/>
                  </a:lnTo>
                  <a:cubicBezTo>
                    <a:pt x="8455" y="3440"/>
                    <a:pt x="6655" y="2283"/>
                    <a:pt x="6526" y="2219"/>
                  </a:cubicBezTo>
                  <a:cubicBezTo>
                    <a:pt x="5690" y="1801"/>
                    <a:pt x="4340" y="1447"/>
                    <a:pt x="3054" y="1447"/>
                  </a:cubicBezTo>
                  <a:cubicBezTo>
                    <a:pt x="2058" y="1447"/>
                    <a:pt x="1126" y="1672"/>
                    <a:pt x="547" y="2251"/>
                  </a:cubicBezTo>
                  <a:cubicBezTo>
                    <a:pt x="161" y="2637"/>
                    <a:pt x="1" y="3151"/>
                    <a:pt x="1" y="3665"/>
                  </a:cubicBezTo>
                  <a:cubicBezTo>
                    <a:pt x="1" y="4308"/>
                    <a:pt x="290" y="4983"/>
                    <a:pt x="869" y="5433"/>
                  </a:cubicBezTo>
                  <a:cubicBezTo>
                    <a:pt x="1447" y="5916"/>
                    <a:pt x="2251" y="6076"/>
                    <a:pt x="3054" y="6076"/>
                  </a:cubicBezTo>
                  <a:cubicBezTo>
                    <a:pt x="3601" y="6076"/>
                    <a:pt x="4147" y="5980"/>
                    <a:pt x="4629" y="5883"/>
                  </a:cubicBezTo>
                  <a:cubicBezTo>
                    <a:pt x="5819" y="5562"/>
                    <a:pt x="7844" y="3987"/>
                    <a:pt x="8358" y="3569"/>
                  </a:cubicBezTo>
                  <a:cubicBezTo>
                    <a:pt x="8872" y="3665"/>
                    <a:pt x="9451" y="3794"/>
                    <a:pt x="10062" y="3923"/>
                  </a:cubicBezTo>
                  <a:cubicBezTo>
                    <a:pt x="11155" y="4148"/>
                    <a:pt x="12376" y="4437"/>
                    <a:pt x="13694" y="4855"/>
                  </a:cubicBezTo>
                  <a:cubicBezTo>
                    <a:pt x="14048" y="4951"/>
                    <a:pt x="14433" y="5080"/>
                    <a:pt x="14787" y="5208"/>
                  </a:cubicBezTo>
                  <a:cubicBezTo>
                    <a:pt x="14144" y="5112"/>
                    <a:pt x="13244" y="5048"/>
                    <a:pt x="13148" y="5048"/>
                  </a:cubicBezTo>
                  <a:cubicBezTo>
                    <a:pt x="11540" y="5080"/>
                    <a:pt x="8422" y="6076"/>
                    <a:pt x="7876" y="7812"/>
                  </a:cubicBezTo>
                  <a:cubicBezTo>
                    <a:pt x="7812" y="8005"/>
                    <a:pt x="7780" y="8230"/>
                    <a:pt x="7780" y="8423"/>
                  </a:cubicBezTo>
                  <a:cubicBezTo>
                    <a:pt x="7780" y="9419"/>
                    <a:pt x="8583" y="10319"/>
                    <a:pt x="9612" y="10512"/>
                  </a:cubicBezTo>
                  <a:cubicBezTo>
                    <a:pt x="9773" y="10544"/>
                    <a:pt x="9933" y="10544"/>
                    <a:pt x="10094" y="10544"/>
                  </a:cubicBezTo>
                  <a:cubicBezTo>
                    <a:pt x="11219" y="10544"/>
                    <a:pt x="12376" y="9869"/>
                    <a:pt x="13148" y="9162"/>
                  </a:cubicBezTo>
                  <a:cubicBezTo>
                    <a:pt x="14080" y="8326"/>
                    <a:pt x="15173" y="5916"/>
                    <a:pt x="15430" y="5401"/>
                  </a:cubicBezTo>
                  <a:cubicBezTo>
                    <a:pt x="16234" y="5658"/>
                    <a:pt x="17037" y="5980"/>
                    <a:pt x="17873" y="6333"/>
                  </a:cubicBezTo>
                  <a:cubicBezTo>
                    <a:pt x="19319" y="6944"/>
                    <a:pt x="20798" y="7683"/>
                    <a:pt x="22245" y="8616"/>
                  </a:cubicBezTo>
                  <a:cubicBezTo>
                    <a:pt x="22309" y="8680"/>
                    <a:pt x="22373" y="8744"/>
                    <a:pt x="22470" y="8776"/>
                  </a:cubicBezTo>
                  <a:cubicBezTo>
                    <a:pt x="22148" y="8680"/>
                    <a:pt x="20380" y="8326"/>
                    <a:pt x="20252" y="8294"/>
                  </a:cubicBezTo>
                  <a:lnTo>
                    <a:pt x="19769" y="8294"/>
                  </a:lnTo>
                  <a:cubicBezTo>
                    <a:pt x="18066" y="8294"/>
                    <a:pt x="15366" y="8969"/>
                    <a:pt x="14723" y="10480"/>
                  </a:cubicBezTo>
                  <a:cubicBezTo>
                    <a:pt x="14594" y="10769"/>
                    <a:pt x="14530" y="11027"/>
                    <a:pt x="14530" y="11284"/>
                  </a:cubicBezTo>
                  <a:cubicBezTo>
                    <a:pt x="14530" y="12216"/>
                    <a:pt x="15205" y="13052"/>
                    <a:pt x="16137" y="13341"/>
                  </a:cubicBezTo>
                  <a:cubicBezTo>
                    <a:pt x="16394" y="13437"/>
                    <a:pt x="16651" y="13469"/>
                    <a:pt x="16941" y="13469"/>
                  </a:cubicBezTo>
                  <a:cubicBezTo>
                    <a:pt x="17937" y="13469"/>
                    <a:pt x="19030" y="12955"/>
                    <a:pt x="19802" y="12409"/>
                  </a:cubicBezTo>
                  <a:cubicBezTo>
                    <a:pt x="20927" y="11605"/>
                    <a:pt x="22470" y="8937"/>
                    <a:pt x="22534" y="8809"/>
                  </a:cubicBezTo>
                  <a:cubicBezTo>
                    <a:pt x="23852" y="9709"/>
                    <a:pt x="25138" y="10737"/>
                    <a:pt x="26391" y="11862"/>
                  </a:cubicBezTo>
                  <a:cubicBezTo>
                    <a:pt x="27291" y="12666"/>
                    <a:pt x="28191" y="13502"/>
                    <a:pt x="29059" y="14370"/>
                  </a:cubicBezTo>
                  <a:cubicBezTo>
                    <a:pt x="28641" y="14273"/>
                    <a:pt x="27002" y="13920"/>
                    <a:pt x="26873" y="13920"/>
                  </a:cubicBezTo>
                  <a:cubicBezTo>
                    <a:pt x="26713" y="13887"/>
                    <a:pt x="26552" y="13887"/>
                    <a:pt x="26391" y="13887"/>
                  </a:cubicBezTo>
                  <a:cubicBezTo>
                    <a:pt x="24688" y="13887"/>
                    <a:pt x="21987" y="14562"/>
                    <a:pt x="21345" y="16105"/>
                  </a:cubicBezTo>
                  <a:cubicBezTo>
                    <a:pt x="21216" y="16363"/>
                    <a:pt x="21184" y="16620"/>
                    <a:pt x="21184" y="16877"/>
                  </a:cubicBezTo>
                  <a:cubicBezTo>
                    <a:pt x="21184" y="17809"/>
                    <a:pt x="21827" y="18677"/>
                    <a:pt x="22759" y="18966"/>
                  </a:cubicBezTo>
                  <a:cubicBezTo>
                    <a:pt x="23016" y="19030"/>
                    <a:pt x="23305" y="19063"/>
                    <a:pt x="23562" y="19063"/>
                  </a:cubicBezTo>
                  <a:cubicBezTo>
                    <a:pt x="24591" y="19063"/>
                    <a:pt x="25652" y="18580"/>
                    <a:pt x="26423" y="18002"/>
                  </a:cubicBezTo>
                  <a:cubicBezTo>
                    <a:pt x="27548" y="17230"/>
                    <a:pt x="29027" y="14659"/>
                    <a:pt x="29123" y="14434"/>
                  </a:cubicBezTo>
                  <a:cubicBezTo>
                    <a:pt x="29541" y="14852"/>
                    <a:pt x="29927" y="15237"/>
                    <a:pt x="30345" y="15623"/>
                  </a:cubicBezTo>
                  <a:cubicBezTo>
                    <a:pt x="31631" y="16909"/>
                    <a:pt x="32916" y="18227"/>
                    <a:pt x="34267" y="19481"/>
                  </a:cubicBezTo>
                  <a:cubicBezTo>
                    <a:pt x="34717" y="19898"/>
                    <a:pt x="35167" y="20316"/>
                    <a:pt x="35649" y="20734"/>
                  </a:cubicBezTo>
                  <a:cubicBezTo>
                    <a:pt x="35006" y="20573"/>
                    <a:pt x="33881" y="20348"/>
                    <a:pt x="33752" y="20316"/>
                  </a:cubicBezTo>
                  <a:lnTo>
                    <a:pt x="33302" y="20316"/>
                  </a:lnTo>
                  <a:cubicBezTo>
                    <a:pt x="31599" y="20316"/>
                    <a:pt x="28866" y="20991"/>
                    <a:pt x="28223" y="22502"/>
                  </a:cubicBezTo>
                  <a:cubicBezTo>
                    <a:pt x="28127" y="22759"/>
                    <a:pt x="28063" y="23049"/>
                    <a:pt x="28063" y="23306"/>
                  </a:cubicBezTo>
                  <a:cubicBezTo>
                    <a:pt x="28063" y="24238"/>
                    <a:pt x="28706" y="25074"/>
                    <a:pt x="29670" y="25363"/>
                  </a:cubicBezTo>
                  <a:cubicBezTo>
                    <a:pt x="29927" y="25459"/>
                    <a:pt x="30184" y="25492"/>
                    <a:pt x="30441" y="25492"/>
                  </a:cubicBezTo>
                  <a:cubicBezTo>
                    <a:pt x="31470" y="25492"/>
                    <a:pt x="32531" y="24977"/>
                    <a:pt x="33302" y="24431"/>
                  </a:cubicBezTo>
                  <a:cubicBezTo>
                    <a:pt x="34299" y="23724"/>
                    <a:pt x="35584" y="21602"/>
                    <a:pt x="35938" y="20991"/>
                  </a:cubicBezTo>
                  <a:cubicBezTo>
                    <a:pt x="36742" y="21666"/>
                    <a:pt x="37513" y="22341"/>
                    <a:pt x="38317" y="22952"/>
                  </a:cubicBezTo>
                  <a:cubicBezTo>
                    <a:pt x="38670" y="23209"/>
                    <a:pt x="39024" y="23466"/>
                    <a:pt x="39377" y="23691"/>
                  </a:cubicBezTo>
                  <a:cubicBezTo>
                    <a:pt x="39731" y="23949"/>
                    <a:pt x="40085" y="24174"/>
                    <a:pt x="40406" y="24399"/>
                  </a:cubicBezTo>
                  <a:cubicBezTo>
                    <a:pt x="41145" y="24849"/>
                    <a:pt x="41820" y="25267"/>
                    <a:pt x="42528" y="25684"/>
                  </a:cubicBezTo>
                  <a:cubicBezTo>
                    <a:pt x="42849" y="25877"/>
                    <a:pt x="43203" y="26070"/>
                    <a:pt x="43524" y="26263"/>
                  </a:cubicBezTo>
                  <a:cubicBezTo>
                    <a:pt x="42913" y="26038"/>
                    <a:pt x="41949" y="25652"/>
                    <a:pt x="41853" y="25652"/>
                  </a:cubicBezTo>
                  <a:cubicBezTo>
                    <a:pt x="41403" y="25524"/>
                    <a:pt x="40792" y="25459"/>
                    <a:pt x="40149" y="25459"/>
                  </a:cubicBezTo>
                  <a:cubicBezTo>
                    <a:pt x="38574" y="25459"/>
                    <a:pt x="36710" y="25845"/>
                    <a:pt x="36034" y="26970"/>
                  </a:cubicBezTo>
                  <a:cubicBezTo>
                    <a:pt x="35842" y="27292"/>
                    <a:pt x="35745" y="27645"/>
                    <a:pt x="35745" y="28031"/>
                  </a:cubicBezTo>
                  <a:cubicBezTo>
                    <a:pt x="35745" y="28835"/>
                    <a:pt x="36227" y="29606"/>
                    <a:pt x="37031" y="29992"/>
                  </a:cubicBezTo>
                  <a:cubicBezTo>
                    <a:pt x="37417" y="30185"/>
                    <a:pt x="37867" y="30281"/>
                    <a:pt x="38317" y="30281"/>
                  </a:cubicBezTo>
                  <a:cubicBezTo>
                    <a:pt x="39152" y="30281"/>
                    <a:pt x="40085" y="29992"/>
                    <a:pt x="40792" y="29606"/>
                  </a:cubicBezTo>
                  <a:cubicBezTo>
                    <a:pt x="41981" y="29027"/>
                    <a:pt x="43781" y="26809"/>
                    <a:pt x="43974" y="26520"/>
                  </a:cubicBezTo>
                  <a:cubicBezTo>
                    <a:pt x="44810" y="27002"/>
                    <a:pt x="45646" y="27452"/>
                    <a:pt x="46417" y="27870"/>
                  </a:cubicBezTo>
                  <a:cubicBezTo>
                    <a:pt x="48474" y="28963"/>
                    <a:pt x="50274" y="29863"/>
                    <a:pt x="51657" y="30506"/>
                  </a:cubicBezTo>
                  <a:cubicBezTo>
                    <a:pt x="56189" y="34428"/>
                    <a:pt x="62554" y="34846"/>
                    <a:pt x="62554" y="34846"/>
                  </a:cubicBezTo>
                  <a:cubicBezTo>
                    <a:pt x="62554" y="34846"/>
                    <a:pt x="62586" y="34717"/>
                    <a:pt x="62586" y="34492"/>
                  </a:cubicBezTo>
                  <a:cubicBezTo>
                    <a:pt x="62586" y="32917"/>
                    <a:pt x="62329" y="26552"/>
                    <a:pt x="58407" y="22181"/>
                  </a:cubicBezTo>
                  <a:cubicBezTo>
                    <a:pt x="56768" y="20348"/>
                    <a:pt x="54743" y="19127"/>
                    <a:pt x="52782" y="18323"/>
                  </a:cubicBezTo>
                  <a:cubicBezTo>
                    <a:pt x="52910" y="18163"/>
                    <a:pt x="53039" y="18034"/>
                    <a:pt x="53135" y="17905"/>
                  </a:cubicBezTo>
                  <a:cubicBezTo>
                    <a:pt x="53617" y="17134"/>
                    <a:pt x="54067" y="16073"/>
                    <a:pt x="54067" y="15109"/>
                  </a:cubicBezTo>
                  <a:cubicBezTo>
                    <a:pt x="54067" y="14787"/>
                    <a:pt x="54035" y="14498"/>
                    <a:pt x="53939" y="14209"/>
                  </a:cubicBezTo>
                  <a:cubicBezTo>
                    <a:pt x="53714" y="13566"/>
                    <a:pt x="53232" y="13084"/>
                    <a:pt x="52653" y="12827"/>
                  </a:cubicBezTo>
                  <a:lnTo>
                    <a:pt x="51110" y="12827"/>
                  </a:lnTo>
                  <a:cubicBezTo>
                    <a:pt x="51078" y="12859"/>
                    <a:pt x="51046" y="12859"/>
                    <a:pt x="51014" y="12891"/>
                  </a:cubicBezTo>
                  <a:cubicBezTo>
                    <a:pt x="49760" y="13469"/>
                    <a:pt x="49149" y="15462"/>
                    <a:pt x="49021" y="17102"/>
                  </a:cubicBezTo>
                  <a:cubicBezTo>
                    <a:pt x="48539" y="16973"/>
                    <a:pt x="48089" y="16909"/>
                    <a:pt x="47703" y="16845"/>
                  </a:cubicBezTo>
                  <a:cubicBezTo>
                    <a:pt x="47542" y="16459"/>
                    <a:pt x="47381" y="16105"/>
                    <a:pt x="47189" y="15720"/>
                  </a:cubicBezTo>
                  <a:cubicBezTo>
                    <a:pt x="47028" y="15334"/>
                    <a:pt x="46899" y="14948"/>
                    <a:pt x="46739" y="14530"/>
                  </a:cubicBezTo>
                  <a:cubicBezTo>
                    <a:pt x="46514" y="13984"/>
                    <a:pt x="46353" y="13405"/>
                    <a:pt x="46160" y="12827"/>
                  </a:cubicBezTo>
                  <a:lnTo>
                    <a:pt x="45260" y="12827"/>
                  </a:lnTo>
                  <a:cubicBezTo>
                    <a:pt x="45485" y="13534"/>
                    <a:pt x="45678" y="14209"/>
                    <a:pt x="45935" y="14852"/>
                  </a:cubicBezTo>
                  <a:cubicBezTo>
                    <a:pt x="46064" y="15270"/>
                    <a:pt x="46192" y="15687"/>
                    <a:pt x="46385" y="16073"/>
                  </a:cubicBezTo>
                  <a:cubicBezTo>
                    <a:pt x="46449" y="16266"/>
                    <a:pt x="46546" y="16491"/>
                    <a:pt x="46642" y="16684"/>
                  </a:cubicBezTo>
                  <a:cubicBezTo>
                    <a:pt x="46417" y="16652"/>
                    <a:pt x="46289" y="16652"/>
                    <a:pt x="46289" y="16652"/>
                  </a:cubicBezTo>
                  <a:cubicBezTo>
                    <a:pt x="46289" y="16652"/>
                    <a:pt x="46289" y="16780"/>
                    <a:pt x="46289" y="17005"/>
                  </a:cubicBezTo>
                  <a:cubicBezTo>
                    <a:pt x="46289" y="17263"/>
                    <a:pt x="46289" y="17648"/>
                    <a:pt x="46321" y="18130"/>
                  </a:cubicBezTo>
                  <a:cubicBezTo>
                    <a:pt x="45292" y="17391"/>
                    <a:pt x="43910" y="16748"/>
                    <a:pt x="42753" y="16748"/>
                  </a:cubicBezTo>
                  <a:cubicBezTo>
                    <a:pt x="42399" y="16748"/>
                    <a:pt x="42078" y="16813"/>
                    <a:pt x="41788" y="16941"/>
                  </a:cubicBezTo>
                  <a:cubicBezTo>
                    <a:pt x="41017" y="17295"/>
                    <a:pt x="40599" y="18066"/>
                    <a:pt x="40599" y="18838"/>
                  </a:cubicBezTo>
                  <a:cubicBezTo>
                    <a:pt x="40599" y="19256"/>
                    <a:pt x="40728" y="19641"/>
                    <a:pt x="40920" y="20027"/>
                  </a:cubicBezTo>
                  <a:cubicBezTo>
                    <a:pt x="41017" y="20156"/>
                    <a:pt x="41113" y="20284"/>
                    <a:pt x="41210" y="20413"/>
                  </a:cubicBezTo>
                  <a:cubicBezTo>
                    <a:pt x="41403" y="21859"/>
                    <a:pt x="42238" y="23434"/>
                    <a:pt x="42946" y="24238"/>
                  </a:cubicBezTo>
                  <a:cubicBezTo>
                    <a:pt x="43010" y="24334"/>
                    <a:pt x="43910" y="25170"/>
                    <a:pt x="44392" y="25588"/>
                  </a:cubicBezTo>
                  <a:cubicBezTo>
                    <a:pt x="43942" y="25331"/>
                    <a:pt x="43492" y="25106"/>
                    <a:pt x="43010" y="24817"/>
                  </a:cubicBezTo>
                  <a:cubicBezTo>
                    <a:pt x="42335" y="24463"/>
                    <a:pt x="41628" y="24013"/>
                    <a:pt x="40920" y="23627"/>
                  </a:cubicBezTo>
                  <a:cubicBezTo>
                    <a:pt x="40567" y="23402"/>
                    <a:pt x="40213" y="23177"/>
                    <a:pt x="39860" y="22952"/>
                  </a:cubicBezTo>
                  <a:cubicBezTo>
                    <a:pt x="39506" y="22727"/>
                    <a:pt x="39185" y="22470"/>
                    <a:pt x="38831" y="22245"/>
                  </a:cubicBezTo>
                  <a:cubicBezTo>
                    <a:pt x="38317" y="21859"/>
                    <a:pt x="37835" y="21473"/>
                    <a:pt x="37320" y="21056"/>
                  </a:cubicBezTo>
                  <a:cubicBezTo>
                    <a:pt x="37738" y="20413"/>
                    <a:pt x="38960" y="18420"/>
                    <a:pt x="39152" y="17263"/>
                  </a:cubicBezTo>
                  <a:cubicBezTo>
                    <a:pt x="39185" y="16941"/>
                    <a:pt x="39217" y="16588"/>
                    <a:pt x="39217" y="16234"/>
                  </a:cubicBezTo>
                  <a:cubicBezTo>
                    <a:pt x="39217" y="15270"/>
                    <a:pt x="38992" y="14241"/>
                    <a:pt x="38349" y="13566"/>
                  </a:cubicBezTo>
                  <a:cubicBezTo>
                    <a:pt x="37899" y="13084"/>
                    <a:pt x="37288" y="12859"/>
                    <a:pt x="36677" y="12859"/>
                  </a:cubicBezTo>
                  <a:cubicBezTo>
                    <a:pt x="36131" y="12859"/>
                    <a:pt x="35552" y="13084"/>
                    <a:pt x="35134" y="13566"/>
                  </a:cubicBezTo>
                  <a:cubicBezTo>
                    <a:pt x="34717" y="14048"/>
                    <a:pt x="34556" y="14755"/>
                    <a:pt x="34556" y="15527"/>
                  </a:cubicBezTo>
                  <a:cubicBezTo>
                    <a:pt x="34556" y="16941"/>
                    <a:pt x="35134" y="18613"/>
                    <a:pt x="35681" y="19513"/>
                  </a:cubicBezTo>
                  <a:cubicBezTo>
                    <a:pt x="35713" y="19545"/>
                    <a:pt x="35938" y="19834"/>
                    <a:pt x="36195" y="20123"/>
                  </a:cubicBezTo>
                  <a:cubicBezTo>
                    <a:pt x="35713" y="19738"/>
                    <a:pt x="35231" y="19320"/>
                    <a:pt x="34781" y="18902"/>
                  </a:cubicBezTo>
                  <a:cubicBezTo>
                    <a:pt x="33431" y="17713"/>
                    <a:pt x="32113" y="16427"/>
                    <a:pt x="30795" y="15173"/>
                  </a:cubicBezTo>
                  <a:cubicBezTo>
                    <a:pt x="30506" y="14916"/>
                    <a:pt x="30216" y="14659"/>
                    <a:pt x="29959" y="14370"/>
                  </a:cubicBezTo>
                  <a:cubicBezTo>
                    <a:pt x="30313" y="13823"/>
                    <a:pt x="31631" y="11669"/>
                    <a:pt x="31824" y="10448"/>
                  </a:cubicBezTo>
                  <a:cubicBezTo>
                    <a:pt x="31888" y="10159"/>
                    <a:pt x="31888" y="9805"/>
                    <a:pt x="31888" y="9451"/>
                  </a:cubicBezTo>
                  <a:cubicBezTo>
                    <a:pt x="31920" y="8487"/>
                    <a:pt x="31663" y="7458"/>
                    <a:pt x="31020" y="6751"/>
                  </a:cubicBezTo>
                  <a:cubicBezTo>
                    <a:pt x="30570" y="6301"/>
                    <a:pt x="29959" y="6076"/>
                    <a:pt x="29381" y="6076"/>
                  </a:cubicBezTo>
                  <a:cubicBezTo>
                    <a:pt x="28802" y="6076"/>
                    <a:pt x="28223" y="6301"/>
                    <a:pt x="27806" y="6783"/>
                  </a:cubicBezTo>
                  <a:cubicBezTo>
                    <a:pt x="27420" y="7266"/>
                    <a:pt x="27259" y="7973"/>
                    <a:pt x="27259" y="8744"/>
                  </a:cubicBezTo>
                  <a:cubicBezTo>
                    <a:pt x="27259" y="10159"/>
                    <a:pt x="27806" y="11830"/>
                    <a:pt x="28384" y="12698"/>
                  </a:cubicBezTo>
                  <a:cubicBezTo>
                    <a:pt x="28416" y="12762"/>
                    <a:pt x="28673" y="13084"/>
                    <a:pt x="28963" y="13437"/>
                  </a:cubicBezTo>
                  <a:cubicBezTo>
                    <a:pt x="28223" y="12762"/>
                    <a:pt x="27484" y="12087"/>
                    <a:pt x="26713" y="11477"/>
                  </a:cubicBezTo>
                  <a:cubicBezTo>
                    <a:pt x="25395" y="10351"/>
                    <a:pt x="24045" y="9323"/>
                    <a:pt x="22662" y="8423"/>
                  </a:cubicBezTo>
                  <a:cubicBezTo>
                    <a:pt x="22791" y="8230"/>
                    <a:pt x="24398" y="5755"/>
                    <a:pt x="24623" y="4373"/>
                  </a:cubicBezTo>
                  <a:cubicBezTo>
                    <a:pt x="24655" y="4083"/>
                    <a:pt x="24688" y="3730"/>
                    <a:pt x="24688" y="3408"/>
                  </a:cubicBezTo>
                  <a:cubicBezTo>
                    <a:pt x="24688" y="2412"/>
                    <a:pt x="24463" y="1383"/>
                    <a:pt x="23787" y="708"/>
                  </a:cubicBezTo>
                  <a:cubicBezTo>
                    <a:pt x="23337" y="226"/>
                    <a:pt x="22759" y="1"/>
                    <a:pt x="22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62"/>
            <p:cNvSpPr/>
            <p:nvPr/>
          </p:nvSpPr>
          <p:spPr>
            <a:xfrm>
              <a:off x="2159350" y="3969275"/>
              <a:ext cx="152725" cy="66725"/>
            </a:xfrm>
            <a:custGeom>
              <a:avLst/>
              <a:gdLst/>
              <a:ahLst/>
              <a:cxnLst/>
              <a:rect l="l" t="t" r="r" b="b"/>
              <a:pathLst>
                <a:path w="6109" h="2669" extrusionOk="0">
                  <a:moveTo>
                    <a:pt x="1" y="1"/>
                  </a:moveTo>
                  <a:lnTo>
                    <a:pt x="1" y="1"/>
                  </a:lnTo>
                  <a:cubicBezTo>
                    <a:pt x="33" y="515"/>
                    <a:pt x="194" y="1030"/>
                    <a:pt x="547" y="1415"/>
                  </a:cubicBezTo>
                  <a:cubicBezTo>
                    <a:pt x="1287" y="2347"/>
                    <a:pt x="2701" y="2669"/>
                    <a:pt x="3890" y="2669"/>
                  </a:cubicBezTo>
                  <a:lnTo>
                    <a:pt x="4115" y="2669"/>
                  </a:lnTo>
                  <a:cubicBezTo>
                    <a:pt x="4662" y="2637"/>
                    <a:pt x="5401" y="2412"/>
                    <a:pt x="6108" y="2155"/>
                  </a:cubicBezTo>
                  <a:lnTo>
                    <a:pt x="4276" y="2155"/>
                  </a:lnTo>
                  <a:cubicBezTo>
                    <a:pt x="2508" y="2155"/>
                    <a:pt x="965" y="1319"/>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62"/>
            <p:cNvSpPr/>
            <p:nvPr/>
          </p:nvSpPr>
          <p:spPr>
            <a:xfrm>
              <a:off x="2104725" y="3692850"/>
              <a:ext cx="29750" cy="98050"/>
            </a:xfrm>
            <a:custGeom>
              <a:avLst/>
              <a:gdLst/>
              <a:ahLst/>
              <a:cxnLst/>
              <a:rect l="l" t="t" r="r" b="b"/>
              <a:pathLst>
                <a:path w="1190" h="3922" extrusionOk="0">
                  <a:moveTo>
                    <a:pt x="1189" y="0"/>
                  </a:moveTo>
                  <a:cubicBezTo>
                    <a:pt x="1093" y="32"/>
                    <a:pt x="997" y="97"/>
                    <a:pt x="900" y="161"/>
                  </a:cubicBezTo>
                  <a:cubicBezTo>
                    <a:pt x="289" y="547"/>
                    <a:pt x="0" y="1222"/>
                    <a:pt x="0" y="1865"/>
                  </a:cubicBezTo>
                  <a:cubicBezTo>
                    <a:pt x="0" y="2379"/>
                    <a:pt x="161" y="2893"/>
                    <a:pt x="514" y="3343"/>
                  </a:cubicBezTo>
                  <a:cubicBezTo>
                    <a:pt x="707" y="3568"/>
                    <a:pt x="932" y="3761"/>
                    <a:pt x="1189" y="3922"/>
                  </a:cubicBezTo>
                  <a:lnTo>
                    <a:pt x="11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62"/>
            <p:cNvSpPr/>
            <p:nvPr/>
          </p:nvSpPr>
          <p:spPr>
            <a:xfrm>
              <a:off x="2091050" y="3538550"/>
              <a:ext cx="43425" cy="60300"/>
            </a:xfrm>
            <a:custGeom>
              <a:avLst/>
              <a:gdLst/>
              <a:ahLst/>
              <a:cxnLst/>
              <a:rect l="l" t="t" r="r" b="b"/>
              <a:pathLst>
                <a:path w="1737" h="2412" extrusionOk="0">
                  <a:moveTo>
                    <a:pt x="1736" y="0"/>
                  </a:moveTo>
                  <a:cubicBezTo>
                    <a:pt x="1094" y="772"/>
                    <a:pt x="483" y="1479"/>
                    <a:pt x="1" y="2090"/>
                  </a:cubicBezTo>
                  <a:cubicBezTo>
                    <a:pt x="547" y="2283"/>
                    <a:pt x="1158" y="2379"/>
                    <a:pt x="1736" y="2411"/>
                  </a:cubicBezTo>
                  <a:lnTo>
                    <a:pt x="1736" y="1576"/>
                  </a:lnTo>
                  <a:lnTo>
                    <a:pt x="17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62"/>
            <p:cNvSpPr/>
            <p:nvPr/>
          </p:nvSpPr>
          <p:spPr>
            <a:xfrm>
              <a:off x="1844350" y="3120675"/>
              <a:ext cx="110925" cy="121375"/>
            </a:xfrm>
            <a:custGeom>
              <a:avLst/>
              <a:gdLst/>
              <a:ahLst/>
              <a:cxnLst/>
              <a:rect l="l" t="t" r="r" b="b"/>
              <a:pathLst>
                <a:path w="4437" h="4855" extrusionOk="0">
                  <a:moveTo>
                    <a:pt x="2058" y="0"/>
                  </a:moveTo>
                  <a:cubicBezTo>
                    <a:pt x="1897" y="0"/>
                    <a:pt x="1768" y="0"/>
                    <a:pt x="1640" y="32"/>
                  </a:cubicBezTo>
                  <a:cubicBezTo>
                    <a:pt x="611" y="257"/>
                    <a:pt x="0" y="1158"/>
                    <a:pt x="0" y="2122"/>
                  </a:cubicBezTo>
                  <a:cubicBezTo>
                    <a:pt x="0" y="2379"/>
                    <a:pt x="32" y="2604"/>
                    <a:pt x="129" y="2861"/>
                  </a:cubicBezTo>
                  <a:cubicBezTo>
                    <a:pt x="418" y="3729"/>
                    <a:pt x="1158" y="4372"/>
                    <a:pt x="1993" y="4854"/>
                  </a:cubicBezTo>
                  <a:cubicBezTo>
                    <a:pt x="2958" y="3311"/>
                    <a:pt x="3826" y="1961"/>
                    <a:pt x="4436" y="965"/>
                  </a:cubicBezTo>
                  <a:cubicBezTo>
                    <a:pt x="3665" y="386"/>
                    <a:pt x="2829" y="0"/>
                    <a:pt x="20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62"/>
            <p:cNvSpPr/>
            <p:nvPr/>
          </p:nvSpPr>
          <p:spPr>
            <a:xfrm>
              <a:off x="2971000" y="4123575"/>
              <a:ext cx="423525" cy="440400"/>
            </a:xfrm>
            <a:custGeom>
              <a:avLst/>
              <a:gdLst/>
              <a:ahLst/>
              <a:cxnLst/>
              <a:rect l="l" t="t" r="r" b="b"/>
              <a:pathLst>
                <a:path w="16941" h="17616" extrusionOk="0">
                  <a:moveTo>
                    <a:pt x="16941" y="1"/>
                  </a:moveTo>
                  <a:cubicBezTo>
                    <a:pt x="16941" y="1"/>
                    <a:pt x="9290" y="226"/>
                    <a:pt x="4630" y="5112"/>
                  </a:cubicBezTo>
                  <a:cubicBezTo>
                    <a:pt x="65" y="9837"/>
                    <a:pt x="1" y="17230"/>
                    <a:pt x="1" y="17584"/>
                  </a:cubicBezTo>
                  <a:lnTo>
                    <a:pt x="1" y="17616"/>
                  </a:lnTo>
                  <a:cubicBezTo>
                    <a:pt x="1" y="17616"/>
                    <a:pt x="7651" y="17359"/>
                    <a:pt x="12312" y="12505"/>
                  </a:cubicBezTo>
                  <a:cubicBezTo>
                    <a:pt x="16877" y="7780"/>
                    <a:pt x="16941" y="354"/>
                    <a:pt x="16941" y="33"/>
                  </a:cubicBezTo>
                  <a:lnTo>
                    <a:pt x="169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62"/>
            <p:cNvSpPr/>
            <p:nvPr/>
          </p:nvSpPr>
          <p:spPr>
            <a:xfrm>
              <a:off x="2693750" y="3458200"/>
              <a:ext cx="388975" cy="1053550"/>
            </a:xfrm>
            <a:custGeom>
              <a:avLst/>
              <a:gdLst/>
              <a:ahLst/>
              <a:cxnLst/>
              <a:rect l="l" t="t" r="r" b="b"/>
              <a:pathLst>
                <a:path w="15559" h="42142" extrusionOk="0">
                  <a:moveTo>
                    <a:pt x="7458" y="0"/>
                  </a:moveTo>
                  <a:lnTo>
                    <a:pt x="7523" y="14465"/>
                  </a:lnTo>
                  <a:lnTo>
                    <a:pt x="2733" y="10318"/>
                  </a:lnTo>
                  <a:lnTo>
                    <a:pt x="2412" y="10672"/>
                  </a:lnTo>
                  <a:lnTo>
                    <a:pt x="7523" y="15108"/>
                  </a:lnTo>
                  <a:lnTo>
                    <a:pt x="7555" y="25426"/>
                  </a:lnTo>
                  <a:lnTo>
                    <a:pt x="322" y="19030"/>
                  </a:lnTo>
                  <a:lnTo>
                    <a:pt x="1" y="19383"/>
                  </a:lnTo>
                  <a:lnTo>
                    <a:pt x="7555" y="26069"/>
                  </a:lnTo>
                  <a:lnTo>
                    <a:pt x="7587" y="35455"/>
                  </a:lnTo>
                  <a:lnTo>
                    <a:pt x="2155" y="31212"/>
                  </a:lnTo>
                  <a:lnTo>
                    <a:pt x="1865" y="31566"/>
                  </a:lnTo>
                  <a:lnTo>
                    <a:pt x="7619" y="36098"/>
                  </a:lnTo>
                  <a:lnTo>
                    <a:pt x="7619" y="42141"/>
                  </a:lnTo>
                  <a:lnTo>
                    <a:pt x="8101" y="42141"/>
                  </a:lnTo>
                  <a:lnTo>
                    <a:pt x="8069" y="31534"/>
                  </a:lnTo>
                  <a:lnTo>
                    <a:pt x="15559" y="24783"/>
                  </a:lnTo>
                  <a:lnTo>
                    <a:pt x="15237" y="24430"/>
                  </a:lnTo>
                  <a:lnTo>
                    <a:pt x="8069" y="30891"/>
                  </a:lnTo>
                  <a:lnTo>
                    <a:pt x="8037" y="22051"/>
                  </a:lnTo>
                  <a:lnTo>
                    <a:pt x="8069" y="22083"/>
                  </a:lnTo>
                  <a:lnTo>
                    <a:pt x="14402" y="12794"/>
                  </a:lnTo>
                  <a:lnTo>
                    <a:pt x="14016" y="12536"/>
                  </a:lnTo>
                  <a:lnTo>
                    <a:pt x="8037" y="21280"/>
                  </a:lnTo>
                  <a:lnTo>
                    <a:pt x="79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62"/>
            <p:cNvSpPr/>
            <p:nvPr/>
          </p:nvSpPr>
          <p:spPr>
            <a:xfrm>
              <a:off x="2391600" y="4114750"/>
              <a:ext cx="416300" cy="462900"/>
            </a:xfrm>
            <a:custGeom>
              <a:avLst/>
              <a:gdLst/>
              <a:ahLst/>
              <a:cxnLst/>
              <a:rect l="l" t="t" r="r" b="b"/>
              <a:pathLst>
                <a:path w="16652" h="18516" extrusionOk="0">
                  <a:moveTo>
                    <a:pt x="354" y="0"/>
                  </a:moveTo>
                  <a:lnTo>
                    <a:pt x="1" y="322"/>
                  </a:lnTo>
                  <a:lnTo>
                    <a:pt x="5433" y="6397"/>
                  </a:lnTo>
                  <a:lnTo>
                    <a:pt x="1994" y="6429"/>
                  </a:lnTo>
                  <a:lnTo>
                    <a:pt x="1994" y="6911"/>
                  </a:lnTo>
                  <a:lnTo>
                    <a:pt x="5851" y="6879"/>
                  </a:lnTo>
                  <a:lnTo>
                    <a:pt x="9676" y="11122"/>
                  </a:lnTo>
                  <a:lnTo>
                    <a:pt x="4308" y="11122"/>
                  </a:lnTo>
                  <a:lnTo>
                    <a:pt x="4308" y="11604"/>
                  </a:lnTo>
                  <a:lnTo>
                    <a:pt x="10094" y="11604"/>
                  </a:lnTo>
                  <a:lnTo>
                    <a:pt x="13566" y="15494"/>
                  </a:lnTo>
                  <a:lnTo>
                    <a:pt x="9773" y="15719"/>
                  </a:lnTo>
                  <a:lnTo>
                    <a:pt x="9805" y="16201"/>
                  </a:lnTo>
                  <a:lnTo>
                    <a:pt x="13983" y="15944"/>
                  </a:lnTo>
                  <a:lnTo>
                    <a:pt x="16298" y="18515"/>
                  </a:lnTo>
                  <a:lnTo>
                    <a:pt x="16651" y="18194"/>
                  </a:lnTo>
                  <a:lnTo>
                    <a:pt x="12569" y="13661"/>
                  </a:lnTo>
                  <a:lnTo>
                    <a:pt x="13244" y="7875"/>
                  </a:lnTo>
                  <a:lnTo>
                    <a:pt x="12762" y="7843"/>
                  </a:lnTo>
                  <a:lnTo>
                    <a:pt x="12151" y="13179"/>
                  </a:lnTo>
                  <a:lnTo>
                    <a:pt x="8937" y="9579"/>
                  </a:lnTo>
                  <a:lnTo>
                    <a:pt x="8133" y="3118"/>
                  </a:lnTo>
                  <a:lnTo>
                    <a:pt x="7651" y="3150"/>
                  </a:lnTo>
                  <a:lnTo>
                    <a:pt x="8390" y="8936"/>
                  </a:lnTo>
                  <a:lnTo>
                    <a:pt x="35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62"/>
            <p:cNvSpPr/>
            <p:nvPr/>
          </p:nvSpPr>
          <p:spPr>
            <a:xfrm>
              <a:off x="2967000" y="4119550"/>
              <a:ext cx="431550" cy="448450"/>
            </a:xfrm>
            <a:custGeom>
              <a:avLst/>
              <a:gdLst/>
              <a:ahLst/>
              <a:cxnLst/>
              <a:rect l="l" t="t" r="r" b="b"/>
              <a:pathLst>
                <a:path w="17262" h="17938" extrusionOk="0">
                  <a:moveTo>
                    <a:pt x="16940" y="1"/>
                  </a:moveTo>
                  <a:lnTo>
                    <a:pt x="11283" y="5883"/>
                  </a:lnTo>
                  <a:lnTo>
                    <a:pt x="10961" y="2444"/>
                  </a:lnTo>
                  <a:lnTo>
                    <a:pt x="10479" y="2476"/>
                  </a:lnTo>
                  <a:lnTo>
                    <a:pt x="10833" y="6333"/>
                  </a:lnTo>
                  <a:lnTo>
                    <a:pt x="6879" y="10448"/>
                  </a:lnTo>
                  <a:lnTo>
                    <a:pt x="6461" y="5080"/>
                  </a:lnTo>
                  <a:lnTo>
                    <a:pt x="5979" y="5112"/>
                  </a:lnTo>
                  <a:lnTo>
                    <a:pt x="6429" y="10930"/>
                  </a:lnTo>
                  <a:lnTo>
                    <a:pt x="2797" y="14659"/>
                  </a:lnTo>
                  <a:lnTo>
                    <a:pt x="2314" y="10898"/>
                  </a:lnTo>
                  <a:lnTo>
                    <a:pt x="1832" y="10962"/>
                  </a:lnTo>
                  <a:lnTo>
                    <a:pt x="2379" y="15109"/>
                  </a:lnTo>
                  <a:lnTo>
                    <a:pt x="0" y="17584"/>
                  </a:lnTo>
                  <a:lnTo>
                    <a:pt x="321" y="17938"/>
                  </a:lnTo>
                  <a:lnTo>
                    <a:pt x="4565" y="13534"/>
                  </a:lnTo>
                  <a:lnTo>
                    <a:pt x="10351" y="13759"/>
                  </a:lnTo>
                  <a:lnTo>
                    <a:pt x="10383" y="13277"/>
                  </a:lnTo>
                  <a:lnTo>
                    <a:pt x="5015" y="13084"/>
                  </a:lnTo>
                  <a:lnTo>
                    <a:pt x="8358" y="9580"/>
                  </a:lnTo>
                  <a:lnTo>
                    <a:pt x="8358" y="9612"/>
                  </a:lnTo>
                  <a:lnTo>
                    <a:pt x="14754" y="8294"/>
                  </a:lnTo>
                  <a:lnTo>
                    <a:pt x="14658" y="7844"/>
                  </a:lnTo>
                  <a:lnTo>
                    <a:pt x="8936" y="9001"/>
                  </a:lnTo>
                  <a:lnTo>
                    <a:pt x="17262" y="322"/>
                  </a:lnTo>
                  <a:lnTo>
                    <a:pt x="169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62"/>
            <p:cNvSpPr/>
            <p:nvPr/>
          </p:nvSpPr>
          <p:spPr>
            <a:xfrm>
              <a:off x="3413000" y="3916250"/>
              <a:ext cx="1215075" cy="654150"/>
            </a:xfrm>
            <a:custGeom>
              <a:avLst/>
              <a:gdLst/>
              <a:ahLst/>
              <a:cxnLst/>
              <a:rect l="l" t="t" r="r" b="b"/>
              <a:pathLst>
                <a:path w="48603" h="26166" extrusionOk="0">
                  <a:moveTo>
                    <a:pt x="5593" y="0"/>
                  </a:moveTo>
                  <a:lnTo>
                    <a:pt x="5593" y="12697"/>
                  </a:lnTo>
                  <a:cubicBezTo>
                    <a:pt x="5593" y="16812"/>
                    <a:pt x="4211" y="20862"/>
                    <a:pt x="1640" y="24109"/>
                  </a:cubicBezTo>
                  <a:lnTo>
                    <a:pt x="0" y="26166"/>
                  </a:lnTo>
                  <a:lnTo>
                    <a:pt x="48602" y="26166"/>
                  </a:lnTo>
                  <a:lnTo>
                    <a:pt x="46963" y="24109"/>
                  </a:lnTo>
                  <a:cubicBezTo>
                    <a:pt x="44392" y="20862"/>
                    <a:pt x="42977" y="16812"/>
                    <a:pt x="42977" y="12697"/>
                  </a:cubicBezTo>
                  <a:lnTo>
                    <a:pt x="429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62"/>
            <p:cNvSpPr/>
            <p:nvPr/>
          </p:nvSpPr>
          <p:spPr>
            <a:xfrm>
              <a:off x="3404950" y="3908200"/>
              <a:ext cx="1231150" cy="669450"/>
            </a:xfrm>
            <a:custGeom>
              <a:avLst/>
              <a:gdLst/>
              <a:ahLst/>
              <a:cxnLst/>
              <a:rect l="l" t="t" r="r" b="b"/>
              <a:pathLst>
                <a:path w="49246" h="26778" extrusionOk="0">
                  <a:moveTo>
                    <a:pt x="43010" y="612"/>
                  </a:moveTo>
                  <a:lnTo>
                    <a:pt x="43010" y="13019"/>
                  </a:lnTo>
                  <a:cubicBezTo>
                    <a:pt x="43010" y="17230"/>
                    <a:pt x="44456" y="21313"/>
                    <a:pt x="47060" y="24591"/>
                  </a:cubicBezTo>
                  <a:lnTo>
                    <a:pt x="48314" y="26199"/>
                  </a:lnTo>
                  <a:lnTo>
                    <a:pt x="901" y="26199"/>
                  </a:lnTo>
                  <a:lnTo>
                    <a:pt x="2187" y="24591"/>
                  </a:lnTo>
                  <a:cubicBezTo>
                    <a:pt x="4790" y="21313"/>
                    <a:pt x="6205" y="17230"/>
                    <a:pt x="6205" y="13019"/>
                  </a:cubicBezTo>
                  <a:lnTo>
                    <a:pt x="6205" y="612"/>
                  </a:lnTo>
                  <a:close/>
                  <a:moveTo>
                    <a:pt x="5915" y="1"/>
                  </a:moveTo>
                  <a:cubicBezTo>
                    <a:pt x="5851" y="1"/>
                    <a:pt x="5755" y="33"/>
                    <a:pt x="5722" y="97"/>
                  </a:cubicBezTo>
                  <a:cubicBezTo>
                    <a:pt x="5658" y="162"/>
                    <a:pt x="5626" y="226"/>
                    <a:pt x="5626" y="322"/>
                  </a:cubicBezTo>
                  <a:lnTo>
                    <a:pt x="5626" y="13019"/>
                  </a:lnTo>
                  <a:cubicBezTo>
                    <a:pt x="5626" y="17070"/>
                    <a:pt x="4244" y="21056"/>
                    <a:pt x="1704" y="24238"/>
                  </a:cubicBezTo>
                  <a:lnTo>
                    <a:pt x="65" y="26295"/>
                  </a:lnTo>
                  <a:cubicBezTo>
                    <a:pt x="1" y="26392"/>
                    <a:pt x="1" y="26520"/>
                    <a:pt x="33" y="26617"/>
                  </a:cubicBezTo>
                  <a:cubicBezTo>
                    <a:pt x="97" y="26713"/>
                    <a:pt x="194" y="26777"/>
                    <a:pt x="322" y="26777"/>
                  </a:cubicBezTo>
                  <a:lnTo>
                    <a:pt x="48924" y="26777"/>
                  </a:lnTo>
                  <a:cubicBezTo>
                    <a:pt x="49021" y="26777"/>
                    <a:pt x="49149" y="26713"/>
                    <a:pt x="49182" y="26617"/>
                  </a:cubicBezTo>
                  <a:cubicBezTo>
                    <a:pt x="49246" y="26520"/>
                    <a:pt x="49214" y="26392"/>
                    <a:pt x="49149" y="26295"/>
                  </a:cubicBezTo>
                  <a:lnTo>
                    <a:pt x="47510" y="24238"/>
                  </a:lnTo>
                  <a:cubicBezTo>
                    <a:pt x="44971" y="21056"/>
                    <a:pt x="43621" y="17070"/>
                    <a:pt x="43621" y="13019"/>
                  </a:cubicBezTo>
                  <a:lnTo>
                    <a:pt x="43621" y="322"/>
                  </a:lnTo>
                  <a:cubicBezTo>
                    <a:pt x="43621" y="226"/>
                    <a:pt x="43589" y="162"/>
                    <a:pt x="43524" y="97"/>
                  </a:cubicBezTo>
                  <a:cubicBezTo>
                    <a:pt x="43460" y="33"/>
                    <a:pt x="43396" y="1"/>
                    <a:pt x="432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62"/>
            <p:cNvSpPr/>
            <p:nvPr/>
          </p:nvSpPr>
          <p:spPr>
            <a:xfrm>
              <a:off x="3503800" y="4023125"/>
              <a:ext cx="1032675" cy="432375"/>
            </a:xfrm>
            <a:custGeom>
              <a:avLst/>
              <a:gdLst/>
              <a:ahLst/>
              <a:cxnLst/>
              <a:rect l="l" t="t" r="r" b="b"/>
              <a:pathLst>
                <a:path w="41307" h="17295" extrusionOk="0">
                  <a:moveTo>
                    <a:pt x="2251" y="1"/>
                  </a:moveTo>
                  <a:lnTo>
                    <a:pt x="2251" y="8422"/>
                  </a:lnTo>
                  <a:cubicBezTo>
                    <a:pt x="2251" y="11540"/>
                    <a:pt x="1479" y="14594"/>
                    <a:pt x="0" y="17294"/>
                  </a:cubicBezTo>
                  <a:lnTo>
                    <a:pt x="41306" y="17294"/>
                  </a:lnTo>
                  <a:cubicBezTo>
                    <a:pt x="39860" y="14594"/>
                    <a:pt x="39056" y="11540"/>
                    <a:pt x="39056" y="8422"/>
                  </a:cubicBezTo>
                  <a:lnTo>
                    <a:pt x="390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62"/>
            <p:cNvSpPr/>
            <p:nvPr/>
          </p:nvSpPr>
          <p:spPr>
            <a:xfrm>
              <a:off x="3495775" y="4023125"/>
              <a:ext cx="1049525" cy="432375"/>
            </a:xfrm>
            <a:custGeom>
              <a:avLst/>
              <a:gdLst/>
              <a:ahLst/>
              <a:cxnLst/>
              <a:rect l="l" t="t" r="r" b="b"/>
              <a:pathLst>
                <a:path w="41981" h="17295" extrusionOk="0">
                  <a:moveTo>
                    <a:pt x="2282" y="1"/>
                  </a:moveTo>
                  <a:lnTo>
                    <a:pt x="2282" y="6140"/>
                  </a:lnTo>
                  <a:lnTo>
                    <a:pt x="2282" y="8422"/>
                  </a:lnTo>
                  <a:cubicBezTo>
                    <a:pt x="2282" y="11540"/>
                    <a:pt x="1479" y="14594"/>
                    <a:pt x="0" y="17294"/>
                  </a:cubicBezTo>
                  <a:lnTo>
                    <a:pt x="321" y="17294"/>
                  </a:lnTo>
                  <a:cubicBezTo>
                    <a:pt x="1800" y="14594"/>
                    <a:pt x="2572" y="11540"/>
                    <a:pt x="2572" y="8422"/>
                  </a:cubicBezTo>
                  <a:lnTo>
                    <a:pt x="2572" y="1"/>
                  </a:lnTo>
                  <a:close/>
                  <a:moveTo>
                    <a:pt x="39377" y="1"/>
                  </a:moveTo>
                  <a:lnTo>
                    <a:pt x="39377" y="8422"/>
                  </a:lnTo>
                  <a:cubicBezTo>
                    <a:pt x="39377" y="11540"/>
                    <a:pt x="40181" y="14594"/>
                    <a:pt x="41627" y="17294"/>
                  </a:cubicBezTo>
                  <a:lnTo>
                    <a:pt x="41981" y="17294"/>
                  </a:lnTo>
                  <a:cubicBezTo>
                    <a:pt x="40470" y="14594"/>
                    <a:pt x="39666" y="11540"/>
                    <a:pt x="39666" y="8422"/>
                  </a:cubicBezTo>
                  <a:lnTo>
                    <a:pt x="39666" y="6140"/>
                  </a:lnTo>
                  <a:lnTo>
                    <a:pt x="396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62"/>
            <p:cNvSpPr/>
            <p:nvPr/>
          </p:nvSpPr>
          <p:spPr>
            <a:xfrm>
              <a:off x="3552825" y="3963650"/>
              <a:ext cx="934625" cy="134250"/>
            </a:xfrm>
            <a:custGeom>
              <a:avLst/>
              <a:gdLst/>
              <a:ahLst/>
              <a:cxnLst/>
              <a:rect l="l" t="t" r="r" b="b"/>
              <a:pathLst>
                <a:path w="37385" h="5370" extrusionOk="0">
                  <a:moveTo>
                    <a:pt x="0" y="1"/>
                  </a:moveTo>
                  <a:lnTo>
                    <a:pt x="0" y="5369"/>
                  </a:lnTo>
                  <a:lnTo>
                    <a:pt x="37384" y="5369"/>
                  </a:lnTo>
                  <a:lnTo>
                    <a:pt x="373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62"/>
            <p:cNvSpPr/>
            <p:nvPr/>
          </p:nvSpPr>
          <p:spPr>
            <a:xfrm>
              <a:off x="3545600" y="3956425"/>
              <a:ext cx="949875" cy="148700"/>
            </a:xfrm>
            <a:custGeom>
              <a:avLst/>
              <a:gdLst/>
              <a:ahLst/>
              <a:cxnLst/>
              <a:rect l="l" t="t" r="r" b="b"/>
              <a:pathLst>
                <a:path w="37995" h="5948" extrusionOk="0">
                  <a:moveTo>
                    <a:pt x="37384" y="579"/>
                  </a:moveTo>
                  <a:lnTo>
                    <a:pt x="37384" y="5369"/>
                  </a:lnTo>
                  <a:lnTo>
                    <a:pt x="579" y="5369"/>
                  </a:lnTo>
                  <a:lnTo>
                    <a:pt x="579" y="579"/>
                  </a:lnTo>
                  <a:close/>
                  <a:moveTo>
                    <a:pt x="289" y="1"/>
                  </a:moveTo>
                  <a:cubicBezTo>
                    <a:pt x="225" y="1"/>
                    <a:pt x="129" y="33"/>
                    <a:pt x="96" y="97"/>
                  </a:cubicBezTo>
                  <a:cubicBezTo>
                    <a:pt x="32" y="129"/>
                    <a:pt x="0" y="226"/>
                    <a:pt x="0" y="290"/>
                  </a:cubicBezTo>
                  <a:lnTo>
                    <a:pt x="0" y="5658"/>
                  </a:lnTo>
                  <a:cubicBezTo>
                    <a:pt x="0" y="5722"/>
                    <a:pt x="32" y="5819"/>
                    <a:pt x="96" y="5851"/>
                  </a:cubicBezTo>
                  <a:cubicBezTo>
                    <a:pt x="129" y="5915"/>
                    <a:pt x="225" y="5947"/>
                    <a:pt x="289" y="5947"/>
                  </a:cubicBezTo>
                  <a:lnTo>
                    <a:pt x="37673" y="5947"/>
                  </a:lnTo>
                  <a:cubicBezTo>
                    <a:pt x="37770" y="5947"/>
                    <a:pt x="37834" y="5915"/>
                    <a:pt x="37898" y="5851"/>
                  </a:cubicBezTo>
                  <a:cubicBezTo>
                    <a:pt x="37963" y="5819"/>
                    <a:pt x="37995" y="5722"/>
                    <a:pt x="37995" y="5658"/>
                  </a:cubicBezTo>
                  <a:lnTo>
                    <a:pt x="37995" y="290"/>
                  </a:lnTo>
                  <a:cubicBezTo>
                    <a:pt x="37995" y="226"/>
                    <a:pt x="37963" y="129"/>
                    <a:pt x="37898" y="97"/>
                  </a:cubicBezTo>
                  <a:cubicBezTo>
                    <a:pt x="37834" y="33"/>
                    <a:pt x="37770" y="1"/>
                    <a:pt x="376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62"/>
            <p:cNvSpPr/>
            <p:nvPr/>
          </p:nvSpPr>
          <p:spPr>
            <a:xfrm>
              <a:off x="2141675" y="3577925"/>
              <a:ext cx="3757700" cy="438000"/>
            </a:xfrm>
            <a:custGeom>
              <a:avLst/>
              <a:gdLst/>
              <a:ahLst/>
              <a:cxnLst/>
              <a:rect l="l" t="t" r="r" b="b"/>
              <a:pathLst>
                <a:path w="150308" h="17520" extrusionOk="0">
                  <a:moveTo>
                    <a:pt x="1" y="1"/>
                  </a:moveTo>
                  <a:lnTo>
                    <a:pt x="1" y="12537"/>
                  </a:lnTo>
                  <a:cubicBezTo>
                    <a:pt x="1" y="15301"/>
                    <a:pt x="2219" y="17519"/>
                    <a:pt x="4983" y="17519"/>
                  </a:cubicBezTo>
                  <a:lnTo>
                    <a:pt x="145326" y="17519"/>
                  </a:lnTo>
                  <a:cubicBezTo>
                    <a:pt x="148058" y="17519"/>
                    <a:pt x="150308" y="15301"/>
                    <a:pt x="150308" y="12537"/>
                  </a:cubicBezTo>
                  <a:lnTo>
                    <a:pt x="1503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62"/>
            <p:cNvSpPr/>
            <p:nvPr/>
          </p:nvSpPr>
          <p:spPr>
            <a:xfrm>
              <a:off x="2134450" y="3570700"/>
              <a:ext cx="3772175" cy="452450"/>
            </a:xfrm>
            <a:custGeom>
              <a:avLst/>
              <a:gdLst/>
              <a:ahLst/>
              <a:cxnLst/>
              <a:rect l="l" t="t" r="r" b="b"/>
              <a:pathLst>
                <a:path w="150887" h="18098" extrusionOk="0">
                  <a:moveTo>
                    <a:pt x="150308" y="579"/>
                  </a:moveTo>
                  <a:lnTo>
                    <a:pt x="150308" y="12826"/>
                  </a:lnTo>
                  <a:cubicBezTo>
                    <a:pt x="150308" y="14144"/>
                    <a:pt x="149761" y="15301"/>
                    <a:pt x="148925" y="16137"/>
                  </a:cubicBezTo>
                  <a:cubicBezTo>
                    <a:pt x="148057" y="17005"/>
                    <a:pt x="146900" y="17519"/>
                    <a:pt x="145615" y="17519"/>
                  </a:cubicBezTo>
                  <a:lnTo>
                    <a:pt x="5272" y="17519"/>
                  </a:lnTo>
                  <a:cubicBezTo>
                    <a:pt x="3986" y="17519"/>
                    <a:pt x="2797" y="17005"/>
                    <a:pt x="1961" y="16137"/>
                  </a:cubicBezTo>
                  <a:cubicBezTo>
                    <a:pt x="1093" y="15301"/>
                    <a:pt x="579" y="14144"/>
                    <a:pt x="579" y="12826"/>
                  </a:cubicBezTo>
                  <a:lnTo>
                    <a:pt x="579" y="579"/>
                  </a:lnTo>
                  <a:close/>
                  <a:moveTo>
                    <a:pt x="290" y="0"/>
                  </a:moveTo>
                  <a:cubicBezTo>
                    <a:pt x="193" y="0"/>
                    <a:pt x="129" y="32"/>
                    <a:pt x="65" y="97"/>
                  </a:cubicBezTo>
                  <a:cubicBezTo>
                    <a:pt x="33" y="129"/>
                    <a:pt x="0" y="225"/>
                    <a:pt x="0" y="290"/>
                  </a:cubicBezTo>
                  <a:lnTo>
                    <a:pt x="0" y="12826"/>
                  </a:lnTo>
                  <a:cubicBezTo>
                    <a:pt x="0" y="15751"/>
                    <a:pt x="2347" y="18098"/>
                    <a:pt x="5272" y="18098"/>
                  </a:cubicBezTo>
                  <a:lnTo>
                    <a:pt x="145615" y="18098"/>
                  </a:lnTo>
                  <a:cubicBezTo>
                    <a:pt x="148508" y="18098"/>
                    <a:pt x="150886" y="15751"/>
                    <a:pt x="150886" y="12826"/>
                  </a:cubicBezTo>
                  <a:lnTo>
                    <a:pt x="150886" y="290"/>
                  </a:lnTo>
                  <a:cubicBezTo>
                    <a:pt x="150886" y="225"/>
                    <a:pt x="150854" y="129"/>
                    <a:pt x="150790" y="97"/>
                  </a:cubicBezTo>
                  <a:cubicBezTo>
                    <a:pt x="150725" y="32"/>
                    <a:pt x="150661" y="0"/>
                    <a:pt x="1505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62"/>
            <p:cNvSpPr/>
            <p:nvPr/>
          </p:nvSpPr>
          <p:spPr>
            <a:xfrm>
              <a:off x="2141675" y="1197625"/>
              <a:ext cx="3757700" cy="2818300"/>
            </a:xfrm>
            <a:custGeom>
              <a:avLst/>
              <a:gdLst/>
              <a:ahLst/>
              <a:cxnLst/>
              <a:rect l="l" t="t" r="r" b="b"/>
              <a:pathLst>
                <a:path w="150308" h="112732" extrusionOk="0">
                  <a:moveTo>
                    <a:pt x="142722" y="7008"/>
                  </a:moveTo>
                  <a:lnTo>
                    <a:pt x="142722" y="86662"/>
                  </a:lnTo>
                  <a:lnTo>
                    <a:pt x="7555" y="86662"/>
                  </a:lnTo>
                  <a:lnTo>
                    <a:pt x="7555" y="7008"/>
                  </a:lnTo>
                  <a:close/>
                  <a:moveTo>
                    <a:pt x="4983" y="1"/>
                  </a:moveTo>
                  <a:cubicBezTo>
                    <a:pt x="2219" y="1"/>
                    <a:pt x="1" y="2251"/>
                    <a:pt x="1" y="4983"/>
                  </a:cubicBezTo>
                  <a:lnTo>
                    <a:pt x="1" y="107749"/>
                  </a:lnTo>
                  <a:cubicBezTo>
                    <a:pt x="1" y="110513"/>
                    <a:pt x="2219" y="112731"/>
                    <a:pt x="4983" y="112731"/>
                  </a:cubicBezTo>
                  <a:lnTo>
                    <a:pt x="145326" y="112731"/>
                  </a:lnTo>
                  <a:cubicBezTo>
                    <a:pt x="148058" y="112731"/>
                    <a:pt x="150308" y="110513"/>
                    <a:pt x="150308" y="107749"/>
                  </a:cubicBezTo>
                  <a:lnTo>
                    <a:pt x="150308" y="4983"/>
                  </a:lnTo>
                  <a:cubicBezTo>
                    <a:pt x="150308" y="2251"/>
                    <a:pt x="148058" y="1"/>
                    <a:pt x="1453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62"/>
            <p:cNvSpPr/>
            <p:nvPr/>
          </p:nvSpPr>
          <p:spPr>
            <a:xfrm>
              <a:off x="2134450" y="1190400"/>
              <a:ext cx="3772175" cy="2832750"/>
            </a:xfrm>
            <a:custGeom>
              <a:avLst/>
              <a:gdLst/>
              <a:ahLst/>
              <a:cxnLst/>
              <a:rect l="l" t="t" r="r" b="b"/>
              <a:pathLst>
                <a:path w="150887" h="113310" extrusionOk="0">
                  <a:moveTo>
                    <a:pt x="142722" y="7618"/>
                  </a:moveTo>
                  <a:lnTo>
                    <a:pt x="142722" y="86662"/>
                  </a:lnTo>
                  <a:lnTo>
                    <a:pt x="8133" y="86662"/>
                  </a:lnTo>
                  <a:lnTo>
                    <a:pt x="8133" y="7618"/>
                  </a:lnTo>
                  <a:close/>
                  <a:moveTo>
                    <a:pt x="7844" y="7008"/>
                  </a:moveTo>
                  <a:cubicBezTo>
                    <a:pt x="7779" y="7008"/>
                    <a:pt x="7683" y="7040"/>
                    <a:pt x="7651" y="7104"/>
                  </a:cubicBezTo>
                  <a:cubicBezTo>
                    <a:pt x="7587" y="7168"/>
                    <a:pt x="7554" y="7233"/>
                    <a:pt x="7554" y="7297"/>
                  </a:cubicBezTo>
                  <a:lnTo>
                    <a:pt x="7554" y="86951"/>
                  </a:lnTo>
                  <a:cubicBezTo>
                    <a:pt x="7554" y="87015"/>
                    <a:pt x="7587" y="87112"/>
                    <a:pt x="7651" y="87144"/>
                  </a:cubicBezTo>
                  <a:cubicBezTo>
                    <a:pt x="7683" y="87208"/>
                    <a:pt x="7779" y="87240"/>
                    <a:pt x="7844" y="87240"/>
                  </a:cubicBezTo>
                  <a:lnTo>
                    <a:pt x="143011" y="87240"/>
                  </a:lnTo>
                  <a:cubicBezTo>
                    <a:pt x="143107" y="87240"/>
                    <a:pt x="143172" y="87208"/>
                    <a:pt x="143236" y="87144"/>
                  </a:cubicBezTo>
                  <a:cubicBezTo>
                    <a:pt x="143300" y="87112"/>
                    <a:pt x="143332" y="87015"/>
                    <a:pt x="143332" y="86951"/>
                  </a:cubicBezTo>
                  <a:lnTo>
                    <a:pt x="143332" y="7297"/>
                  </a:lnTo>
                  <a:cubicBezTo>
                    <a:pt x="143332" y="7233"/>
                    <a:pt x="143300" y="7168"/>
                    <a:pt x="143236" y="7104"/>
                  </a:cubicBezTo>
                  <a:cubicBezTo>
                    <a:pt x="143172" y="7040"/>
                    <a:pt x="143107" y="7008"/>
                    <a:pt x="143011" y="7008"/>
                  </a:cubicBezTo>
                  <a:close/>
                  <a:moveTo>
                    <a:pt x="145615" y="579"/>
                  </a:moveTo>
                  <a:cubicBezTo>
                    <a:pt x="146900" y="579"/>
                    <a:pt x="148057" y="1125"/>
                    <a:pt x="148925" y="1961"/>
                  </a:cubicBezTo>
                  <a:cubicBezTo>
                    <a:pt x="149761" y="2829"/>
                    <a:pt x="150308" y="3986"/>
                    <a:pt x="150308" y="5272"/>
                  </a:cubicBezTo>
                  <a:lnTo>
                    <a:pt x="150308" y="108038"/>
                  </a:lnTo>
                  <a:cubicBezTo>
                    <a:pt x="150308" y="109356"/>
                    <a:pt x="149761" y="110513"/>
                    <a:pt x="148925" y="111349"/>
                  </a:cubicBezTo>
                  <a:cubicBezTo>
                    <a:pt x="148057" y="112217"/>
                    <a:pt x="146900" y="112731"/>
                    <a:pt x="145615" y="112731"/>
                  </a:cubicBezTo>
                  <a:lnTo>
                    <a:pt x="5272" y="112731"/>
                  </a:lnTo>
                  <a:cubicBezTo>
                    <a:pt x="3986" y="112731"/>
                    <a:pt x="2797" y="112217"/>
                    <a:pt x="1961" y="111349"/>
                  </a:cubicBezTo>
                  <a:cubicBezTo>
                    <a:pt x="1093" y="110513"/>
                    <a:pt x="579" y="109356"/>
                    <a:pt x="579" y="108038"/>
                  </a:cubicBezTo>
                  <a:lnTo>
                    <a:pt x="579" y="5272"/>
                  </a:lnTo>
                  <a:cubicBezTo>
                    <a:pt x="579" y="3986"/>
                    <a:pt x="1093" y="2829"/>
                    <a:pt x="1961" y="1961"/>
                  </a:cubicBezTo>
                  <a:cubicBezTo>
                    <a:pt x="2797" y="1125"/>
                    <a:pt x="3986" y="579"/>
                    <a:pt x="5272" y="579"/>
                  </a:cubicBezTo>
                  <a:close/>
                  <a:moveTo>
                    <a:pt x="5272" y="0"/>
                  </a:moveTo>
                  <a:cubicBezTo>
                    <a:pt x="2347" y="0"/>
                    <a:pt x="0" y="2379"/>
                    <a:pt x="0" y="5272"/>
                  </a:cubicBezTo>
                  <a:lnTo>
                    <a:pt x="0" y="108038"/>
                  </a:lnTo>
                  <a:cubicBezTo>
                    <a:pt x="0" y="110963"/>
                    <a:pt x="2347" y="113310"/>
                    <a:pt x="5272" y="113310"/>
                  </a:cubicBezTo>
                  <a:lnTo>
                    <a:pt x="145615" y="113310"/>
                  </a:lnTo>
                  <a:cubicBezTo>
                    <a:pt x="148508" y="113310"/>
                    <a:pt x="150886" y="110963"/>
                    <a:pt x="150886" y="108038"/>
                  </a:cubicBezTo>
                  <a:lnTo>
                    <a:pt x="150886" y="5272"/>
                  </a:lnTo>
                  <a:cubicBezTo>
                    <a:pt x="150886" y="2379"/>
                    <a:pt x="148508" y="0"/>
                    <a:pt x="1456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62"/>
            <p:cNvSpPr/>
            <p:nvPr/>
          </p:nvSpPr>
          <p:spPr>
            <a:xfrm>
              <a:off x="3951400" y="3727400"/>
              <a:ext cx="138250" cy="139050"/>
            </a:xfrm>
            <a:custGeom>
              <a:avLst/>
              <a:gdLst/>
              <a:ahLst/>
              <a:cxnLst/>
              <a:rect l="l" t="t" r="r" b="b"/>
              <a:pathLst>
                <a:path w="5530" h="5562" extrusionOk="0">
                  <a:moveTo>
                    <a:pt x="2765" y="0"/>
                  </a:moveTo>
                  <a:cubicBezTo>
                    <a:pt x="1222" y="0"/>
                    <a:pt x="1" y="1254"/>
                    <a:pt x="1" y="2797"/>
                  </a:cubicBezTo>
                  <a:cubicBezTo>
                    <a:pt x="1" y="4308"/>
                    <a:pt x="1222" y="5561"/>
                    <a:pt x="2765" y="5561"/>
                  </a:cubicBezTo>
                  <a:cubicBezTo>
                    <a:pt x="4276" y="5561"/>
                    <a:pt x="5530" y="4308"/>
                    <a:pt x="5530" y="2797"/>
                  </a:cubicBezTo>
                  <a:cubicBezTo>
                    <a:pt x="5530" y="1254"/>
                    <a:pt x="4276" y="0"/>
                    <a:pt x="27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62"/>
            <p:cNvSpPr/>
            <p:nvPr/>
          </p:nvSpPr>
          <p:spPr>
            <a:xfrm>
              <a:off x="3943375" y="3720175"/>
              <a:ext cx="153525" cy="153500"/>
            </a:xfrm>
            <a:custGeom>
              <a:avLst/>
              <a:gdLst/>
              <a:ahLst/>
              <a:cxnLst/>
              <a:rect l="l" t="t" r="r" b="b"/>
              <a:pathLst>
                <a:path w="6141" h="6140" extrusionOk="0">
                  <a:moveTo>
                    <a:pt x="3086" y="579"/>
                  </a:moveTo>
                  <a:cubicBezTo>
                    <a:pt x="3761" y="579"/>
                    <a:pt x="4372" y="868"/>
                    <a:pt x="4822" y="1318"/>
                  </a:cubicBezTo>
                  <a:cubicBezTo>
                    <a:pt x="5272" y="1768"/>
                    <a:pt x="5561" y="2379"/>
                    <a:pt x="5561" y="3086"/>
                  </a:cubicBezTo>
                  <a:cubicBezTo>
                    <a:pt x="5561" y="3761"/>
                    <a:pt x="5272" y="4372"/>
                    <a:pt x="4822" y="4822"/>
                  </a:cubicBezTo>
                  <a:cubicBezTo>
                    <a:pt x="4372" y="5272"/>
                    <a:pt x="3761" y="5561"/>
                    <a:pt x="3086" y="5561"/>
                  </a:cubicBezTo>
                  <a:cubicBezTo>
                    <a:pt x="2379" y="5561"/>
                    <a:pt x="1768" y="5272"/>
                    <a:pt x="1318" y="4822"/>
                  </a:cubicBezTo>
                  <a:cubicBezTo>
                    <a:pt x="868" y="4372"/>
                    <a:pt x="611" y="3761"/>
                    <a:pt x="611" y="3086"/>
                  </a:cubicBezTo>
                  <a:cubicBezTo>
                    <a:pt x="611" y="2379"/>
                    <a:pt x="868" y="1768"/>
                    <a:pt x="1318" y="1318"/>
                  </a:cubicBezTo>
                  <a:cubicBezTo>
                    <a:pt x="1768" y="868"/>
                    <a:pt x="2379" y="579"/>
                    <a:pt x="3086" y="579"/>
                  </a:cubicBezTo>
                  <a:close/>
                  <a:moveTo>
                    <a:pt x="3086" y="0"/>
                  </a:moveTo>
                  <a:cubicBezTo>
                    <a:pt x="1383" y="0"/>
                    <a:pt x="0" y="1382"/>
                    <a:pt x="0" y="3086"/>
                  </a:cubicBezTo>
                  <a:cubicBezTo>
                    <a:pt x="0" y="4758"/>
                    <a:pt x="1383" y="6140"/>
                    <a:pt x="3086" y="6140"/>
                  </a:cubicBezTo>
                  <a:cubicBezTo>
                    <a:pt x="4758" y="6140"/>
                    <a:pt x="6140" y="4758"/>
                    <a:pt x="6140" y="3086"/>
                  </a:cubicBezTo>
                  <a:cubicBezTo>
                    <a:pt x="6140" y="1382"/>
                    <a:pt x="4758" y="0"/>
                    <a:pt x="3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62"/>
            <p:cNvSpPr/>
            <p:nvPr/>
          </p:nvSpPr>
          <p:spPr>
            <a:xfrm>
              <a:off x="3413000" y="4570400"/>
              <a:ext cx="1215075" cy="57075"/>
            </a:xfrm>
            <a:custGeom>
              <a:avLst/>
              <a:gdLst/>
              <a:ahLst/>
              <a:cxnLst/>
              <a:rect l="l" t="t" r="r" b="b"/>
              <a:pathLst>
                <a:path w="48603" h="2283" extrusionOk="0">
                  <a:moveTo>
                    <a:pt x="0" y="0"/>
                  </a:moveTo>
                  <a:lnTo>
                    <a:pt x="0" y="2282"/>
                  </a:lnTo>
                  <a:lnTo>
                    <a:pt x="48602" y="2282"/>
                  </a:lnTo>
                  <a:lnTo>
                    <a:pt x="4860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62"/>
            <p:cNvSpPr/>
            <p:nvPr/>
          </p:nvSpPr>
          <p:spPr>
            <a:xfrm>
              <a:off x="3404950" y="4563150"/>
              <a:ext cx="1230350" cy="71550"/>
            </a:xfrm>
            <a:custGeom>
              <a:avLst/>
              <a:gdLst/>
              <a:ahLst/>
              <a:cxnLst/>
              <a:rect l="l" t="t" r="r" b="b"/>
              <a:pathLst>
                <a:path w="49214" h="2862" extrusionOk="0">
                  <a:moveTo>
                    <a:pt x="48635" y="579"/>
                  </a:moveTo>
                  <a:lnTo>
                    <a:pt x="48635" y="2251"/>
                  </a:lnTo>
                  <a:lnTo>
                    <a:pt x="611" y="2251"/>
                  </a:lnTo>
                  <a:lnTo>
                    <a:pt x="611" y="579"/>
                  </a:lnTo>
                  <a:close/>
                  <a:moveTo>
                    <a:pt x="322" y="1"/>
                  </a:moveTo>
                  <a:cubicBezTo>
                    <a:pt x="226" y="1"/>
                    <a:pt x="161" y="33"/>
                    <a:pt x="97" y="97"/>
                  </a:cubicBezTo>
                  <a:cubicBezTo>
                    <a:pt x="33" y="129"/>
                    <a:pt x="1" y="226"/>
                    <a:pt x="1" y="290"/>
                  </a:cubicBezTo>
                  <a:lnTo>
                    <a:pt x="1" y="2572"/>
                  </a:lnTo>
                  <a:cubicBezTo>
                    <a:pt x="1" y="2637"/>
                    <a:pt x="33" y="2701"/>
                    <a:pt x="97" y="2765"/>
                  </a:cubicBezTo>
                  <a:cubicBezTo>
                    <a:pt x="161" y="2829"/>
                    <a:pt x="226" y="2862"/>
                    <a:pt x="322" y="2862"/>
                  </a:cubicBezTo>
                  <a:lnTo>
                    <a:pt x="48924" y="2862"/>
                  </a:lnTo>
                  <a:cubicBezTo>
                    <a:pt x="49021" y="2862"/>
                    <a:pt x="49085" y="2829"/>
                    <a:pt x="49149" y="2765"/>
                  </a:cubicBezTo>
                  <a:cubicBezTo>
                    <a:pt x="49214" y="2701"/>
                    <a:pt x="49214" y="2637"/>
                    <a:pt x="49214" y="2572"/>
                  </a:cubicBezTo>
                  <a:lnTo>
                    <a:pt x="49214" y="290"/>
                  </a:lnTo>
                  <a:cubicBezTo>
                    <a:pt x="49214" y="226"/>
                    <a:pt x="49214" y="129"/>
                    <a:pt x="49149" y="97"/>
                  </a:cubicBezTo>
                  <a:cubicBezTo>
                    <a:pt x="49085" y="33"/>
                    <a:pt x="49021" y="1"/>
                    <a:pt x="489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62"/>
            <p:cNvSpPr/>
            <p:nvPr/>
          </p:nvSpPr>
          <p:spPr>
            <a:xfrm>
              <a:off x="2180250" y="2902900"/>
              <a:ext cx="162350" cy="178425"/>
            </a:xfrm>
            <a:custGeom>
              <a:avLst/>
              <a:gdLst/>
              <a:ahLst/>
              <a:cxnLst/>
              <a:rect l="l" t="t" r="r" b="b"/>
              <a:pathLst>
                <a:path w="6494" h="7137" extrusionOk="0">
                  <a:moveTo>
                    <a:pt x="2122" y="0"/>
                  </a:moveTo>
                  <a:lnTo>
                    <a:pt x="129" y="1897"/>
                  </a:lnTo>
                  <a:cubicBezTo>
                    <a:pt x="129" y="1897"/>
                    <a:pt x="1" y="3279"/>
                    <a:pt x="1286" y="5047"/>
                  </a:cubicBezTo>
                  <a:cubicBezTo>
                    <a:pt x="2540" y="6815"/>
                    <a:pt x="2797" y="7136"/>
                    <a:pt x="2797" y="7136"/>
                  </a:cubicBezTo>
                  <a:cubicBezTo>
                    <a:pt x="2797" y="7136"/>
                    <a:pt x="3247" y="6236"/>
                    <a:pt x="4244" y="5047"/>
                  </a:cubicBezTo>
                  <a:cubicBezTo>
                    <a:pt x="5272" y="3858"/>
                    <a:pt x="6494" y="2732"/>
                    <a:pt x="6494" y="2732"/>
                  </a:cubicBezTo>
                  <a:cubicBezTo>
                    <a:pt x="5980" y="547"/>
                    <a:pt x="2122" y="0"/>
                    <a:pt x="21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62"/>
            <p:cNvSpPr/>
            <p:nvPr/>
          </p:nvSpPr>
          <p:spPr>
            <a:xfrm>
              <a:off x="2177050" y="2895650"/>
              <a:ext cx="172800" cy="192900"/>
            </a:xfrm>
            <a:custGeom>
              <a:avLst/>
              <a:gdLst/>
              <a:ahLst/>
              <a:cxnLst/>
              <a:rect l="l" t="t" r="r" b="b"/>
              <a:pathLst>
                <a:path w="6912" h="7716" extrusionOk="0">
                  <a:moveTo>
                    <a:pt x="2356" y="566"/>
                  </a:moveTo>
                  <a:cubicBezTo>
                    <a:pt x="2682" y="623"/>
                    <a:pt x="3523" y="792"/>
                    <a:pt x="4340" y="1158"/>
                  </a:cubicBezTo>
                  <a:cubicBezTo>
                    <a:pt x="4790" y="1351"/>
                    <a:pt x="5272" y="1608"/>
                    <a:pt x="5625" y="1930"/>
                  </a:cubicBezTo>
                  <a:cubicBezTo>
                    <a:pt x="5971" y="2218"/>
                    <a:pt x="6214" y="2558"/>
                    <a:pt x="6330" y="2950"/>
                  </a:cubicBezTo>
                  <a:lnTo>
                    <a:pt x="6330" y="2950"/>
                  </a:lnTo>
                  <a:cubicBezTo>
                    <a:pt x="5982" y="3271"/>
                    <a:pt x="5007" y="4192"/>
                    <a:pt x="4179" y="5176"/>
                  </a:cubicBezTo>
                  <a:cubicBezTo>
                    <a:pt x="3544" y="5910"/>
                    <a:pt x="3130" y="6546"/>
                    <a:pt x="2898" y="6933"/>
                  </a:cubicBezTo>
                  <a:lnTo>
                    <a:pt x="2898" y="6933"/>
                  </a:lnTo>
                  <a:cubicBezTo>
                    <a:pt x="2886" y="6916"/>
                    <a:pt x="2874" y="6898"/>
                    <a:pt x="2861" y="6880"/>
                  </a:cubicBezTo>
                  <a:cubicBezTo>
                    <a:pt x="2636" y="6590"/>
                    <a:pt x="2250" y="6076"/>
                    <a:pt x="1607" y="5176"/>
                  </a:cubicBezTo>
                  <a:cubicBezTo>
                    <a:pt x="614" y="3798"/>
                    <a:pt x="515" y="2644"/>
                    <a:pt x="514" y="2318"/>
                  </a:cubicBezTo>
                  <a:lnTo>
                    <a:pt x="514" y="2318"/>
                  </a:lnTo>
                  <a:lnTo>
                    <a:pt x="2356" y="566"/>
                  </a:lnTo>
                  <a:close/>
                  <a:moveTo>
                    <a:pt x="2282" y="1"/>
                  </a:moveTo>
                  <a:cubicBezTo>
                    <a:pt x="2218" y="1"/>
                    <a:pt x="2122" y="33"/>
                    <a:pt x="2057" y="97"/>
                  </a:cubicBezTo>
                  <a:lnTo>
                    <a:pt x="64" y="1994"/>
                  </a:lnTo>
                  <a:cubicBezTo>
                    <a:pt x="32" y="2058"/>
                    <a:pt x="0" y="2090"/>
                    <a:pt x="0" y="2155"/>
                  </a:cubicBezTo>
                  <a:cubicBezTo>
                    <a:pt x="0" y="2187"/>
                    <a:pt x="0" y="2219"/>
                    <a:pt x="0" y="2315"/>
                  </a:cubicBezTo>
                  <a:cubicBezTo>
                    <a:pt x="0" y="2733"/>
                    <a:pt x="97" y="3987"/>
                    <a:pt x="1189" y="5498"/>
                  </a:cubicBezTo>
                  <a:cubicBezTo>
                    <a:pt x="2475" y="7266"/>
                    <a:pt x="2700" y="7587"/>
                    <a:pt x="2700" y="7587"/>
                  </a:cubicBezTo>
                  <a:cubicBezTo>
                    <a:pt x="2765" y="7683"/>
                    <a:pt x="2861" y="7716"/>
                    <a:pt x="2957" y="7716"/>
                  </a:cubicBezTo>
                  <a:cubicBezTo>
                    <a:pt x="3054" y="7683"/>
                    <a:pt x="3118" y="7651"/>
                    <a:pt x="3150" y="7555"/>
                  </a:cubicBezTo>
                  <a:lnTo>
                    <a:pt x="3182" y="7523"/>
                  </a:lnTo>
                  <a:cubicBezTo>
                    <a:pt x="3279" y="7330"/>
                    <a:pt x="3729" y="6526"/>
                    <a:pt x="4597" y="5498"/>
                  </a:cubicBezTo>
                  <a:cubicBezTo>
                    <a:pt x="5079" y="4919"/>
                    <a:pt x="5658" y="4340"/>
                    <a:pt x="6075" y="3922"/>
                  </a:cubicBezTo>
                  <a:cubicBezTo>
                    <a:pt x="6300" y="3730"/>
                    <a:pt x="6493" y="3537"/>
                    <a:pt x="6622" y="3408"/>
                  </a:cubicBezTo>
                  <a:cubicBezTo>
                    <a:pt x="6750" y="3312"/>
                    <a:pt x="6815" y="3247"/>
                    <a:pt x="6815" y="3247"/>
                  </a:cubicBezTo>
                  <a:cubicBezTo>
                    <a:pt x="6879" y="3183"/>
                    <a:pt x="6911" y="3055"/>
                    <a:pt x="6911" y="2958"/>
                  </a:cubicBezTo>
                  <a:cubicBezTo>
                    <a:pt x="6750" y="2347"/>
                    <a:pt x="6365" y="1865"/>
                    <a:pt x="5915" y="1480"/>
                  </a:cubicBezTo>
                  <a:cubicBezTo>
                    <a:pt x="5208" y="901"/>
                    <a:pt x="4307" y="547"/>
                    <a:pt x="3568" y="322"/>
                  </a:cubicBezTo>
                  <a:cubicBezTo>
                    <a:pt x="2861" y="97"/>
                    <a:pt x="2282" y="33"/>
                    <a:pt x="22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62"/>
            <p:cNvSpPr/>
            <p:nvPr/>
          </p:nvSpPr>
          <p:spPr>
            <a:xfrm>
              <a:off x="2210000" y="2764900"/>
              <a:ext cx="282075" cy="242375"/>
            </a:xfrm>
            <a:custGeom>
              <a:avLst/>
              <a:gdLst/>
              <a:ahLst/>
              <a:cxnLst/>
              <a:rect l="l" t="t" r="r" b="b"/>
              <a:pathLst>
                <a:path w="11283" h="9695" extrusionOk="0">
                  <a:moveTo>
                    <a:pt x="5918" y="0"/>
                  </a:moveTo>
                  <a:cubicBezTo>
                    <a:pt x="4911" y="0"/>
                    <a:pt x="3878" y="114"/>
                    <a:pt x="3311" y="506"/>
                  </a:cubicBezTo>
                  <a:cubicBezTo>
                    <a:pt x="1929" y="1438"/>
                    <a:pt x="1382" y="2627"/>
                    <a:pt x="707" y="4588"/>
                  </a:cubicBezTo>
                  <a:cubicBezTo>
                    <a:pt x="0" y="6517"/>
                    <a:pt x="868" y="5584"/>
                    <a:pt x="1639" y="7031"/>
                  </a:cubicBezTo>
                  <a:cubicBezTo>
                    <a:pt x="2411" y="8445"/>
                    <a:pt x="2411" y="8381"/>
                    <a:pt x="3022" y="8477"/>
                  </a:cubicBezTo>
                  <a:cubicBezTo>
                    <a:pt x="3632" y="8574"/>
                    <a:pt x="4018" y="8574"/>
                    <a:pt x="4018" y="8574"/>
                  </a:cubicBezTo>
                  <a:cubicBezTo>
                    <a:pt x="4018" y="8574"/>
                    <a:pt x="5143" y="8960"/>
                    <a:pt x="6525" y="9474"/>
                  </a:cubicBezTo>
                  <a:cubicBezTo>
                    <a:pt x="6960" y="9629"/>
                    <a:pt x="7295" y="9694"/>
                    <a:pt x="7559" y="9694"/>
                  </a:cubicBezTo>
                  <a:cubicBezTo>
                    <a:pt x="8117" y="9694"/>
                    <a:pt x="8365" y="9405"/>
                    <a:pt x="8583" y="9056"/>
                  </a:cubicBezTo>
                  <a:cubicBezTo>
                    <a:pt x="8904" y="8510"/>
                    <a:pt x="9386" y="4588"/>
                    <a:pt x="9386" y="4588"/>
                  </a:cubicBezTo>
                  <a:cubicBezTo>
                    <a:pt x="9386" y="4588"/>
                    <a:pt x="10479" y="4074"/>
                    <a:pt x="10865" y="2949"/>
                  </a:cubicBezTo>
                  <a:cubicBezTo>
                    <a:pt x="11283" y="1824"/>
                    <a:pt x="9740" y="2145"/>
                    <a:pt x="9290" y="1984"/>
                  </a:cubicBezTo>
                  <a:cubicBezTo>
                    <a:pt x="8840" y="1824"/>
                    <a:pt x="8647" y="216"/>
                    <a:pt x="8647" y="216"/>
                  </a:cubicBezTo>
                  <a:cubicBezTo>
                    <a:pt x="8647" y="216"/>
                    <a:pt x="7307" y="0"/>
                    <a:pt x="59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62"/>
            <p:cNvSpPr/>
            <p:nvPr/>
          </p:nvSpPr>
          <p:spPr>
            <a:xfrm>
              <a:off x="2214000" y="2758250"/>
              <a:ext cx="276475" cy="255575"/>
            </a:xfrm>
            <a:custGeom>
              <a:avLst/>
              <a:gdLst/>
              <a:ahLst/>
              <a:cxnLst/>
              <a:rect l="l" t="t" r="r" b="b"/>
              <a:pathLst>
                <a:path w="11059" h="10223" extrusionOk="0">
                  <a:moveTo>
                    <a:pt x="5722" y="547"/>
                  </a:moveTo>
                  <a:cubicBezTo>
                    <a:pt x="6397" y="547"/>
                    <a:pt x="7073" y="611"/>
                    <a:pt x="7587" y="643"/>
                  </a:cubicBezTo>
                  <a:cubicBezTo>
                    <a:pt x="7844" y="675"/>
                    <a:pt x="8069" y="707"/>
                    <a:pt x="8198" y="739"/>
                  </a:cubicBezTo>
                  <a:cubicBezTo>
                    <a:pt x="8218" y="739"/>
                    <a:pt x="8236" y="740"/>
                    <a:pt x="8254" y="741"/>
                  </a:cubicBezTo>
                  <a:lnTo>
                    <a:pt x="8254" y="741"/>
                  </a:lnTo>
                  <a:cubicBezTo>
                    <a:pt x="8277" y="902"/>
                    <a:pt x="8319" y="1132"/>
                    <a:pt x="8390" y="1382"/>
                  </a:cubicBezTo>
                  <a:cubicBezTo>
                    <a:pt x="8423" y="1607"/>
                    <a:pt x="8519" y="1832"/>
                    <a:pt x="8615" y="2025"/>
                  </a:cubicBezTo>
                  <a:cubicBezTo>
                    <a:pt x="8648" y="2122"/>
                    <a:pt x="8712" y="2218"/>
                    <a:pt x="8776" y="2315"/>
                  </a:cubicBezTo>
                  <a:cubicBezTo>
                    <a:pt x="8840" y="2411"/>
                    <a:pt x="8937" y="2475"/>
                    <a:pt x="9033" y="2507"/>
                  </a:cubicBezTo>
                  <a:cubicBezTo>
                    <a:pt x="9194" y="2572"/>
                    <a:pt x="9387" y="2572"/>
                    <a:pt x="9548" y="2572"/>
                  </a:cubicBezTo>
                  <a:cubicBezTo>
                    <a:pt x="9805" y="2604"/>
                    <a:pt x="10094" y="2604"/>
                    <a:pt x="10287" y="2668"/>
                  </a:cubicBezTo>
                  <a:cubicBezTo>
                    <a:pt x="10383" y="2700"/>
                    <a:pt x="10448" y="2732"/>
                    <a:pt x="10480" y="2765"/>
                  </a:cubicBezTo>
                  <a:cubicBezTo>
                    <a:pt x="10512" y="2765"/>
                    <a:pt x="10512" y="2797"/>
                    <a:pt x="10512" y="2861"/>
                  </a:cubicBezTo>
                  <a:cubicBezTo>
                    <a:pt x="10512" y="2925"/>
                    <a:pt x="10512" y="3022"/>
                    <a:pt x="10480" y="3118"/>
                  </a:cubicBezTo>
                  <a:cubicBezTo>
                    <a:pt x="10287" y="3632"/>
                    <a:pt x="9933" y="4018"/>
                    <a:pt x="9644" y="4243"/>
                  </a:cubicBezTo>
                  <a:cubicBezTo>
                    <a:pt x="9516" y="4372"/>
                    <a:pt x="9355" y="4468"/>
                    <a:pt x="9258" y="4533"/>
                  </a:cubicBezTo>
                  <a:cubicBezTo>
                    <a:pt x="9226" y="4565"/>
                    <a:pt x="9194" y="4597"/>
                    <a:pt x="9162" y="4597"/>
                  </a:cubicBezTo>
                  <a:lnTo>
                    <a:pt x="9130" y="4629"/>
                  </a:lnTo>
                  <a:cubicBezTo>
                    <a:pt x="9033" y="4661"/>
                    <a:pt x="8969" y="4725"/>
                    <a:pt x="8969" y="4822"/>
                  </a:cubicBezTo>
                  <a:cubicBezTo>
                    <a:pt x="8969" y="4822"/>
                    <a:pt x="8937" y="5079"/>
                    <a:pt x="8873" y="5433"/>
                  </a:cubicBezTo>
                  <a:cubicBezTo>
                    <a:pt x="8808" y="6011"/>
                    <a:pt x="8680" y="6847"/>
                    <a:pt x="8551" y="7618"/>
                  </a:cubicBezTo>
                  <a:cubicBezTo>
                    <a:pt x="8487" y="8004"/>
                    <a:pt x="8423" y="8358"/>
                    <a:pt x="8358" y="8647"/>
                  </a:cubicBezTo>
                  <a:cubicBezTo>
                    <a:pt x="8326" y="8776"/>
                    <a:pt x="8294" y="8904"/>
                    <a:pt x="8262" y="9001"/>
                  </a:cubicBezTo>
                  <a:cubicBezTo>
                    <a:pt x="8230" y="9097"/>
                    <a:pt x="8198" y="9161"/>
                    <a:pt x="8198" y="9161"/>
                  </a:cubicBezTo>
                  <a:cubicBezTo>
                    <a:pt x="8101" y="9322"/>
                    <a:pt x="8005" y="9451"/>
                    <a:pt x="7876" y="9547"/>
                  </a:cubicBezTo>
                  <a:cubicBezTo>
                    <a:pt x="7780" y="9644"/>
                    <a:pt x="7651" y="9676"/>
                    <a:pt x="7394" y="9676"/>
                  </a:cubicBezTo>
                  <a:cubicBezTo>
                    <a:pt x="7169" y="9676"/>
                    <a:pt x="6880" y="9611"/>
                    <a:pt x="6430" y="9483"/>
                  </a:cubicBezTo>
                  <a:cubicBezTo>
                    <a:pt x="5080" y="9001"/>
                    <a:pt x="3955" y="8583"/>
                    <a:pt x="3955" y="8583"/>
                  </a:cubicBezTo>
                  <a:lnTo>
                    <a:pt x="3858" y="8583"/>
                  </a:lnTo>
                  <a:lnTo>
                    <a:pt x="3794" y="8551"/>
                  </a:lnTo>
                  <a:cubicBezTo>
                    <a:pt x="3665" y="8551"/>
                    <a:pt x="3344" y="8551"/>
                    <a:pt x="2894" y="8486"/>
                  </a:cubicBezTo>
                  <a:cubicBezTo>
                    <a:pt x="2733" y="8454"/>
                    <a:pt x="2637" y="8422"/>
                    <a:pt x="2572" y="8422"/>
                  </a:cubicBezTo>
                  <a:cubicBezTo>
                    <a:pt x="2540" y="8390"/>
                    <a:pt x="2508" y="8390"/>
                    <a:pt x="2476" y="8358"/>
                  </a:cubicBezTo>
                  <a:cubicBezTo>
                    <a:pt x="2412" y="8326"/>
                    <a:pt x="2315" y="8229"/>
                    <a:pt x="2219" y="8036"/>
                  </a:cubicBezTo>
                  <a:cubicBezTo>
                    <a:pt x="2090" y="7843"/>
                    <a:pt x="1929" y="7554"/>
                    <a:pt x="1704" y="7168"/>
                  </a:cubicBezTo>
                  <a:cubicBezTo>
                    <a:pt x="1415" y="6590"/>
                    <a:pt x="1062" y="6333"/>
                    <a:pt x="804" y="6172"/>
                  </a:cubicBezTo>
                  <a:cubicBezTo>
                    <a:pt x="708" y="6108"/>
                    <a:pt x="612" y="6043"/>
                    <a:pt x="612" y="6011"/>
                  </a:cubicBezTo>
                  <a:cubicBezTo>
                    <a:pt x="579" y="5979"/>
                    <a:pt x="547" y="5947"/>
                    <a:pt x="547" y="5850"/>
                  </a:cubicBezTo>
                  <a:cubicBezTo>
                    <a:pt x="547" y="5722"/>
                    <a:pt x="612" y="5400"/>
                    <a:pt x="804" y="4918"/>
                  </a:cubicBezTo>
                  <a:cubicBezTo>
                    <a:pt x="1126" y="3954"/>
                    <a:pt x="1447" y="3182"/>
                    <a:pt x="1833" y="2572"/>
                  </a:cubicBezTo>
                  <a:cubicBezTo>
                    <a:pt x="2187" y="1929"/>
                    <a:pt x="2637" y="1447"/>
                    <a:pt x="3279" y="997"/>
                  </a:cubicBezTo>
                  <a:cubicBezTo>
                    <a:pt x="3505" y="836"/>
                    <a:pt x="3890" y="707"/>
                    <a:pt x="4308" y="643"/>
                  </a:cubicBezTo>
                  <a:cubicBezTo>
                    <a:pt x="4726" y="579"/>
                    <a:pt x="5240" y="547"/>
                    <a:pt x="5722" y="547"/>
                  </a:cubicBezTo>
                  <a:close/>
                  <a:moveTo>
                    <a:pt x="5722" y="0"/>
                  </a:moveTo>
                  <a:cubicBezTo>
                    <a:pt x="5208" y="0"/>
                    <a:pt x="4694" y="32"/>
                    <a:pt x="4212" y="129"/>
                  </a:cubicBezTo>
                  <a:cubicBezTo>
                    <a:pt x="3762" y="193"/>
                    <a:pt x="3312" y="322"/>
                    <a:pt x="2990" y="547"/>
                  </a:cubicBezTo>
                  <a:cubicBezTo>
                    <a:pt x="2283" y="1029"/>
                    <a:pt x="1769" y="1607"/>
                    <a:pt x="1351" y="2282"/>
                  </a:cubicBezTo>
                  <a:cubicBezTo>
                    <a:pt x="933" y="2990"/>
                    <a:pt x="644" y="3793"/>
                    <a:pt x="290" y="4758"/>
                  </a:cubicBezTo>
                  <a:cubicBezTo>
                    <a:pt x="97" y="5272"/>
                    <a:pt x="33" y="5593"/>
                    <a:pt x="33" y="5850"/>
                  </a:cubicBezTo>
                  <a:cubicBezTo>
                    <a:pt x="1" y="6043"/>
                    <a:pt x="65" y="6236"/>
                    <a:pt x="194" y="6365"/>
                  </a:cubicBezTo>
                  <a:cubicBezTo>
                    <a:pt x="354" y="6525"/>
                    <a:pt x="515" y="6622"/>
                    <a:pt x="676" y="6751"/>
                  </a:cubicBezTo>
                  <a:cubicBezTo>
                    <a:pt x="869" y="6879"/>
                    <a:pt x="1029" y="7040"/>
                    <a:pt x="1254" y="7426"/>
                  </a:cubicBezTo>
                  <a:cubicBezTo>
                    <a:pt x="1640" y="8133"/>
                    <a:pt x="1833" y="8486"/>
                    <a:pt x="2058" y="8711"/>
                  </a:cubicBezTo>
                  <a:cubicBezTo>
                    <a:pt x="2154" y="8808"/>
                    <a:pt x="2283" y="8904"/>
                    <a:pt x="2412" y="8936"/>
                  </a:cubicBezTo>
                  <a:cubicBezTo>
                    <a:pt x="2540" y="8968"/>
                    <a:pt x="2669" y="8968"/>
                    <a:pt x="2829" y="9001"/>
                  </a:cubicBezTo>
                  <a:cubicBezTo>
                    <a:pt x="3280" y="9072"/>
                    <a:pt x="3608" y="9090"/>
                    <a:pt x="3762" y="9095"/>
                  </a:cubicBezTo>
                  <a:lnTo>
                    <a:pt x="3762" y="9095"/>
                  </a:lnTo>
                  <a:lnTo>
                    <a:pt x="3762" y="9097"/>
                  </a:lnTo>
                  <a:cubicBezTo>
                    <a:pt x="3762" y="9097"/>
                    <a:pt x="4887" y="9483"/>
                    <a:pt x="6269" y="9965"/>
                  </a:cubicBezTo>
                  <a:cubicBezTo>
                    <a:pt x="6719" y="10126"/>
                    <a:pt x="7105" y="10222"/>
                    <a:pt x="7394" y="10222"/>
                  </a:cubicBezTo>
                  <a:cubicBezTo>
                    <a:pt x="7715" y="10222"/>
                    <a:pt x="8005" y="10126"/>
                    <a:pt x="8198" y="9965"/>
                  </a:cubicBezTo>
                  <a:cubicBezTo>
                    <a:pt x="8390" y="9836"/>
                    <a:pt x="8551" y="9644"/>
                    <a:pt x="8648" y="9451"/>
                  </a:cubicBezTo>
                  <a:cubicBezTo>
                    <a:pt x="8712" y="9322"/>
                    <a:pt x="8744" y="9193"/>
                    <a:pt x="8808" y="9033"/>
                  </a:cubicBezTo>
                  <a:cubicBezTo>
                    <a:pt x="8969" y="8454"/>
                    <a:pt x="9130" y="7426"/>
                    <a:pt x="9258" y="6525"/>
                  </a:cubicBezTo>
                  <a:cubicBezTo>
                    <a:pt x="9378" y="5881"/>
                    <a:pt x="9461" y="5291"/>
                    <a:pt x="9497" y="5029"/>
                  </a:cubicBezTo>
                  <a:lnTo>
                    <a:pt x="9497" y="5029"/>
                  </a:lnTo>
                  <a:cubicBezTo>
                    <a:pt x="9819" y="4837"/>
                    <a:pt x="10604" y="4308"/>
                    <a:pt x="10962" y="3311"/>
                  </a:cubicBezTo>
                  <a:cubicBezTo>
                    <a:pt x="11026" y="3150"/>
                    <a:pt x="11058" y="3022"/>
                    <a:pt x="11058" y="2861"/>
                  </a:cubicBezTo>
                  <a:cubicBezTo>
                    <a:pt x="11058" y="2732"/>
                    <a:pt x="11026" y="2636"/>
                    <a:pt x="10962" y="2507"/>
                  </a:cubicBezTo>
                  <a:cubicBezTo>
                    <a:pt x="10866" y="2315"/>
                    <a:pt x="10673" y="2218"/>
                    <a:pt x="10512" y="2154"/>
                  </a:cubicBezTo>
                  <a:cubicBezTo>
                    <a:pt x="10255" y="2090"/>
                    <a:pt x="9998" y="2057"/>
                    <a:pt x="9741" y="2057"/>
                  </a:cubicBezTo>
                  <a:lnTo>
                    <a:pt x="9419" y="2057"/>
                  </a:lnTo>
                  <a:cubicBezTo>
                    <a:pt x="9323" y="2025"/>
                    <a:pt x="9258" y="2025"/>
                    <a:pt x="9226" y="2025"/>
                  </a:cubicBezTo>
                  <a:cubicBezTo>
                    <a:pt x="9226" y="2025"/>
                    <a:pt x="9130" y="1929"/>
                    <a:pt x="9065" y="1768"/>
                  </a:cubicBezTo>
                  <a:cubicBezTo>
                    <a:pt x="8969" y="1543"/>
                    <a:pt x="8873" y="1190"/>
                    <a:pt x="8840" y="932"/>
                  </a:cubicBezTo>
                  <a:cubicBezTo>
                    <a:pt x="8808" y="804"/>
                    <a:pt x="8776" y="675"/>
                    <a:pt x="8776" y="611"/>
                  </a:cubicBezTo>
                  <a:cubicBezTo>
                    <a:pt x="8744" y="514"/>
                    <a:pt x="8744" y="450"/>
                    <a:pt x="8744" y="450"/>
                  </a:cubicBezTo>
                  <a:cubicBezTo>
                    <a:pt x="8744" y="354"/>
                    <a:pt x="8648" y="257"/>
                    <a:pt x="8519" y="225"/>
                  </a:cubicBezTo>
                  <a:cubicBezTo>
                    <a:pt x="8519" y="225"/>
                    <a:pt x="7137" y="0"/>
                    <a:pt x="57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62"/>
            <p:cNvSpPr/>
            <p:nvPr/>
          </p:nvSpPr>
          <p:spPr>
            <a:xfrm>
              <a:off x="2414900" y="2812075"/>
              <a:ext cx="12900" cy="42625"/>
            </a:xfrm>
            <a:custGeom>
              <a:avLst/>
              <a:gdLst/>
              <a:ahLst/>
              <a:cxnLst/>
              <a:rect l="l" t="t" r="r" b="b"/>
              <a:pathLst>
                <a:path w="516" h="1705" extrusionOk="0">
                  <a:moveTo>
                    <a:pt x="194" y="1"/>
                  </a:moveTo>
                  <a:cubicBezTo>
                    <a:pt x="65" y="33"/>
                    <a:pt x="1" y="419"/>
                    <a:pt x="33" y="869"/>
                  </a:cubicBezTo>
                  <a:cubicBezTo>
                    <a:pt x="65" y="1351"/>
                    <a:pt x="194" y="1704"/>
                    <a:pt x="322" y="1704"/>
                  </a:cubicBezTo>
                  <a:cubicBezTo>
                    <a:pt x="451" y="1672"/>
                    <a:pt x="515" y="1287"/>
                    <a:pt x="483" y="837"/>
                  </a:cubicBezTo>
                  <a:cubicBezTo>
                    <a:pt x="451" y="387"/>
                    <a:pt x="322"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62"/>
            <p:cNvSpPr/>
            <p:nvPr/>
          </p:nvSpPr>
          <p:spPr>
            <a:xfrm>
              <a:off x="2047650" y="2005300"/>
              <a:ext cx="213800" cy="665375"/>
            </a:xfrm>
            <a:custGeom>
              <a:avLst/>
              <a:gdLst/>
              <a:ahLst/>
              <a:cxnLst/>
              <a:rect l="l" t="t" r="r" b="b"/>
              <a:pathLst>
                <a:path w="8552" h="26615" extrusionOk="0">
                  <a:moveTo>
                    <a:pt x="3933" y="1"/>
                  </a:moveTo>
                  <a:cubicBezTo>
                    <a:pt x="3662" y="1"/>
                    <a:pt x="3472" y="320"/>
                    <a:pt x="3472" y="320"/>
                  </a:cubicBezTo>
                  <a:lnTo>
                    <a:pt x="3858" y="2795"/>
                  </a:lnTo>
                  <a:cubicBezTo>
                    <a:pt x="3858" y="2795"/>
                    <a:pt x="2733" y="417"/>
                    <a:pt x="2315" y="159"/>
                  </a:cubicBezTo>
                  <a:cubicBezTo>
                    <a:pt x="2178" y="85"/>
                    <a:pt x="2061" y="55"/>
                    <a:pt x="1960" y="55"/>
                  </a:cubicBezTo>
                  <a:cubicBezTo>
                    <a:pt x="1541" y="55"/>
                    <a:pt x="1415" y="577"/>
                    <a:pt x="1415" y="577"/>
                  </a:cubicBezTo>
                  <a:lnTo>
                    <a:pt x="2830" y="3824"/>
                  </a:lnTo>
                  <a:cubicBezTo>
                    <a:pt x="2830" y="3824"/>
                    <a:pt x="1640" y="1574"/>
                    <a:pt x="1126" y="1445"/>
                  </a:cubicBezTo>
                  <a:cubicBezTo>
                    <a:pt x="1081" y="1434"/>
                    <a:pt x="1041" y="1429"/>
                    <a:pt x="1004" y="1429"/>
                  </a:cubicBezTo>
                  <a:cubicBezTo>
                    <a:pt x="617" y="1429"/>
                    <a:pt x="644" y="1992"/>
                    <a:pt x="644" y="1992"/>
                  </a:cubicBezTo>
                  <a:lnTo>
                    <a:pt x="2058" y="4853"/>
                  </a:lnTo>
                  <a:cubicBezTo>
                    <a:pt x="2058" y="4853"/>
                    <a:pt x="1544" y="4081"/>
                    <a:pt x="1029" y="3695"/>
                  </a:cubicBezTo>
                  <a:cubicBezTo>
                    <a:pt x="893" y="3593"/>
                    <a:pt x="777" y="3552"/>
                    <a:pt x="684" y="3552"/>
                  </a:cubicBezTo>
                  <a:cubicBezTo>
                    <a:pt x="427" y="3552"/>
                    <a:pt x="350" y="3869"/>
                    <a:pt x="515" y="4081"/>
                  </a:cubicBezTo>
                  <a:cubicBezTo>
                    <a:pt x="708" y="4338"/>
                    <a:pt x="3215" y="7971"/>
                    <a:pt x="3215" y="7971"/>
                  </a:cubicBezTo>
                  <a:cubicBezTo>
                    <a:pt x="3215" y="7971"/>
                    <a:pt x="1" y="18450"/>
                    <a:pt x="1" y="20153"/>
                  </a:cubicBezTo>
                  <a:cubicBezTo>
                    <a:pt x="1" y="21825"/>
                    <a:pt x="901" y="26614"/>
                    <a:pt x="901" y="26614"/>
                  </a:cubicBezTo>
                  <a:lnTo>
                    <a:pt x="5433" y="26100"/>
                  </a:lnTo>
                  <a:lnTo>
                    <a:pt x="4790" y="20411"/>
                  </a:lnTo>
                  <a:lnTo>
                    <a:pt x="5433" y="7971"/>
                  </a:lnTo>
                  <a:cubicBezTo>
                    <a:pt x="5433" y="7971"/>
                    <a:pt x="6333" y="6653"/>
                    <a:pt x="6719" y="6267"/>
                  </a:cubicBezTo>
                  <a:cubicBezTo>
                    <a:pt x="6976" y="6010"/>
                    <a:pt x="7812" y="5303"/>
                    <a:pt x="8294" y="4917"/>
                  </a:cubicBezTo>
                  <a:cubicBezTo>
                    <a:pt x="8519" y="4724"/>
                    <a:pt x="8551" y="4403"/>
                    <a:pt x="8423" y="4178"/>
                  </a:cubicBezTo>
                  <a:cubicBezTo>
                    <a:pt x="8309" y="3973"/>
                    <a:pt x="8114" y="3865"/>
                    <a:pt x="7908" y="3865"/>
                  </a:cubicBezTo>
                  <a:cubicBezTo>
                    <a:pt x="7823" y="3865"/>
                    <a:pt x="7736" y="3883"/>
                    <a:pt x="7651" y="3920"/>
                  </a:cubicBezTo>
                  <a:lnTo>
                    <a:pt x="5819" y="4853"/>
                  </a:lnTo>
                  <a:cubicBezTo>
                    <a:pt x="5819" y="4853"/>
                    <a:pt x="4758" y="1092"/>
                    <a:pt x="4533" y="577"/>
                  </a:cubicBezTo>
                  <a:cubicBezTo>
                    <a:pt x="4318" y="135"/>
                    <a:pt x="4108" y="1"/>
                    <a:pt x="39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62"/>
            <p:cNvSpPr/>
            <p:nvPr/>
          </p:nvSpPr>
          <p:spPr>
            <a:xfrm>
              <a:off x="2047650" y="2204550"/>
              <a:ext cx="80400" cy="466125"/>
            </a:xfrm>
            <a:custGeom>
              <a:avLst/>
              <a:gdLst/>
              <a:ahLst/>
              <a:cxnLst/>
              <a:rect l="l" t="t" r="r" b="b"/>
              <a:pathLst>
                <a:path w="3216" h="18645" extrusionOk="0">
                  <a:moveTo>
                    <a:pt x="3215" y="1"/>
                  </a:moveTo>
                  <a:cubicBezTo>
                    <a:pt x="3215" y="1"/>
                    <a:pt x="1" y="10480"/>
                    <a:pt x="1" y="12183"/>
                  </a:cubicBezTo>
                  <a:cubicBezTo>
                    <a:pt x="1" y="13855"/>
                    <a:pt x="901" y="18644"/>
                    <a:pt x="901" y="18644"/>
                  </a:cubicBezTo>
                  <a:lnTo>
                    <a:pt x="2090" y="18516"/>
                  </a:lnTo>
                  <a:cubicBezTo>
                    <a:pt x="2090" y="17134"/>
                    <a:pt x="2058" y="15848"/>
                    <a:pt x="2026" y="14948"/>
                  </a:cubicBezTo>
                  <a:cubicBezTo>
                    <a:pt x="1865" y="11541"/>
                    <a:pt x="3215" y="1"/>
                    <a:pt x="3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62"/>
            <p:cNvSpPr/>
            <p:nvPr/>
          </p:nvSpPr>
          <p:spPr>
            <a:xfrm>
              <a:off x="2054100" y="2240725"/>
              <a:ext cx="69925" cy="289325"/>
            </a:xfrm>
            <a:custGeom>
              <a:avLst/>
              <a:gdLst/>
              <a:ahLst/>
              <a:cxnLst/>
              <a:rect l="l" t="t" r="r" b="b"/>
              <a:pathLst>
                <a:path w="2797" h="11573" extrusionOk="0">
                  <a:moveTo>
                    <a:pt x="2797" y="0"/>
                  </a:moveTo>
                  <a:lnTo>
                    <a:pt x="2797" y="0"/>
                  </a:lnTo>
                  <a:cubicBezTo>
                    <a:pt x="2572" y="804"/>
                    <a:pt x="2250" y="1864"/>
                    <a:pt x="1897" y="3022"/>
                  </a:cubicBezTo>
                  <a:cubicBezTo>
                    <a:pt x="1222" y="5433"/>
                    <a:pt x="450" y="8229"/>
                    <a:pt x="129" y="9772"/>
                  </a:cubicBezTo>
                  <a:cubicBezTo>
                    <a:pt x="32" y="10222"/>
                    <a:pt x="0" y="10543"/>
                    <a:pt x="0" y="10736"/>
                  </a:cubicBezTo>
                  <a:cubicBezTo>
                    <a:pt x="0" y="10961"/>
                    <a:pt x="0" y="11219"/>
                    <a:pt x="32" y="11572"/>
                  </a:cubicBezTo>
                  <a:cubicBezTo>
                    <a:pt x="257" y="11508"/>
                    <a:pt x="482" y="11476"/>
                    <a:pt x="739" y="11444"/>
                  </a:cubicBezTo>
                  <a:cubicBezTo>
                    <a:pt x="804" y="11411"/>
                    <a:pt x="868" y="11379"/>
                    <a:pt x="964" y="11347"/>
                  </a:cubicBezTo>
                  <a:cubicBezTo>
                    <a:pt x="1222" y="11283"/>
                    <a:pt x="1511" y="11186"/>
                    <a:pt x="1800" y="11154"/>
                  </a:cubicBezTo>
                  <a:cubicBezTo>
                    <a:pt x="1961" y="7747"/>
                    <a:pt x="2507" y="2540"/>
                    <a:pt x="27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62"/>
            <p:cNvSpPr/>
            <p:nvPr/>
          </p:nvSpPr>
          <p:spPr>
            <a:xfrm>
              <a:off x="2040425" y="1998825"/>
              <a:ext cx="226650" cy="679075"/>
            </a:xfrm>
            <a:custGeom>
              <a:avLst/>
              <a:gdLst/>
              <a:ahLst/>
              <a:cxnLst/>
              <a:rect l="l" t="t" r="r" b="b"/>
              <a:pathLst>
                <a:path w="9066" h="27163" extrusionOk="0">
                  <a:moveTo>
                    <a:pt x="4211" y="515"/>
                  </a:moveTo>
                  <a:cubicBezTo>
                    <a:pt x="4244" y="515"/>
                    <a:pt x="4276" y="515"/>
                    <a:pt x="4340" y="579"/>
                  </a:cubicBezTo>
                  <a:cubicBezTo>
                    <a:pt x="4372" y="643"/>
                    <a:pt x="4469" y="740"/>
                    <a:pt x="4565" y="965"/>
                  </a:cubicBezTo>
                  <a:cubicBezTo>
                    <a:pt x="4597" y="997"/>
                    <a:pt x="4629" y="1094"/>
                    <a:pt x="4694" y="1254"/>
                  </a:cubicBezTo>
                  <a:cubicBezTo>
                    <a:pt x="4854" y="1769"/>
                    <a:pt x="5144" y="2765"/>
                    <a:pt x="5401" y="3601"/>
                  </a:cubicBezTo>
                  <a:cubicBezTo>
                    <a:pt x="5658" y="4469"/>
                    <a:pt x="5851" y="5176"/>
                    <a:pt x="5851" y="5176"/>
                  </a:cubicBezTo>
                  <a:cubicBezTo>
                    <a:pt x="5883" y="5272"/>
                    <a:pt x="5915" y="5337"/>
                    <a:pt x="6012" y="5369"/>
                  </a:cubicBezTo>
                  <a:cubicBezTo>
                    <a:pt x="6038" y="5382"/>
                    <a:pt x="6065" y="5390"/>
                    <a:pt x="6094" y="5390"/>
                  </a:cubicBezTo>
                  <a:cubicBezTo>
                    <a:pt x="6135" y="5390"/>
                    <a:pt x="6180" y="5374"/>
                    <a:pt x="6237" y="5337"/>
                  </a:cubicBezTo>
                  <a:lnTo>
                    <a:pt x="8069" y="4437"/>
                  </a:lnTo>
                  <a:lnTo>
                    <a:pt x="8197" y="4404"/>
                  </a:lnTo>
                  <a:cubicBezTo>
                    <a:pt x="8326" y="4404"/>
                    <a:pt x="8422" y="4469"/>
                    <a:pt x="8487" y="4565"/>
                  </a:cubicBezTo>
                  <a:cubicBezTo>
                    <a:pt x="8519" y="4597"/>
                    <a:pt x="8519" y="4662"/>
                    <a:pt x="8519" y="4726"/>
                  </a:cubicBezTo>
                  <a:cubicBezTo>
                    <a:pt x="8519" y="4822"/>
                    <a:pt x="8487" y="4887"/>
                    <a:pt x="8422" y="4951"/>
                  </a:cubicBezTo>
                  <a:cubicBezTo>
                    <a:pt x="8165" y="5176"/>
                    <a:pt x="7844" y="5433"/>
                    <a:pt x="7555" y="5690"/>
                  </a:cubicBezTo>
                  <a:cubicBezTo>
                    <a:pt x="7233" y="5947"/>
                    <a:pt x="6976" y="6204"/>
                    <a:pt x="6815" y="6333"/>
                  </a:cubicBezTo>
                  <a:cubicBezTo>
                    <a:pt x="6590" y="6558"/>
                    <a:pt x="6269" y="6976"/>
                    <a:pt x="6012" y="7362"/>
                  </a:cubicBezTo>
                  <a:cubicBezTo>
                    <a:pt x="5722" y="7747"/>
                    <a:pt x="5497" y="8069"/>
                    <a:pt x="5497" y="8069"/>
                  </a:cubicBezTo>
                  <a:cubicBezTo>
                    <a:pt x="5465" y="8101"/>
                    <a:pt x="5465" y="8165"/>
                    <a:pt x="5465" y="8197"/>
                  </a:cubicBezTo>
                  <a:lnTo>
                    <a:pt x="4790" y="20670"/>
                  </a:lnTo>
                  <a:lnTo>
                    <a:pt x="4790" y="20702"/>
                  </a:lnTo>
                  <a:lnTo>
                    <a:pt x="5433" y="26134"/>
                  </a:lnTo>
                  <a:lnTo>
                    <a:pt x="1401" y="26589"/>
                  </a:lnTo>
                  <a:lnTo>
                    <a:pt x="1401" y="26589"/>
                  </a:lnTo>
                  <a:cubicBezTo>
                    <a:pt x="1377" y="26455"/>
                    <a:pt x="1348" y="26276"/>
                    <a:pt x="1318" y="26070"/>
                  </a:cubicBezTo>
                  <a:cubicBezTo>
                    <a:pt x="1190" y="25363"/>
                    <a:pt x="997" y="24238"/>
                    <a:pt x="836" y="23145"/>
                  </a:cubicBezTo>
                  <a:cubicBezTo>
                    <a:pt x="676" y="22084"/>
                    <a:pt x="547" y="20991"/>
                    <a:pt x="547" y="20412"/>
                  </a:cubicBezTo>
                  <a:cubicBezTo>
                    <a:pt x="547" y="20219"/>
                    <a:pt x="579" y="19898"/>
                    <a:pt x="676" y="19448"/>
                  </a:cubicBezTo>
                  <a:cubicBezTo>
                    <a:pt x="997" y="17905"/>
                    <a:pt x="1769" y="15109"/>
                    <a:pt x="2444" y="12698"/>
                  </a:cubicBezTo>
                  <a:cubicBezTo>
                    <a:pt x="2797" y="11508"/>
                    <a:pt x="3119" y="10415"/>
                    <a:pt x="3376" y="9612"/>
                  </a:cubicBezTo>
                  <a:cubicBezTo>
                    <a:pt x="3601" y="8808"/>
                    <a:pt x="3761" y="8294"/>
                    <a:pt x="3761" y="8294"/>
                  </a:cubicBezTo>
                  <a:cubicBezTo>
                    <a:pt x="3794" y="8230"/>
                    <a:pt x="3794" y="8133"/>
                    <a:pt x="3729" y="8069"/>
                  </a:cubicBezTo>
                  <a:cubicBezTo>
                    <a:pt x="3729" y="8069"/>
                    <a:pt x="3119" y="7169"/>
                    <a:pt x="2444" y="6237"/>
                  </a:cubicBezTo>
                  <a:cubicBezTo>
                    <a:pt x="2122" y="5754"/>
                    <a:pt x="1801" y="5272"/>
                    <a:pt x="1511" y="4887"/>
                  </a:cubicBezTo>
                  <a:cubicBezTo>
                    <a:pt x="1383" y="4726"/>
                    <a:pt x="1286" y="4533"/>
                    <a:pt x="1190" y="4437"/>
                  </a:cubicBezTo>
                  <a:cubicBezTo>
                    <a:pt x="1093" y="4308"/>
                    <a:pt x="1029" y="4212"/>
                    <a:pt x="997" y="4179"/>
                  </a:cubicBezTo>
                  <a:lnTo>
                    <a:pt x="965" y="4083"/>
                  </a:lnTo>
                  <a:cubicBezTo>
                    <a:pt x="997" y="4083"/>
                    <a:pt x="1061" y="4083"/>
                    <a:pt x="1158" y="4147"/>
                  </a:cubicBezTo>
                  <a:cubicBezTo>
                    <a:pt x="1383" y="4340"/>
                    <a:pt x="1640" y="4597"/>
                    <a:pt x="1801" y="4854"/>
                  </a:cubicBezTo>
                  <a:cubicBezTo>
                    <a:pt x="1897" y="4951"/>
                    <a:pt x="1994" y="5079"/>
                    <a:pt x="2026" y="5144"/>
                  </a:cubicBezTo>
                  <a:lnTo>
                    <a:pt x="2090" y="5240"/>
                  </a:lnTo>
                  <a:lnTo>
                    <a:pt x="2122" y="5272"/>
                  </a:lnTo>
                  <a:cubicBezTo>
                    <a:pt x="2184" y="5335"/>
                    <a:pt x="2260" y="5370"/>
                    <a:pt x="2340" y="5370"/>
                  </a:cubicBezTo>
                  <a:cubicBezTo>
                    <a:pt x="2385" y="5370"/>
                    <a:pt x="2430" y="5359"/>
                    <a:pt x="2476" y="5337"/>
                  </a:cubicBezTo>
                  <a:cubicBezTo>
                    <a:pt x="2604" y="5272"/>
                    <a:pt x="2636" y="5112"/>
                    <a:pt x="2572" y="4983"/>
                  </a:cubicBezTo>
                  <a:lnTo>
                    <a:pt x="2560" y="4959"/>
                  </a:lnTo>
                  <a:lnTo>
                    <a:pt x="2560" y="4959"/>
                  </a:lnTo>
                  <a:lnTo>
                    <a:pt x="2572" y="4951"/>
                  </a:lnTo>
                  <a:cubicBezTo>
                    <a:pt x="2572" y="4951"/>
                    <a:pt x="2553" y="4922"/>
                    <a:pt x="2517" y="4873"/>
                  </a:cubicBezTo>
                  <a:lnTo>
                    <a:pt x="2517" y="4873"/>
                  </a:lnTo>
                  <a:lnTo>
                    <a:pt x="1190" y="2219"/>
                  </a:lnTo>
                  <a:lnTo>
                    <a:pt x="1190" y="2219"/>
                  </a:lnTo>
                  <a:cubicBezTo>
                    <a:pt x="1191" y="2167"/>
                    <a:pt x="1197" y="2076"/>
                    <a:pt x="1222" y="2026"/>
                  </a:cubicBezTo>
                  <a:lnTo>
                    <a:pt x="1254" y="1961"/>
                  </a:lnTo>
                  <a:lnTo>
                    <a:pt x="1351" y="1961"/>
                  </a:lnTo>
                  <a:cubicBezTo>
                    <a:pt x="1351" y="1961"/>
                    <a:pt x="1415" y="1994"/>
                    <a:pt x="1479" y="2058"/>
                  </a:cubicBezTo>
                  <a:cubicBezTo>
                    <a:pt x="1736" y="2283"/>
                    <a:pt x="2090" y="2829"/>
                    <a:pt x="2379" y="3311"/>
                  </a:cubicBezTo>
                  <a:cubicBezTo>
                    <a:pt x="2540" y="3536"/>
                    <a:pt x="2669" y="3762"/>
                    <a:pt x="2733" y="3922"/>
                  </a:cubicBezTo>
                  <a:cubicBezTo>
                    <a:pt x="2829" y="4083"/>
                    <a:pt x="2894" y="4212"/>
                    <a:pt x="2894" y="4212"/>
                  </a:cubicBezTo>
                  <a:cubicBezTo>
                    <a:pt x="2936" y="4297"/>
                    <a:pt x="3022" y="4340"/>
                    <a:pt x="3113" y="4340"/>
                  </a:cubicBezTo>
                  <a:cubicBezTo>
                    <a:pt x="3158" y="4340"/>
                    <a:pt x="3204" y="4329"/>
                    <a:pt x="3247" y="4308"/>
                  </a:cubicBezTo>
                  <a:cubicBezTo>
                    <a:pt x="3376" y="4244"/>
                    <a:pt x="3440" y="4083"/>
                    <a:pt x="3376" y="3954"/>
                  </a:cubicBezTo>
                  <a:lnTo>
                    <a:pt x="1993" y="811"/>
                  </a:lnTo>
                  <a:lnTo>
                    <a:pt x="1993" y="811"/>
                  </a:lnTo>
                  <a:cubicBezTo>
                    <a:pt x="2008" y="775"/>
                    <a:pt x="2030" y="735"/>
                    <a:pt x="2058" y="708"/>
                  </a:cubicBezTo>
                  <a:lnTo>
                    <a:pt x="2122" y="611"/>
                  </a:lnTo>
                  <a:lnTo>
                    <a:pt x="2251" y="579"/>
                  </a:lnTo>
                  <a:cubicBezTo>
                    <a:pt x="2283" y="579"/>
                    <a:pt x="2347" y="611"/>
                    <a:pt x="2476" y="676"/>
                  </a:cubicBezTo>
                  <a:cubicBezTo>
                    <a:pt x="2476" y="676"/>
                    <a:pt x="2540" y="740"/>
                    <a:pt x="2604" y="804"/>
                  </a:cubicBezTo>
                  <a:cubicBezTo>
                    <a:pt x="2829" y="1094"/>
                    <a:pt x="3151" y="1704"/>
                    <a:pt x="3440" y="2186"/>
                  </a:cubicBezTo>
                  <a:cubicBezTo>
                    <a:pt x="3569" y="2476"/>
                    <a:pt x="3697" y="2701"/>
                    <a:pt x="3794" y="2861"/>
                  </a:cubicBezTo>
                  <a:cubicBezTo>
                    <a:pt x="3858" y="3054"/>
                    <a:pt x="3922" y="3151"/>
                    <a:pt x="3922" y="3151"/>
                  </a:cubicBezTo>
                  <a:cubicBezTo>
                    <a:pt x="3969" y="3245"/>
                    <a:pt x="4051" y="3305"/>
                    <a:pt x="4142" y="3305"/>
                  </a:cubicBezTo>
                  <a:cubicBezTo>
                    <a:pt x="4175" y="3305"/>
                    <a:pt x="4209" y="3297"/>
                    <a:pt x="4244" y="3279"/>
                  </a:cubicBezTo>
                  <a:cubicBezTo>
                    <a:pt x="4372" y="3247"/>
                    <a:pt x="4437" y="3119"/>
                    <a:pt x="4437" y="2990"/>
                  </a:cubicBezTo>
                  <a:lnTo>
                    <a:pt x="4064" y="633"/>
                  </a:lnTo>
                  <a:lnTo>
                    <a:pt x="4064" y="633"/>
                  </a:lnTo>
                  <a:cubicBezTo>
                    <a:pt x="4070" y="625"/>
                    <a:pt x="4077" y="618"/>
                    <a:pt x="4083" y="611"/>
                  </a:cubicBezTo>
                  <a:cubicBezTo>
                    <a:pt x="4147" y="547"/>
                    <a:pt x="4211" y="515"/>
                    <a:pt x="4211" y="515"/>
                  </a:cubicBezTo>
                  <a:close/>
                  <a:moveTo>
                    <a:pt x="4211" y="1"/>
                  </a:moveTo>
                  <a:cubicBezTo>
                    <a:pt x="3986" y="1"/>
                    <a:pt x="3826" y="129"/>
                    <a:pt x="3697" y="226"/>
                  </a:cubicBezTo>
                  <a:cubicBezTo>
                    <a:pt x="3601" y="322"/>
                    <a:pt x="3536" y="418"/>
                    <a:pt x="3536" y="451"/>
                  </a:cubicBezTo>
                  <a:cubicBezTo>
                    <a:pt x="3504" y="483"/>
                    <a:pt x="3504" y="547"/>
                    <a:pt x="3504" y="611"/>
                  </a:cubicBezTo>
                  <a:lnTo>
                    <a:pt x="3638" y="1468"/>
                  </a:lnTo>
                  <a:lnTo>
                    <a:pt x="3638" y="1468"/>
                  </a:lnTo>
                  <a:cubicBezTo>
                    <a:pt x="3508" y="1228"/>
                    <a:pt x="3368" y="998"/>
                    <a:pt x="3247" y="804"/>
                  </a:cubicBezTo>
                  <a:cubicBezTo>
                    <a:pt x="3151" y="643"/>
                    <a:pt x="3086" y="547"/>
                    <a:pt x="2990" y="451"/>
                  </a:cubicBezTo>
                  <a:cubicBezTo>
                    <a:pt x="2926" y="354"/>
                    <a:pt x="2829" y="258"/>
                    <a:pt x="2733" y="193"/>
                  </a:cubicBezTo>
                  <a:cubicBezTo>
                    <a:pt x="2572" y="97"/>
                    <a:pt x="2411" y="65"/>
                    <a:pt x="2251" y="65"/>
                  </a:cubicBezTo>
                  <a:cubicBezTo>
                    <a:pt x="2090" y="65"/>
                    <a:pt x="1929" y="97"/>
                    <a:pt x="1833" y="193"/>
                  </a:cubicBezTo>
                  <a:cubicBezTo>
                    <a:pt x="1672" y="290"/>
                    <a:pt x="1576" y="451"/>
                    <a:pt x="1511" y="547"/>
                  </a:cubicBezTo>
                  <a:cubicBezTo>
                    <a:pt x="1479" y="676"/>
                    <a:pt x="1447" y="772"/>
                    <a:pt x="1447" y="772"/>
                  </a:cubicBezTo>
                  <a:cubicBezTo>
                    <a:pt x="1415" y="836"/>
                    <a:pt x="1447" y="901"/>
                    <a:pt x="1447" y="933"/>
                  </a:cubicBezTo>
                  <a:lnTo>
                    <a:pt x="1729" y="1565"/>
                  </a:lnTo>
                  <a:lnTo>
                    <a:pt x="1729" y="1565"/>
                  </a:lnTo>
                  <a:cubicBezTo>
                    <a:pt x="1646" y="1509"/>
                    <a:pt x="1571" y="1470"/>
                    <a:pt x="1479" y="1447"/>
                  </a:cubicBezTo>
                  <a:cubicBezTo>
                    <a:pt x="1415" y="1415"/>
                    <a:pt x="1351" y="1415"/>
                    <a:pt x="1286" y="1415"/>
                  </a:cubicBezTo>
                  <a:cubicBezTo>
                    <a:pt x="1158" y="1415"/>
                    <a:pt x="997" y="1479"/>
                    <a:pt x="901" y="1544"/>
                  </a:cubicBezTo>
                  <a:cubicBezTo>
                    <a:pt x="772" y="1704"/>
                    <a:pt x="708" y="1833"/>
                    <a:pt x="676" y="1961"/>
                  </a:cubicBezTo>
                  <a:cubicBezTo>
                    <a:pt x="643" y="2090"/>
                    <a:pt x="643" y="2219"/>
                    <a:pt x="643" y="2251"/>
                  </a:cubicBezTo>
                  <a:lnTo>
                    <a:pt x="643" y="2283"/>
                  </a:lnTo>
                  <a:lnTo>
                    <a:pt x="676" y="2379"/>
                  </a:lnTo>
                  <a:lnTo>
                    <a:pt x="1299" y="3613"/>
                  </a:lnTo>
                  <a:lnTo>
                    <a:pt x="1299" y="3613"/>
                  </a:lnTo>
                  <a:cubicBezTo>
                    <a:pt x="1195" y="3562"/>
                    <a:pt x="1087" y="3536"/>
                    <a:pt x="965" y="3536"/>
                  </a:cubicBezTo>
                  <a:cubicBezTo>
                    <a:pt x="804" y="3536"/>
                    <a:pt x="643" y="3601"/>
                    <a:pt x="579" y="3729"/>
                  </a:cubicBezTo>
                  <a:cubicBezTo>
                    <a:pt x="483" y="3826"/>
                    <a:pt x="451" y="3954"/>
                    <a:pt x="451" y="4083"/>
                  </a:cubicBezTo>
                  <a:cubicBezTo>
                    <a:pt x="451" y="4244"/>
                    <a:pt x="483" y="4372"/>
                    <a:pt x="579" y="4501"/>
                  </a:cubicBezTo>
                  <a:cubicBezTo>
                    <a:pt x="611" y="4533"/>
                    <a:pt x="676" y="4597"/>
                    <a:pt x="740" y="4726"/>
                  </a:cubicBezTo>
                  <a:cubicBezTo>
                    <a:pt x="1061" y="5176"/>
                    <a:pt x="1704" y="6076"/>
                    <a:pt x="2251" y="6880"/>
                  </a:cubicBezTo>
                  <a:cubicBezTo>
                    <a:pt x="2694" y="7496"/>
                    <a:pt x="3063" y="8037"/>
                    <a:pt x="3210" y="8255"/>
                  </a:cubicBezTo>
                  <a:lnTo>
                    <a:pt x="3210" y="8255"/>
                  </a:lnTo>
                  <a:cubicBezTo>
                    <a:pt x="3044" y="8804"/>
                    <a:pt x="2342" y="11127"/>
                    <a:pt x="1640" y="13598"/>
                  </a:cubicBezTo>
                  <a:cubicBezTo>
                    <a:pt x="1222" y="15012"/>
                    <a:pt x="836" y="16491"/>
                    <a:pt x="515" y="17712"/>
                  </a:cubicBezTo>
                  <a:cubicBezTo>
                    <a:pt x="354" y="18323"/>
                    <a:pt x="226" y="18902"/>
                    <a:pt x="161" y="19352"/>
                  </a:cubicBezTo>
                  <a:cubicBezTo>
                    <a:pt x="65" y="19802"/>
                    <a:pt x="1" y="20155"/>
                    <a:pt x="1" y="20412"/>
                  </a:cubicBezTo>
                  <a:cubicBezTo>
                    <a:pt x="1" y="21280"/>
                    <a:pt x="226" y="22887"/>
                    <a:pt x="451" y="24302"/>
                  </a:cubicBezTo>
                  <a:cubicBezTo>
                    <a:pt x="676" y="25716"/>
                    <a:pt x="933" y="26938"/>
                    <a:pt x="933" y="26938"/>
                  </a:cubicBezTo>
                  <a:cubicBezTo>
                    <a:pt x="933" y="27066"/>
                    <a:pt x="1061" y="27163"/>
                    <a:pt x="1222" y="27163"/>
                  </a:cubicBezTo>
                  <a:lnTo>
                    <a:pt x="5754" y="26616"/>
                  </a:lnTo>
                  <a:cubicBezTo>
                    <a:pt x="5819" y="26616"/>
                    <a:pt x="5883" y="26584"/>
                    <a:pt x="5915" y="26520"/>
                  </a:cubicBezTo>
                  <a:cubicBezTo>
                    <a:pt x="5979" y="26488"/>
                    <a:pt x="5979" y="26391"/>
                    <a:pt x="5979" y="26327"/>
                  </a:cubicBezTo>
                  <a:lnTo>
                    <a:pt x="5337" y="20670"/>
                  </a:lnTo>
                  <a:lnTo>
                    <a:pt x="5973" y="8353"/>
                  </a:lnTo>
                  <a:lnTo>
                    <a:pt x="5973" y="8353"/>
                  </a:lnTo>
                  <a:cubicBezTo>
                    <a:pt x="6039" y="8258"/>
                    <a:pt x="6224" y="7991"/>
                    <a:pt x="6429" y="7683"/>
                  </a:cubicBezTo>
                  <a:cubicBezTo>
                    <a:pt x="6719" y="7330"/>
                    <a:pt x="7040" y="6880"/>
                    <a:pt x="7201" y="6719"/>
                  </a:cubicBezTo>
                  <a:cubicBezTo>
                    <a:pt x="7329" y="6590"/>
                    <a:pt x="7587" y="6365"/>
                    <a:pt x="7876" y="6108"/>
                  </a:cubicBezTo>
                  <a:cubicBezTo>
                    <a:pt x="8197" y="5851"/>
                    <a:pt x="8519" y="5562"/>
                    <a:pt x="8744" y="5369"/>
                  </a:cubicBezTo>
                  <a:cubicBezTo>
                    <a:pt x="8969" y="5208"/>
                    <a:pt x="9065" y="4951"/>
                    <a:pt x="9065" y="4726"/>
                  </a:cubicBezTo>
                  <a:cubicBezTo>
                    <a:pt x="9065" y="4565"/>
                    <a:pt x="9033" y="4437"/>
                    <a:pt x="8937" y="4308"/>
                  </a:cubicBezTo>
                  <a:cubicBezTo>
                    <a:pt x="8776" y="4019"/>
                    <a:pt x="8487" y="3858"/>
                    <a:pt x="8197" y="3858"/>
                  </a:cubicBezTo>
                  <a:cubicBezTo>
                    <a:pt x="8069" y="3858"/>
                    <a:pt x="7940" y="3890"/>
                    <a:pt x="7812" y="3954"/>
                  </a:cubicBezTo>
                  <a:lnTo>
                    <a:pt x="6279" y="4734"/>
                  </a:lnTo>
                  <a:lnTo>
                    <a:pt x="6279" y="4734"/>
                  </a:lnTo>
                  <a:cubicBezTo>
                    <a:pt x="6179" y="4376"/>
                    <a:pt x="6006" y="3751"/>
                    <a:pt x="5819" y="3086"/>
                  </a:cubicBezTo>
                  <a:cubicBezTo>
                    <a:pt x="5658" y="2604"/>
                    <a:pt x="5497" y="2058"/>
                    <a:pt x="5369" y="1640"/>
                  </a:cubicBezTo>
                  <a:cubicBezTo>
                    <a:pt x="5304" y="1415"/>
                    <a:pt x="5240" y="1254"/>
                    <a:pt x="5176" y="1094"/>
                  </a:cubicBezTo>
                  <a:cubicBezTo>
                    <a:pt x="5144" y="933"/>
                    <a:pt x="5079" y="804"/>
                    <a:pt x="5047" y="708"/>
                  </a:cubicBezTo>
                  <a:cubicBezTo>
                    <a:pt x="4951" y="483"/>
                    <a:pt x="4822" y="322"/>
                    <a:pt x="4694" y="193"/>
                  </a:cubicBezTo>
                  <a:cubicBezTo>
                    <a:pt x="4533" y="65"/>
                    <a:pt x="4372" y="1"/>
                    <a:pt x="4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62"/>
            <p:cNvSpPr/>
            <p:nvPr/>
          </p:nvSpPr>
          <p:spPr>
            <a:xfrm>
              <a:off x="2352225" y="3549925"/>
              <a:ext cx="682300" cy="202825"/>
            </a:xfrm>
            <a:custGeom>
              <a:avLst/>
              <a:gdLst/>
              <a:ahLst/>
              <a:cxnLst/>
              <a:rect l="l" t="t" r="r" b="b"/>
              <a:pathLst>
                <a:path w="27292" h="8113" extrusionOk="0">
                  <a:moveTo>
                    <a:pt x="22580" y="1"/>
                  </a:moveTo>
                  <a:cubicBezTo>
                    <a:pt x="22419" y="1"/>
                    <a:pt x="22266" y="71"/>
                    <a:pt x="22148" y="188"/>
                  </a:cubicBezTo>
                  <a:cubicBezTo>
                    <a:pt x="21698" y="638"/>
                    <a:pt x="20959" y="1410"/>
                    <a:pt x="20669" y="1667"/>
                  </a:cubicBezTo>
                  <a:cubicBezTo>
                    <a:pt x="20252" y="2021"/>
                    <a:pt x="18901" y="2856"/>
                    <a:pt x="18901" y="2856"/>
                  </a:cubicBezTo>
                  <a:lnTo>
                    <a:pt x="3536" y="2278"/>
                  </a:lnTo>
                  <a:lnTo>
                    <a:pt x="804" y="1667"/>
                  </a:lnTo>
                  <a:lnTo>
                    <a:pt x="1" y="6167"/>
                  </a:lnTo>
                  <a:cubicBezTo>
                    <a:pt x="1" y="6167"/>
                    <a:pt x="1061" y="7421"/>
                    <a:pt x="2733" y="7549"/>
                  </a:cubicBezTo>
                  <a:cubicBezTo>
                    <a:pt x="2763" y="7551"/>
                    <a:pt x="2798" y="7552"/>
                    <a:pt x="2836" y="7552"/>
                  </a:cubicBezTo>
                  <a:cubicBezTo>
                    <a:pt x="4921" y="7552"/>
                    <a:pt x="18741" y="5042"/>
                    <a:pt x="18741" y="5042"/>
                  </a:cubicBezTo>
                  <a:cubicBezTo>
                    <a:pt x="18741" y="5042"/>
                    <a:pt x="22212" y="7774"/>
                    <a:pt x="22470" y="7999"/>
                  </a:cubicBezTo>
                  <a:cubicBezTo>
                    <a:pt x="22545" y="8075"/>
                    <a:pt x="22644" y="8112"/>
                    <a:pt x="22735" y="8112"/>
                  </a:cubicBezTo>
                  <a:cubicBezTo>
                    <a:pt x="22955" y="8112"/>
                    <a:pt x="23137" y="7903"/>
                    <a:pt x="22887" y="7517"/>
                  </a:cubicBezTo>
                  <a:cubicBezTo>
                    <a:pt x="22534" y="6971"/>
                    <a:pt x="21795" y="6425"/>
                    <a:pt x="21794" y="6424"/>
                  </a:cubicBezTo>
                  <a:lnTo>
                    <a:pt x="21794" y="6424"/>
                  </a:lnTo>
                  <a:lnTo>
                    <a:pt x="24527" y="8032"/>
                  </a:lnTo>
                  <a:cubicBezTo>
                    <a:pt x="24527" y="8032"/>
                    <a:pt x="24552" y="8034"/>
                    <a:pt x="24593" y="8034"/>
                  </a:cubicBezTo>
                  <a:cubicBezTo>
                    <a:pt x="24767" y="8034"/>
                    <a:pt x="25216" y="7992"/>
                    <a:pt x="25138" y="7549"/>
                  </a:cubicBezTo>
                  <a:cubicBezTo>
                    <a:pt x="25041" y="7035"/>
                    <a:pt x="22856" y="5717"/>
                    <a:pt x="22855" y="5717"/>
                  </a:cubicBezTo>
                  <a:lnTo>
                    <a:pt x="22855" y="5717"/>
                  </a:lnTo>
                  <a:lnTo>
                    <a:pt x="26005" y="7324"/>
                  </a:lnTo>
                  <a:cubicBezTo>
                    <a:pt x="26005" y="7324"/>
                    <a:pt x="26809" y="7196"/>
                    <a:pt x="26455" y="6457"/>
                  </a:cubicBezTo>
                  <a:cubicBezTo>
                    <a:pt x="26263" y="6039"/>
                    <a:pt x="23980" y="4721"/>
                    <a:pt x="23980" y="4721"/>
                  </a:cubicBezTo>
                  <a:lnTo>
                    <a:pt x="23980" y="4721"/>
                  </a:lnTo>
                  <a:lnTo>
                    <a:pt x="26391" y="5267"/>
                  </a:lnTo>
                  <a:cubicBezTo>
                    <a:pt x="26391" y="5267"/>
                    <a:pt x="27291" y="4817"/>
                    <a:pt x="26198" y="4239"/>
                  </a:cubicBezTo>
                  <a:cubicBezTo>
                    <a:pt x="25716" y="3949"/>
                    <a:pt x="22019" y="2663"/>
                    <a:pt x="22019" y="2663"/>
                  </a:cubicBezTo>
                  <a:lnTo>
                    <a:pt x="23048" y="896"/>
                  </a:lnTo>
                  <a:cubicBezTo>
                    <a:pt x="23209" y="606"/>
                    <a:pt x="23145" y="285"/>
                    <a:pt x="22887" y="92"/>
                  </a:cubicBezTo>
                  <a:cubicBezTo>
                    <a:pt x="22787" y="29"/>
                    <a:pt x="22682" y="1"/>
                    <a:pt x="225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62"/>
            <p:cNvSpPr/>
            <p:nvPr/>
          </p:nvSpPr>
          <p:spPr>
            <a:xfrm>
              <a:off x="2345000" y="3543375"/>
              <a:ext cx="682275" cy="216200"/>
            </a:xfrm>
            <a:custGeom>
              <a:avLst/>
              <a:gdLst/>
              <a:ahLst/>
              <a:cxnLst/>
              <a:rect l="l" t="t" r="r" b="b"/>
              <a:pathLst>
                <a:path w="27291" h="8648" extrusionOk="0">
                  <a:moveTo>
                    <a:pt x="22855" y="547"/>
                  </a:moveTo>
                  <a:cubicBezTo>
                    <a:pt x="22919" y="547"/>
                    <a:pt x="22951" y="547"/>
                    <a:pt x="23016" y="579"/>
                  </a:cubicBezTo>
                  <a:cubicBezTo>
                    <a:pt x="23112" y="643"/>
                    <a:pt x="23176" y="740"/>
                    <a:pt x="23176" y="868"/>
                  </a:cubicBezTo>
                  <a:cubicBezTo>
                    <a:pt x="23176" y="900"/>
                    <a:pt x="23144" y="965"/>
                    <a:pt x="23112" y="1029"/>
                  </a:cubicBezTo>
                  <a:lnTo>
                    <a:pt x="22083" y="2797"/>
                  </a:lnTo>
                  <a:cubicBezTo>
                    <a:pt x="22051" y="2861"/>
                    <a:pt x="22051" y="2925"/>
                    <a:pt x="22051" y="3022"/>
                  </a:cubicBezTo>
                  <a:cubicBezTo>
                    <a:pt x="22083" y="3086"/>
                    <a:pt x="22148" y="3151"/>
                    <a:pt x="22212" y="3183"/>
                  </a:cubicBezTo>
                  <a:cubicBezTo>
                    <a:pt x="22244" y="3183"/>
                    <a:pt x="23144" y="3504"/>
                    <a:pt x="24141" y="3858"/>
                  </a:cubicBezTo>
                  <a:cubicBezTo>
                    <a:pt x="24623" y="4018"/>
                    <a:pt x="25137" y="4211"/>
                    <a:pt x="25523" y="4372"/>
                  </a:cubicBezTo>
                  <a:cubicBezTo>
                    <a:pt x="25748" y="4468"/>
                    <a:pt x="25941" y="4533"/>
                    <a:pt x="26069" y="4597"/>
                  </a:cubicBezTo>
                  <a:cubicBezTo>
                    <a:pt x="26230" y="4661"/>
                    <a:pt x="26327" y="4693"/>
                    <a:pt x="26359" y="4726"/>
                  </a:cubicBezTo>
                  <a:cubicBezTo>
                    <a:pt x="26552" y="4822"/>
                    <a:pt x="26648" y="4918"/>
                    <a:pt x="26712" y="4983"/>
                  </a:cubicBezTo>
                  <a:cubicBezTo>
                    <a:pt x="26777" y="5047"/>
                    <a:pt x="26777" y="5079"/>
                    <a:pt x="26777" y="5079"/>
                  </a:cubicBezTo>
                  <a:lnTo>
                    <a:pt x="26744" y="5143"/>
                  </a:lnTo>
                  <a:lnTo>
                    <a:pt x="26662" y="5253"/>
                  </a:lnTo>
                  <a:lnTo>
                    <a:pt x="26662" y="5253"/>
                  </a:lnTo>
                  <a:lnTo>
                    <a:pt x="24334" y="4726"/>
                  </a:lnTo>
                  <a:cubicBezTo>
                    <a:pt x="24316" y="4721"/>
                    <a:pt x="24299" y="4719"/>
                    <a:pt x="24281" y="4719"/>
                  </a:cubicBezTo>
                  <a:cubicBezTo>
                    <a:pt x="24164" y="4719"/>
                    <a:pt x="24040" y="4803"/>
                    <a:pt x="24012" y="4886"/>
                  </a:cubicBezTo>
                  <a:cubicBezTo>
                    <a:pt x="23948" y="5015"/>
                    <a:pt x="24012" y="5176"/>
                    <a:pt x="24141" y="5240"/>
                  </a:cubicBezTo>
                  <a:cubicBezTo>
                    <a:pt x="24141" y="5240"/>
                    <a:pt x="24269" y="5304"/>
                    <a:pt x="24494" y="5433"/>
                  </a:cubicBezTo>
                  <a:cubicBezTo>
                    <a:pt x="24816" y="5626"/>
                    <a:pt x="25298" y="5915"/>
                    <a:pt x="25716" y="6204"/>
                  </a:cubicBezTo>
                  <a:cubicBezTo>
                    <a:pt x="25941" y="6365"/>
                    <a:pt x="26134" y="6494"/>
                    <a:pt x="26294" y="6622"/>
                  </a:cubicBezTo>
                  <a:cubicBezTo>
                    <a:pt x="26359" y="6686"/>
                    <a:pt x="26423" y="6719"/>
                    <a:pt x="26455" y="6783"/>
                  </a:cubicBezTo>
                  <a:lnTo>
                    <a:pt x="26519" y="6815"/>
                  </a:lnTo>
                  <a:lnTo>
                    <a:pt x="26519" y="6847"/>
                  </a:lnTo>
                  <a:cubicBezTo>
                    <a:pt x="26552" y="6944"/>
                    <a:pt x="26584" y="7008"/>
                    <a:pt x="26584" y="7072"/>
                  </a:cubicBezTo>
                  <a:cubicBezTo>
                    <a:pt x="26584" y="7104"/>
                    <a:pt x="26552" y="7136"/>
                    <a:pt x="26552" y="7169"/>
                  </a:cubicBezTo>
                  <a:cubicBezTo>
                    <a:pt x="26519" y="7233"/>
                    <a:pt x="26455" y="7265"/>
                    <a:pt x="26359" y="7297"/>
                  </a:cubicBezTo>
                  <a:lnTo>
                    <a:pt x="26328" y="7312"/>
                  </a:lnTo>
                  <a:lnTo>
                    <a:pt x="26328" y="7312"/>
                  </a:lnTo>
                  <a:lnTo>
                    <a:pt x="23363" y="5769"/>
                  </a:lnTo>
                  <a:lnTo>
                    <a:pt x="23363" y="5769"/>
                  </a:lnTo>
                  <a:cubicBezTo>
                    <a:pt x="23326" y="5743"/>
                    <a:pt x="23305" y="5727"/>
                    <a:pt x="23305" y="5722"/>
                  </a:cubicBezTo>
                  <a:lnTo>
                    <a:pt x="23297" y="5735"/>
                  </a:lnTo>
                  <a:lnTo>
                    <a:pt x="23297" y="5735"/>
                  </a:lnTo>
                  <a:lnTo>
                    <a:pt x="23273" y="5722"/>
                  </a:lnTo>
                  <a:cubicBezTo>
                    <a:pt x="23237" y="5704"/>
                    <a:pt x="23199" y="5696"/>
                    <a:pt x="23160" y="5696"/>
                  </a:cubicBezTo>
                  <a:cubicBezTo>
                    <a:pt x="23062" y="5696"/>
                    <a:pt x="22966" y="5749"/>
                    <a:pt x="22919" y="5818"/>
                  </a:cubicBezTo>
                  <a:cubicBezTo>
                    <a:pt x="22855" y="5947"/>
                    <a:pt x="22887" y="6108"/>
                    <a:pt x="23016" y="6204"/>
                  </a:cubicBezTo>
                  <a:cubicBezTo>
                    <a:pt x="23016" y="6204"/>
                    <a:pt x="23144" y="6269"/>
                    <a:pt x="23337" y="6397"/>
                  </a:cubicBezTo>
                  <a:cubicBezTo>
                    <a:pt x="23659" y="6590"/>
                    <a:pt x="24109" y="6911"/>
                    <a:pt x="24494" y="7201"/>
                  </a:cubicBezTo>
                  <a:cubicBezTo>
                    <a:pt x="24687" y="7361"/>
                    <a:pt x="24848" y="7522"/>
                    <a:pt x="24976" y="7651"/>
                  </a:cubicBezTo>
                  <a:cubicBezTo>
                    <a:pt x="25041" y="7715"/>
                    <a:pt x="25105" y="7747"/>
                    <a:pt x="25137" y="7811"/>
                  </a:cubicBezTo>
                  <a:lnTo>
                    <a:pt x="25169" y="7844"/>
                  </a:lnTo>
                  <a:lnTo>
                    <a:pt x="25169" y="7876"/>
                  </a:lnTo>
                  <a:lnTo>
                    <a:pt x="25169" y="7908"/>
                  </a:lnTo>
                  <a:lnTo>
                    <a:pt x="25169" y="7940"/>
                  </a:lnTo>
                  <a:cubicBezTo>
                    <a:pt x="25169" y="7972"/>
                    <a:pt x="25137" y="7972"/>
                    <a:pt x="25073" y="8004"/>
                  </a:cubicBezTo>
                  <a:lnTo>
                    <a:pt x="24921" y="8004"/>
                  </a:lnTo>
                  <a:lnTo>
                    <a:pt x="22212" y="6429"/>
                  </a:lnTo>
                  <a:cubicBezTo>
                    <a:pt x="22169" y="6408"/>
                    <a:pt x="22123" y="6397"/>
                    <a:pt x="22078" y="6397"/>
                  </a:cubicBezTo>
                  <a:cubicBezTo>
                    <a:pt x="21987" y="6397"/>
                    <a:pt x="21901" y="6440"/>
                    <a:pt x="21858" y="6526"/>
                  </a:cubicBezTo>
                  <a:cubicBezTo>
                    <a:pt x="21762" y="6654"/>
                    <a:pt x="21794" y="6815"/>
                    <a:pt x="21923" y="6879"/>
                  </a:cubicBezTo>
                  <a:lnTo>
                    <a:pt x="21955" y="6911"/>
                  </a:lnTo>
                  <a:lnTo>
                    <a:pt x="21955" y="6911"/>
                  </a:lnTo>
                  <a:lnTo>
                    <a:pt x="21955" y="6911"/>
                  </a:lnTo>
                  <a:cubicBezTo>
                    <a:pt x="22083" y="7008"/>
                    <a:pt x="22662" y="7522"/>
                    <a:pt x="22951" y="7940"/>
                  </a:cubicBezTo>
                  <a:cubicBezTo>
                    <a:pt x="23016" y="8036"/>
                    <a:pt x="23016" y="8101"/>
                    <a:pt x="23016" y="8101"/>
                  </a:cubicBezTo>
                  <a:lnTo>
                    <a:pt x="22919" y="8069"/>
                  </a:lnTo>
                  <a:cubicBezTo>
                    <a:pt x="22887" y="8036"/>
                    <a:pt x="22823" y="7972"/>
                    <a:pt x="22694" y="7876"/>
                  </a:cubicBezTo>
                  <a:cubicBezTo>
                    <a:pt x="21858" y="7201"/>
                    <a:pt x="19223" y="5111"/>
                    <a:pt x="19223" y="5111"/>
                  </a:cubicBezTo>
                  <a:cubicBezTo>
                    <a:pt x="19158" y="5047"/>
                    <a:pt x="19062" y="5047"/>
                    <a:pt x="18998" y="5047"/>
                  </a:cubicBezTo>
                  <a:cubicBezTo>
                    <a:pt x="18998" y="5047"/>
                    <a:pt x="18130" y="5208"/>
                    <a:pt x="16812" y="5433"/>
                  </a:cubicBezTo>
                  <a:cubicBezTo>
                    <a:pt x="14819" y="5786"/>
                    <a:pt x="11797" y="6301"/>
                    <a:pt x="9065" y="6751"/>
                  </a:cubicBezTo>
                  <a:cubicBezTo>
                    <a:pt x="7715" y="6976"/>
                    <a:pt x="6429" y="7169"/>
                    <a:pt x="5368" y="7297"/>
                  </a:cubicBezTo>
                  <a:cubicBezTo>
                    <a:pt x="4340" y="7458"/>
                    <a:pt x="3504" y="7554"/>
                    <a:pt x="3150" y="7554"/>
                  </a:cubicBezTo>
                  <a:lnTo>
                    <a:pt x="3054" y="7522"/>
                  </a:lnTo>
                  <a:cubicBezTo>
                    <a:pt x="2250" y="7490"/>
                    <a:pt x="1608" y="7169"/>
                    <a:pt x="1157" y="6847"/>
                  </a:cubicBezTo>
                  <a:cubicBezTo>
                    <a:pt x="932" y="6719"/>
                    <a:pt x="772" y="6558"/>
                    <a:pt x="643" y="6429"/>
                  </a:cubicBezTo>
                  <a:cubicBezTo>
                    <a:pt x="612" y="6414"/>
                    <a:pt x="588" y="6391"/>
                    <a:pt x="569" y="6367"/>
                  </a:cubicBezTo>
                  <a:lnTo>
                    <a:pt x="569" y="6367"/>
                  </a:lnTo>
                  <a:lnTo>
                    <a:pt x="1286" y="2250"/>
                  </a:lnTo>
                  <a:lnTo>
                    <a:pt x="3793" y="2829"/>
                  </a:lnTo>
                  <a:lnTo>
                    <a:pt x="3825" y="2829"/>
                  </a:lnTo>
                  <a:lnTo>
                    <a:pt x="19190" y="3376"/>
                  </a:lnTo>
                  <a:cubicBezTo>
                    <a:pt x="19223" y="3376"/>
                    <a:pt x="19287" y="3376"/>
                    <a:pt x="19319" y="3343"/>
                  </a:cubicBezTo>
                  <a:cubicBezTo>
                    <a:pt x="19319" y="3343"/>
                    <a:pt x="19673" y="3118"/>
                    <a:pt x="20058" y="2893"/>
                  </a:cubicBezTo>
                  <a:cubicBezTo>
                    <a:pt x="20444" y="2636"/>
                    <a:pt x="20894" y="2347"/>
                    <a:pt x="21119" y="2122"/>
                  </a:cubicBezTo>
                  <a:cubicBezTo>
                    <a:pt x="21280" y="1993"/>
                    <a:pt x="21537" y="1736"/>
                    <a:pt x="21826" y="1447"/>
                  </a:cubicBezTo>
                  <a:cubicBezTo>
                    <a:pt x="22083" y="1158"/>
                    <a:pt x="22405" y="868"/>
                    <a:pt x="22630" y="643"/>
                  </a:cubicBezTo>
                  <a:cubicBezTo>
                    <a:pt x="22662" y="579"/>
                    <a:pt x="22759" y="547"/>
                    <a:pt x="22855" y="547"/>
                  </a:cubicBezTo>
                  <a:close/>
                  <a:moveTo>
                    <a:pt x="22855" y="0"/>
                  </a:moveTo>
                  <a:cubicBezTo>
                    <a:pt x="22630" y="0"/>
                    <a:pt x="22405" y="97"/>
                    <a:pt x="22212" y="257"/>
                  </a:cubicBezTo>
                  <a:cubicBezTo>
                    <a:pt x="22019" y="483"/>
                    <a:pt x="21698" y="804"/>
                    <a:pt x="21441" y="1093"/>
                  </a:cubicBezTo>
                  <a:cubicBezTo>
                    <a:pt x="21151" y="1350"/>
                    <a:pt x="20894" y="1608"/>
                    <a:pt x="20766" y="1736"/>
                  </a:cubicBezTo>
                  <a:cubicBezTo>
                    <a:pt x="20605" y="1897"/>
                    <a:pt x="20155" y="2186"/>
                    <a:pt x="19769" y="2443"/>
                  </a:cubicBezTo>
                  <a:cubicBezTo>
                    <a:pt x="19511" y="2594"/>
                    <a:pt x="19281" y="2745"/>
                    <a:pt x="19158" y="2828"/>
                  </a:cubicBezTo>
                  <a:lnTo>
                    <a:pt x="19158" y="2828"/>
                  </a:lnTo>
                  <a:lnTo>
                    <a:pt x="3858" y="2283"/>
                  </a:lnTo>
                  <a:lnTo>
                    <a:pt x="1157" y="1672"/>
                  </a:lnTo>
                  <a:cubicBezTo>
                    <a:pt x="1061" y="1672"/>
                    <a:pt x="997" y="1672"/>
                    <a:pt x="932" y="1704"/>
                  </a:cubicBezTo>
                  <a:cubicBezTo>
                    <a:pt x="868" y="1768"/>
                    <a:pt x="836" y="1833"/>
                    <a:pt x="836" y="1897"/>
                  </a:cubicBezTo>
                  <a:lnTo>
                    <a:pt x="0" y="6397"/>
                  </a:lnTo>
                  <a:cubicBezTo>
                    <a:pt x="0" y="6461"/>
                    <a:pt x="32" y="6558"/>
                    <a:pt x="65" y="6622"/>
                  </a:cubicBezTo>
                  <a:cubicBezTo>
                    <a:pt x="97" y="6622"/>
                    <a:pt x="354" y="6944"/>
                    <a:pt x="868" y="7297"/>
                  </a:cubicBezTo>
                  <a:cubicBezTo>
                    <a:pt x="1383" y="7651"/>
                    <a:pt x="2090" y="8004"/>
                    <a:pt x="3022" y="8069"/>
                  </a:cubicBezTo>
                  <a:lnTo>
                    <a:pt x="3150" y="8069"/>
                  </a:lnTo>
                  <a:cubicBezTo>
                    <a:pt x="3729" y="8069"/>
                    <a:pt x="4983" y="7908"/>
                    <a:pt x="6558" y="7683"/>
                  </a:cubicBezTo>
                  <a:cubicBezTo>
                    <a:pt x="10956" y="7033"/>
                    <a:pt x="17850" y="5787"/>
                    <a:pt x="18945" y="5588"/>
                  </a:cubicBezTo>
                  <a:lnTo>
                    <a:pt x="18945" y="5588"/>
                  </a:lnTo>
                  <a:cubicBezTo>
                    <a:pt x="19176" y="5768"/>
                    <a:pt x="19895" y="6329"/>
                    <a:pt x="20637" y="6911"/>
                  </a:cubicBezTo>
                  <a:cubicBezTo>
                    <a:pt x="21087" y="7265"/>
                    <a:pt x="21537" y="7651"/>
                    <a:pt x="21891" y="7908"/>
                  </a:cubicBezTo>
                  <a:cubicBezTo>
                    <a:pt x="22083" y="8069"/>
                    <a:pt x="22244" y="8197"/>
                    <a:pt x="22341" y="8294"/>
                  </a:cubicBezTo>
                  <a:cubicBezTo>
                    <a:pt x="22469" y="8390"/>
                    <a:pt x="22534" y="8454"/>
                    <a:pt x="22566" y="8486"/>
                  </a:cubicBezTo>
                  <a:cubicBezTo>
                    <a:pt x="22694" y="8583"/>
                    <a:pt x="22855" y="8647"/>
                    <a:pt x="23016" y="8647"/>
                  </a:cubicBezTo>
                  <a:cubicBezTo>
                    <a:pt x="23144" y="8647"/>
                    <a:pt x="23273" y="8615"/>
                    <a:pt x="23369" y="8519"/>
                  </a:cubicBezTo>
                  <a:cubicBezTo>
                    <a:pt x="23498" y="8422"/>
                    <a:pt x="23562" y="8261"/>
                    <a:pt x="23562" y="8101"/>
                  </a:cubicBezTo>
                  <a:cubicBezTo>
                    <a:pt x="23562" y="7998"/>
                    <a:pt x="23536" y="7909"/>
                    <a:pt x="23492" y="7816"/>
                  </a:cubicBezTo>
                  <a:lnTo>
                    <a:pt x="23492" y="7816"/>
                  </a:lnTo>
                  <a:lnTo>
                    <a:pt x="24687" y="8519"/>
                  </a:lnTo>
                  <a:lnTo>
                    <a:pt x="24816" y="8551"/>
                  </a:lnTo>
                  <a:lnTo>
                    <a:pt x="24912" y="8551"/>
                  </a:lnTo>
                  <a:cubicBezTo>
                    <a:pt x="25009" y="8551"/>
                    <a:pt x="25169" y="8551"/>
                    <a:pt x="25330" y="8454"/>
                  </a:cubicBezTo>
                  <a:cubicBezTo>
                    <a:pt x="25427" y="8422"/>
                    <a:pt x="25523" y="8358"/>
                    <a:pt x="25587" y="8261"/>
                  </a:cubicBezTo>
                  <a:cubicBezTo>
                    <a:pt x="25652" y="8165"/>
                    <a:pt x="25716" y="8036"/>
                    <a:pt x="25684" y="7908"/>
                  </a:cubicBezTo>
                  <a:cubicBezTo>
                    <a:pt x="25684" y="7876"/>
                    <a:pt x="25684" y="7811"/>
                    <a:pt x="25684" y="7779"/>
                  </a:cubicBezTo>
                  <a:cubicBezTo>
                    <a:pt x="25664" y="7683"/>
                    <a:pt x="25633" y="7609"/>
                    <a:pt x="25598" y="7545"/>
                  </a:cubicBezTo>
                  <a:lnTo>
                    <a:pt x="25598" y="7545"/>
                  </a:lnTo>
                  <a:lnTo>
                    <a:pt x="26166" y="7844"/>
                  </a:lnTo>
                  <a:cubicBezTo>
                    <a:pt x="26198" y="7860"/>
                    <a:pt x="26230" y="7868"/>
                    <a:pt x="26262" y="7868"/>
                  </a:cubicBezTo>
                  <a:cubicBezTo>
                    <a:pt x="26294" y="7868"/>
                    <a:pt x="26327" y="7860"/>
                    <a:pt x="26359" y="7844"/>
                  </a:cubicBezTo>
                  <a:cubicBezTo>
                    <a:pt x="26359" y="7844"/>
                    <a:pt x="26519" y="7844"/>
                    <a:pt x="26712" y="7715"/>
                  </a:cubicBezTo>
                  <a:cubicBezTo>
                    <a:pt x="26809" y="7683"/>
                    <a:pt x="26905" y="7586"/>
                    <a:pt x="26969" y="7490"/>
                  </a:cubicBezTo>
                  <a:cubicBezTo>
                    <a:pt x="27066" y="7361"/>
                    <a:pt x="27130" y="7233"/>
                    <a:pt x="27098" y="7072"/>
                  </a:cubicBezTo>
                  <a:cubicBezTo>
                    <a:pt x="27098" y="6911"/>
                    <a:pt x="27066" y="6751"/>
                    <a:pt x="27002" y="6622"/>
                  </a:cubicBezTo>
                  <a:cubicBezTo>
                    <a:pt x="26937" y="6494"/>
                    <a:pt x="26873" y="6429"/>
                    <a:pt x="26777" y="6333"/>
                  </a:cubicBezTo>
                  <a:cubicBezTo>
                    <a:pt x="26550" y="6129"/>
                    <a:pt x="26197" y="5878"/>
                    <a:pt x="25829" y="5635"/>
                  </a:cubicBezTo>
                  <a:lnTo>
                    <a:pt x="25829" y="5635"/>
                  </a:lnTo>
                  <a:lnTo>
                    <a:pt x="26648" y="5818"/>
                  </a:lnTo>
                  <a:cubicBezTo>
                    <a:pt x="26680" y="5818"/>
                    <a:pt x="26744" y="5818"/>
                    <a:pt x="26809" y="5786"/>
                  </a:cubicBezTo>
                  <a:cubicBezTo>
                    <a:pt x="26841" y="5786"/>
                    <a:pt x="26937" y="5722"/>
                    <a:pt x="27034" y="5626"/>
                  </a:cubicBezTo>
                  <a:cubicBezTo>
                    <a:pt x="27098" y="5561"/>
                    <a:pt x="27162" y="5497"/>
                    <a:pt x="27227" y="5401"/>
                  </a:cubicBezTo>
                  <a:cubicBezTo>
                    <a:pt x="27259" y="5336"/>
                    <a:pt x="27291" y="5208"/>
                    <a:pt x="27291" y="5079"/>
                  </a:cubicBezTo>
                  <a:cubicBezTo>
                    <a:pt x="27291" y="4951"/>
                    <a:pt x="27227" y="4790"/>
                    <a:pt x="27130" y="4629"/>
                  </a:cubicBezTo>
                  <a:cubicBezTo>
                    <a:pt x="27002" y="4501"/>
                    <a:pt x="26841" y="4372"/>
                    <a:pt x="26616" y="4243"/>
                  </a:cubicBezTo>
                  <a:cubicBezTo>
                    <a:pt x="26552" y="4211"/>
                    <a:pt x="26423" y="4147"/>
                    <a:pt x="26262" y="4083"/>
                  </a:cubicBezTo>
                  <a:cubicBezTo>
                    <a:pt x="25413" y="3748"/>
                    <a:pt x="23449" y="3042"/>
                    <a:pt x="22701" y="2774"/>
                  </a:cubicBezTo>
                  <a:lnTo>
                    <a:pt x="22701" y="2774"/>
                  </a:lnTo>
                  <a:lnTo>
                    <a:pt x="23594" y="1286"/>
                  </a:lnTo>
                  <a:cubicBezTo>
                    <a:pt x="23659" y="1158"/>
                    <a:pt x="23691" y="997"/>
                    <a:pt x="23691" y="868"/>
                  </a:cubicBezTo>
                  <a:cubicBezTo>
                    <a:pt x="23691" y="579"/>
                    <a:pt x="23562" y="290"/>
                    <a:pt x="23305" y="129"/>
                  </a:cubicBezTo>
                  <a:cubicBezTo>
                    <a:pt x="23176" y="32"/>
                    <a:pt x="23016" y="0"/>
                    <a:pt x="228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62"/>
            <p:cNvSpPr/>
            <p:nvPr/>
          </p:nvSpPr>
          <p:spPr>
            <a:xfrm>
              <a:off x="1661925" y="2524225"/>
              <a:ext cx="708000" cy="1228100"/>
            </a:xfrm>
            <a:custGeom>
              <a:avLst/>
              <a:gdLst/>
              <a:ahLst/>
              <a:cxnLst/>
              <a:rect l="l" t="t" r="r" b="b"/>
              <a:pathLst>
                <a:path w="28320" h="49124" extrusionOk="0">
                  <a:moveTo>
                    <a:pt x="18530" y="1"/>
                  </a:moveTo>
                  <a:cubicBezTo>
                    <a:pt x="17262" y="1"/>
                    <a:pt x="15934" y="417"/>
                    <a:pt x="15751" y="939"/>
                  </a:cubicBezTo>
                  <a:cubicBezTo>
                    <a:pt x="15526" y="1550"/>
                    <a:pt x="15108" y="3447"/>
                    <a:pt x="15366" y="7722"/>
                  </a:cubicBezTo>
                  <a:cubicBezTo>
                    <a:pt x="15623" y="11965"/>
                    <a:pt x="15591" y="17429"/>
                    <a:pt x="15591" y="17429"/>
                  </a:cubicBezTo>
                  <a:cubicBezTo>
                    <a:pt x="15591" y="17429"/>
                    <a:pt x="13598" y="21737"/>
                    <a:pt x="12923" y="23280"/>
                  </a:cubicBezTo>
                  <a:cubicBezTo>
                    <a:pt x="12248" y="24823"/>
                    <a:pt x="1" y="43499"/>
                    <a:pt x="1" y="43499"/>
                  </a:cubicBezTo>
                  <a:lnTo>
                    <a:pt x="10158" y="49124"/>
                  </a:lnTo>
                  <a:cubicBezTo>
                    <a:pt x="10158" y="49124"/>
                    <a:pt x="13694" y="45620"/>
                    <a:pt x="15366" y="44206"/>
                  </a:cubicBezTo>
                  <a:cubicBezTo>
                    <a:pt x="17069" y="42759"/>
                    <a:pt x="28320" y="28294"/>
                    <a:pt x="28159" y="27394"/>
                  </a:cubicBezTo>
                  <a:cubicBezTo>
                    <a:pt x="27998" y="26494"/>
                    <a:pt x="23305" y="21608"/>
                    <a:pt x="23305" y="21608"/>
                  </a:cubicBezTo>
                  <a:cubicBezTo>
                    <a:pt x="23305" y="21608"/>
                    <a:pt x="22437" y="9265"/>
                    <a:pt x="22341" y="8879"/>
                  </a:cubicBezTo>
                  <a:cubicBezTo>
                    <a:pt x="22244" y="8493"/>
                    <a:pt x="20669" y="521"/>
                    <a:pt x="20669" y="521"/>
                  </a:cubicBezTo>
                  <a:cubicBezTo>
                    <a:pt x="20669" y="521"/>
                    <a:pt x="20830" y="361"/>
                    <a:pt x="19384" y="71"/>
                  </a:cubicBezTo>
                  <a:cubicBezTo>
                    <a:pt x="19112" y="23"/>
                    <a:pt x="18823" y="1"/>
                    <a:pt x="185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62"/>
            <p:cNvSpPr/>
            <p:nvPr/>
          </p:nvSpPr>
          <p:spPr>
            <a:xfrm>
              <a:off x="1745500" y="2526000"/>
              <a:ext cx="524775" cy="1109800"/>
            </a:xfrm>
            <a:custGeom>
              <a:avLst/>
              <a:gdLst/>
              <a:ahLst/>
              <a:cxnLst/>
              <a:rect l="l" t="t" r="r" b="b"/>
              <a:pathLst>
                <a:path w="20991" h="44392" extrusionOk="0">
                  <a:moveTo>
                    <a:pt x="14144" y="0"/>
                  </a:moveTo>
                  <a:lnTo>
                    <a:pt x="14144" y="0"/>
                  </a:lnTo>
                  <a:cubicBezTo>
                    <a:pt x="13276" y="161"/>
                    <a:pt x="12537" y="483"/>
                    <a:pt x="12408" y="868"/>
                  </a:cubicBezTo>
                  <a:cubicBezTo>
                    <a:pt x="12183" y="1479"/>
                    <a:pt x="11765" y="3376"/>
                    <a:pt x="12023" y="7651"/>
                  </a:cubicBezTo>
                  <a:cubicBezTo>
                    <a:pt x="12280" y="11894"/>
                    <a:pt x="12248" y="17358"/>
                    <a:pt x="12248" y="17358"/>
                  </a:cubicBezTo>
                  <a:cubicBezTo>
                    <a:pt x="12248" y="17358"/>
                    <a:pt x="12119" y="17712"/>
                    <a:pt x="11862" y="18194"/>
                  </a:cubicBezTo>
                  <a:lnTo>
                    <a:pt x="12087" y="20219"/>
                  </a:lnTo>
                  <a:lnTo>
                    <a:pt x="1" y="39892"/>
                  </a:lnTo>
                  <a:lnTo>
                    <a:pt x="7137" y="44392"/>
                  </a:lnTo>
                  <a:lnTo>
                    <a:pt x="17359" y="34009"/>
                  </a:lnTo>
                  <a:lnTo>
                    <a:pt x="18580" y="36227"/>
                  </a:lnTo>
                  <a:cubicBezTo>
                    <a:pt x="19416" y="35166"/>
                    <a:pt x="20219" y="34074"/>
                    <a:pt x="20991" y="33045"/>
                  </a:cubicBezTo>
                  <a:cubicBezTo>
                    <a:pt x="20444" y="28995"/>
                    <a:pt x="20027" y="25234"/>
                    <a:pt x="20316" y="24559"/>
                  </a:cubicBezTo>
                  <a:cubicBezTo>
                    <a:pt x="20927" y="22984"/>
                    <a:pt x="19544" y="21762"/>
                    <a:pt x="17680" y="20219"/>
                  </a:cubicBezTo>
                  <a:cubicBezTo>
                    <a:pt x="15816" y="18644"/>
                    <a:pt x="16555" y="16651"/>
                    <a:pt x="16555" y="16651"/>
                  </a:cubicBezTo>
                  <a:lnTo>
                    <a:pt x="14112" y="14015"/>
                  </a:lnTo>
                  <a:cubicBezTo>
                    <a:pt x="14112" y="14015"/>
                    <a:pt x="14273" y="5497"/>
                    <a:pt x="14112" y="2090"/>
                  </a:cubicBezTo>
                  <a:cubicBezTo>
                    <a:pt x="14080" y="1543"/>
                    <a:pt x="14112" y="836"/>
                    <a:pt x="141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62"/>
            <p:cNvSpPr/>
            <p:nvPr/>
          </p:nvSpPr>
          <p:spPr>
            <a:xfrm>
              <a:off x="1745500" y="2598325"/>
              <a:ext cx="511925" cy="1037475"/>
            </a:xfrm>
            <a:custGeom>
              <a:avLst/>
              <a:gdLst/>
              <a:ahLst/>
              <a:cxnLst/>
              <a:rect l="l" t="t" r="r" b="b"/>
              <a:pathLst>
                <a:path w="20477" h="41499" extrusionOk="0">
                  <a:moveTo>
                    <a:pt x="14144" y="0"/>
                  </a:moveTo>
                  <a:cubicBezTo>
                    <a:pt x="13566" y="129"/>
                    <a:pt x="13083" y="290"/>
                    <a:pt x="12633" y="483"/>
                  </a:cubicBezTo>
                  <a:lnTo>
                    <a:pt x="12601" y="483"/>
                  </a:lnTo>
                  <a:cubicBezTo>
                    <a:pt x="12473" y="515"/>
                    <a:pt x="12376" y="579"/>
                    <a:pt x="12248" y="643"/>
                  </a:cubicBezTo>
                  <a:cubicBezTo>
                    <a:pt x="12215" y="1093"/>
                    <a:pt x="12215" y="1608"/>
                    <a:pt x="12215" y="2186"/>
                  </a:cubicBezTo>
                  <a:cubicBezTo>
                    <a:pt x="12215" y="2926"/>
                    <a:pt x="12215" y="3761"/>
                    <a:pt x="12280" y="4726"/>
                  </a:cubicBezTo>
                  <a:cubicBezTo>
                    <a:pt x="12505" y="8037"/>
                    <a:pt x="12537" y="12087"/>
                    <a:pt x="12537" y="13726"/>
                  </a:cubicBezTo>
                  <a:cubicBezTo>
                    <a:pt x="12537" y="14208"/>
                    <a:pt x="12537" y="14498"/>
                    <a:pt x="12537" y="14498"/>
                  </a:cubicBezTo>
                  <a:lnTo>
                    <a:pt x="12505" y="14594"/>
                  </a:lnTo>
                  <a:cubicBezTo>
                    <a:pt x="12505" y="14594"/>
                    <a:pt x="12376" y="14851"/>
                    <a:pt x="12183" y="15301"/>
                  </a:cubicBezTo>
                  <a:cubicBezTo>
                    <a:pt x="12087" y="15430"/>
                    <a:pt x="12023" y="15623"/>
                    <a:pt x="11926" y="15815"/>
                  </a:cubicBezTo>
                  <a:lnTo>
                    <a:pt x="12087" y="17326"/>
                  </a:lnTo>
                  <a:lnTo>
                    <a:pt x="1" y="36999"/>
                  </a:lnTo>
                  <a:lnTo>
                    <a:pt x="7137" y="41499"/>
                  </a:lnTo>
                  <a:lnTo>
                    <a:pt x="16973" y="31534"/>
                  </a:lnTo>
                  <a:cubicBezTo>
                    <a:pt x="16941" y="31502"/>
                    <a:pt x="16941" y="31502"/>
                    <a:pt x="16941" y="31502"/>
                  </a:cubicBezTo>
                  <a:cubicBezTo>
                    <a:pt x="16362" y="30538"/>
                    <a:pt x="15976" y="29895"/>
                    <a:pt x="15944" y="29863"/>
                  </a:cubicBezTo>
                  <a:lnTo>
                    <a:pt x="20477" y="25877"/>
                  </a:lnTo>
                  <a:cubicBezTo>
                    <a:pt x="20316" y="24462"/>
                    <a:pt x="20219" y="23273"/>
                    <a:pt x="20219" y="22502"/>
                  </a:cubicBezTo>
                  <a:cubicBezTo>
                    <a:pt x="20219" y="22084"/>
                    <a:pt x="20252" y="21794"/>
                    <a:pt x="20316" y="21666"/>
                  </a:cubicBezTo>
                  <a:cubicBezTo>
                    <a:pt x="20412" y="21409"/>
                    <a:pt x="20444" y="21151"/>
                    <a:pt x="20444" y="20926"/>
                  </a:cubicBezTo>
                  <a:cubicBezTo>
                    <a:pt x="20477" y="19673"/>
                    <a:pt x="19223" y="18612"/>
                    <a:pt x="17680" y="17326"/>
                  </a:cubicBezTo>
                  <a:cubicBezTo>
                    <a:pt x="16651" y="16458"/>
                    <a:pt x="16426" y="15462"/>
                    <a:pt x="16426" y="14723"/>
                  </a:cubicBezTo>
                  <a:cubicBezTo>
                    <a:pt x="16426" y="14144"/>
                    <a:pt x="16555" y="13758"/>
                    <a:pt x="16555" y="13758"/>
                  </a:cubicBezTo>
                  <a:lnTo>
                    <a:pt x="14112" y="11122"/>
                  </a:lnTo>
                  <a:cubicBezTo>
                    <a:pt x="14112" y="11122"/>
                    <a:pt x="14176" y="7329"/>
                    <a:pt x="14176" y="3793"/>
                  </a:cubicBezTo>
                  <a:cubicBezTo>
                    <a:pt x="14176" y="2411"/>
                    <a:pt x="14176" y="1061"/>
                    <a:pt x="141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62"/>
            <p:cNvSpPr/>
            <p:nvPr/>
          </p:nvSpPr>
          <p:spPr>
            <a:xfrm>
              <a:off x="1655500" y="2517150"/>
              <a:ext cx="716850" cy="1242100"/>
            </a:xfrm>
            <a:custGeom>
              <a:avLst/>
              <a:gdLst/>
              <a:ahLst/>
              <a:cxnLst/>
              <a:rect l="l" t="t" r="r" b="b"/>
              <a:pathLst>
                <a:path w="28674" h="49684" extrusionOk="0">
                  <a:moveTo>
                    <a:pt x="18741" y="547"/>
                  </a:moveTo>
                  <a:cubicBezTo>
                    <a:pt x="19062" y="547"/>
                    <a:pt x="19319" y="579"/>
                    <a:pt x="19608" y="612"/>
                  </a:cubicBezTo>
                  <a:cubicBezTo>
                    <a:pt x="20155" y="740"/>
                    <a:pt x="20476" y="837"/>
                    <a:pt x="20605" y="901"/>
                  </a:cubicBezTo>
                  <a:lnTo>
                    <a:pt x="20680" y="926"/>
                  </a:lnTo>
                  <a:lnTo>
                    <a:pt x="20680" y="926"/>
                  </a:lnTo>
                  <a:cubicBezTo>
                    <a:pt x="20746" y="1266"/>
                    <a:pt x="21097" y="3063"/>
                    <a:pt x="21473" y="4887"/>
                  </a:cubicBezTo>
                  <a:cubicBezTo>
                    <a:pt x="21666" y="5915"/>
                    <a:pt x="21859" y="6944"/>
                    <a:pt x="22019" y="7748"/>
                  </a:cubicBezTo>
                  <a:cubicBezTo>
                    <a:pt x="22116" y="8133"/>
                    <a:pt x="22180" y="8487"/>
                    <a:pt x="22244" y="8744"/>
                  </a:cubicBezTo>
                  <a:cubicBezTo>
                    <a:pt x="22276" y="9001"/>
                    <a:pt x="22309" y="9162"/>
                    <a:pt x="22341" y="9226"/>
                  </a:cubicBezTo>
                  <a:cubicBezTo>
                    <a:pt x="22341" y="9226"/>
                    <a:pt x="22341" y="9323"/>
                    <a:pt x="22373" y="9419"/>
                  </a:cubicBezTo>
                  <a:cubicBezTo>
                    <a:pt x="22469" y="10319"/>
                    <a:pt x="22694" y="13469"/>
                    <a:pt x="22887" y="16362"/>
                  </a:cubicBezTo>
                  <a:cubicBezTo>
                    <a:pt x="22984" y="17809"/>
                    <a:pt x="23080" y="19191"/>
                    <a:pt x="23177" y="20220"/>
                  </a:cubicBezTo>
                  <a:cubicBezTo>
                    <a:pt x="23241" y="21248"/>
                    <a:pt x="23273" y="21923"/>
                    <a:pt x="23273" y="21923"/>
                  </a:cubicBezTo>
                  <a:cubicBezTo>
                    <a:pt x="23273" y="21988"/>
                    <a:pt x="23305" y="22052"/>
                    <a:pt x="23369" y="22084"/>
                  </a:cubicBezTo>
                  <a:cubicBezTo>
                    <a:pt x="23369" y="22084"/>
                    <a:pt x="23659" y="22373"/>
                    <a:pt x="24077" y="22856"/>
                  </a:cubicBezTo>
                  <a:cubicBezTo>
                    <a:pt x="24752" y="23563"/>
                    <a:pt x="25748" y="24656"/>
                    <a:pt x="26584" y="25620"/>
                  </a:cubicBezTo>
                  <a:cubicBezTo>
                    <a:pt x="27034" y="26134"/>
                    <a:pt x="27387" y="26584"/>
                    <a:pt x="27677" y="26970"/>
                  </a:cubicBezTo>
                  <a:cubicBezTo>
                    <a:pt x="27837" y="27163"/>
                    <a:pt x="27934" y="27324"/>
                    <a:pt x="28030" y="27452"/>
                  </a:cubicBezTo>
                  <a:cubicBezTo>
                    <a:pt x="28080" y="27576"/>
                    <a:pt x="28129" y="27662"/>
                    <a:pt x="28150" y="27709"/>
                  </a:cubicBezTo>
                  <a:lnTo>
                    <a:pt x="28127" y="27709"/>
                  </a:lnTo>
                  <a:cubicBezTo>
                    <a:pt x="28127" y="27742"/>
                    <a:pt x="28062" y="27870"/>
                    <a:pt x="27998" y="28031"/>
                  </a:cubicBezTo>
                  <a:cubicBezTo>
                    <a:pt x="27645" y="28706"/>
                    <a:pt x="26777" y="29992"/>
                    <a:pt x="25652" y="31535"/>
                  </a:cubicBezTo>
                  <a:cubicBezTo>
                    <a:pt x="23948" y="33849"/>
                    <a:pt x="21698" y="36806"/>
                    <a:pt x="19705" y="39281"/>
                  </a:cubicBezTo>
                  <a:cubicBezTo>
                    <a:pt x="18708" y="40535"/>
                    <a:pt x="17776" y="41660"/>
                    <a:pt x="17037" y="42560"/>
                  </a:cubicBezTo>
                  <a:cubicBezTo>
                    <a:pt x="16298" y="43428"/>
                    <a:pt x="15719" y="44039"/>
                    <a:pt x="15462" y="44264"/>
                  </a:cubicBezTo>
                  <a:cubicBezTo>
                    <a:pt x="13957" y="45541"/>
                    <a:pt x="11024" y="48423"/>
                    <a:pt x="10359" y="49079"/>
                  </a:cubicBezTo>
                  <a:lnTo>
                    <a:pt x="10359" y="49079"/>
                  </a:lnTo>
                  <a:lnTo>
                    <a:pt x="627" y="43690"/>
                  </a:lnTo>
                  <a:lnTo>
                    <a:pt x="627" y="43690"/>
                  </a:lnTo>
                  <a:cubicBezTo>
                    <a:pt x="1267" y="42712"/>
                    <a:pt x="3940" y="38627"/>
                    <a:pt x="6686" y="34395"/>
                  </a:cubicBezTo>
                  <a:cubicBezTo>
                    <a:pt x="8262" y="31985"/>
                    <a:pt x="9869" y="29509"/>
                    <a:pt x="11090" y="27517"/>
                  </a:cubicBezTo>
                  <a:cubicBezTo>
                    <a:pt x="11733" y="26552"/>
                    <a:pt x="12247" y="25684"/>
                    <a:pt x="12665" y="25009"/>
                  </a:cubicBezTo>
                  <a:cubicBezTo>
                    <a:pt x="13051" y="24366"/>
                    <a:pt x="13308" y="23916"/>
                    <a:pt x="13437" y="23691"/>
                  </a:cubicBezTo>
                  <a:cubicBezTo>
                    <a:pt x="13758" y="22920"/>
                    <a:pt x="14433" y="21441"/>
                    <a:pt x="15012" y="20188"/>
                  </a:cubicBezTo>
                  <a:cubicBezTo>
                    <a:pt x="15301" y="19545"/>
                    <a:pt x="15590" y="18966"/>
                    <a:pt x="15783" y="18548"/>
                  </a:cubicBezTo>
                  <a:cubicBezTo>
                    <a:pt x="15976" y="18098"/>
                    <a:pt x="16105" y="17841"/>
                    <a:pt x="16105" y="17841"/>
                  </a:cubicBezTo>
                  <a:lnTo>
                    <a:pt x="16137" y="17745"/>
                  </a:lnTo>
                  <a:cubicBezTo>
                    <a:pt x="16137" y="17745"/>
                    <a:pt x="16137" y="17455"/>
                    <a:pt x="16137" y="16973"/>
                  </a:cubicBezTo>
                  <a:cubicBezTo>
                    <a:pt x="16137" y="15334"/>
                    <a:pt x="16105" y="11284"/>
                    <a:pt x="15880" y="7973"/>
                  </a:cubicBezTo>
                  <a:cubicBezTo>
                    <a:pt x="15815" y="7008"/>
                    <a:pt x="15815" y="6173"/>
                    <a:pt x="15815" y="5433"/>
                  </a:cubicBezTo>
                  <a:cubicBezTo>
                    <a:pt x="15815" y="2958"/>
                    <a:pt x="16105" y="1737"/>
                    <a:pt x="16265" y="1287"/>
                  </a:cubicBezTo>
                  <a:cubicBezTo>
                    <a:pt x="16265" y="1254"/>
                    <a:pt x="16330" y="1158"/>
                    <a:pt x="16490" y="1062"/>
                  </a:cubicBezTo>
                  <a:cubicBezTo>
                    <a:pt x="16683" y="933"/>
                    <a:pt x="17037" y="804"/>
                    <a:pt x="17455" y="708"/>
                  </a:cubicBezTo>
                  <a:cubicBezTo>
                    <a:pt x="17841" y="612"/>
                    <a:pt x="18291" y="547"/>
                    <a:pt x="18741" y="547"/>
                  </a:cubicBezTo>
                  <a:close/>
                  <a:moveTo>
                    <a:pt x="18741" y="1"/>
                  </a:moveTo>
                  <a:cubicBezTo>
                    <a:pt x="18098" y="1"/>
                    <a:pt x="17423" y="129"/>
                    <a:pt x="16908" y="290"/>
                  </a:cubicBezTo>
                  <a:cubicBezTo>
                    <a:pt x="16619" y="387"/>
                    <a:pt x="16394" y="483"/>
                    <a:pt x="16201" y="612"/>
                  </a:cubicBezTo>
                  <a:cubicBezTo>
                    <a:pt x="16008" y="772"/>
                    <a:pt x="15848" y="901"/>
                    <a:pt x="15751" y="1126"/>
                  </a:cubicBezTo>
                  <a:cubicBezTo>
                    <a:pt x="15558" y="1640"/>
                    <a:pt x="15269" y="2926"/>
                    <a:pt x="15269" y="5433"/>
                  </a:cubicBezTo>
                  <a:cubicBezTo>
                    <a:pt x="15269" y="6173"/>
                    <a:pt x="15301" y="7040"/>
                    <a:pt x="15365" y="8005"/>
                  </a:cubicBezTo>
                  <a:cubicBezTo>
                    <a:pt x="15558" y="11316"/>
                    <a:pt x="15590" y="15334"/>
                    <a:pt x="15590" y="16973"/>
                  </a:cubicBezTo>
                  <a:cubicBezTo>
                    <a:pt x="15590" y="17362"/>
                    <a:pt x="15590" y="17605"/>
                    <a:pt x="15590" y="17684"/>
                  </a:cubicBezTo>
                  <a:lnTo>
                    <a:pt x="15590" y="17684"/>
                  </a:lnTo>
                  <a:cubicBezTo>
                    <a:pt x="15329" y="18236"/>
                    <a:pt x="13547" y="22008"/>
                    <a:pt x="12922" y="23466"/>
                  </a:cubicBezTo>
                  <a:cubicBezTo>
                    <a:pt x="12858" y="23627"/>
                    <a:pt x="12601" y="24109"/>
                    <a:pt x="12215" y="24752"/>
                  </a:cubicBezTo>
                  <a:cubicBezTo>
                    <a:pt x="10801" y="27034"/>
                    <a:pt x="7779" y="31760"/>
                    <a:pt x="5079" y="35906"/>
                  </a:cubicBezTo>
                  <a:cubicBezTo>
                    <a:pt x="3729" y="37996"/>
                    <a:pt x="2476" y="39924"/>
                    <a:pt x="1543" y="41339"/>
                  </a:cubicBezTo>
                  <a:cubicBezTo>
                    <a:pt x="1093" y="42046"/>
                    <a:pt x="708" y="42624"/>
                    <a:pt x="450" y="43010"/>
                  </a:cubicBezTo>
                  <a:cubicBezTo>
                    <a:pt x="193" y="43396"/>
                    <a:pt x="33" y="43621"/>
                    <a:pt x="33" y="43621"/>
                  </a:cubicBezTo>
                  <a:cubicBezTo>
                    <a:pt x="0" y="43685"/>
                    <a:pt x="0" y="43782"/>
                    <a:pt x="0" y="43846"/>
                  </a:cubicBezTo>
                  <a:cubicBezTo>
                    <a:pt x="33" y="43910"/>
                    <a:pt x="65" y="43974"/>
                    <a:pt x="129" y="44007"/>
                  </a:cubicBezTo>
                  <a:lnTo>
                    <a:pt x="10287" y="49664"/>
                  </a:lnTo>
                  <a:cubicBezTo>
                    <a:pt x="10322" y="49676"/>
                    <a:pt x="10362" y="49683"/>
                    <a:pt x="10402" y="49683"/>
                  </a:cubicBezTo>
                  <a:cubicBezTo>
                    <a:pt x="10473" y="49683"/>
                    <a:pt x="10547" y="49661"/>
                    <a:pt x="10608" y="49600"/>
                  </a:cubicBezTo>
                  <a:cubicBezTo>
                    <a:pt x="10608" y="49600"/>
                    <a:pt x="10833" y="49375"/>
                    <a:pt x="11187" y="49021"/>
                  </a:cubicBezTo>
                  <a:cubicBezTo>
                    <a:pt x="12247" y="47993"/>
                    <a:pt x="14562" y="45742"/>
                    <a:pt x="15815" y="44682"/>
                  </a:cubicBezTo>
                  <a:cubicBezTo>
                    <a:pt x="16040" y="44489"/>
                    <a:pt x="16394" y="44103"/>
                    <a:pt x="16876" y="43557"/>
                  </a:cubicBezTo>
                  <a:cubicBezTo>
                    <a:pt x="18516" y="41724"/>
                    <a:pt x="21441" y="38028"/>
                    <a:pt x="23980" y="34685"/>
                  </a:cubicBezTo>
                  <a:cubicBezTo>
                    <a:pt x="25234" y="33013"/>
                    <a:pt x="26391" y="31406"/>
                    <a:pt x="27259" y="30184"/>
                  </a:cubicBezTo>
                  <a:cubicBezTo>
                    <a:pt x="27677" y="29574"/>
                    <a:pt x="28030" y="29027"/>
                    <a:pt x="28255" y="28642"/>
                  </a:cubicBezTo>
                  <a:cubicBezTo>
                    <a:pt x="28384" y="28417"/>
                    <a:pt x="28480" y="28256"/>
                    <a:pt x="28545" y="28095"/>
                  </a:cubicBezTo>
                  <a:cubicBezTo>
                    <a:pt x="28577" y="28031"/>
                    <a:pt x="28609" y="27967"/>
                    <a:pt x="28641" y="27902"/>
                  </a:cubicBezTo>
                  <a:cubicBezTo>
                    <a:pt x="28673" y="27838"/>
                    <a:pt x="28673" y="27774"/>
                    <a:pt x="28673" y="27709"/>
                  </a:cubicBezTo>
                  <a:lnTo>
                    <a:pt x="28673" y="27645"/>
                  </a:lnTo>
                  <a:cubicBezTo>
                    <a:pt x="28641" y="27452"/>
                    <a:pt x="28512" y="27259"/>
                    <a:pt x="28384" y="27034"/>
                  </a:cubicBezTo>
                  <a:cubicBezTo>
                    <a:pt x="27837" y="26231"/>
                    <a:pt x="26712" y="24913"/>
                    <a:pt x="25684" y="23788"/>
                  </a:cubicBezTo>
                  <a:cubicBezTo>
                    <a:pt x="24804" y="22826"/>
                    <a:pt x="24019" y="21982"/>
                    <a:pt x="23810" y="21757"/>
                  </a:cubicBezTo>
                  <a:lnTo>
                    <a:pt x="23810" y="21757"/>
                  </a:lnTo>
                  <a:cubicBezTo>
                    <a:pt x="23764" y="21131"/>
                    <a:pt x="23567" y="18418"/>
                    <a:pt x="23369" y="15655"/>
                  </a:cubicBezTo>
                  <a:cubicBezTo>
                    <a:pt x="23273" y="14080"/>
                    <a:pt x="23144" y="12505"/>
                    <a:pt x="23048" y="11284"/>
                  </a:cubicBezTo>
                  <a:cubicBezTo>
                    <a:pt x="23016" y="10673"/>
                    <a:pt x="22984" y="10158"/>
                    <a:pt x="22919" y="9805"/>
                  </a:cubicBezTo>
                  <a:cubicBezTo>
                    <a:pt x="22919" y="9612"/>
                    <a:pt x="22919" y="9451"/>
                    <a:pt x="22887" y="9355"/>
                  </a:cubicBezTo>
                  <a:cubicBezTo>
                    <a:pt x="22887" y="9291"/>
                    <a:pt x="22887" y="9226"/>
                    <a:pt x="22887" y="9194"/>
                  </a:cubicBezTo>
                  <a:lnTo>
                    <a:pt x="22855" y="9098"/>
                  </a:lnTo>
                  <a:cubicBezTo>
                    <a:pt x="22855" y="9066"/>
                    <a:pt x="22823" y="8873"/>
                    <a:pt x="22759" y="8648"/>
                  </a:cubicBezTo>
                  <a:cubicBezTo>
                    <a:pt x="22566" y="7748"/>
                    <a:pt x="22180" y="5787"/>
                    <a:pt x="21826" y="4019"/>
                  </a:cubicBezTo>
                  <a:cubicBezTo>
                    <a:pt x="21666" y="3151"/>
                    <a:pt x="21505" y="2347"/>
                    <a:pt x="21376" y="1737"/>
                  </a:cubicBezTo>
                  <a:cubicBezTo>
                    <a:pt x="21248" y="1126"/>
                    <a:pt x="21184" y="772"/>
                    <a:pt x="21184" y="772"/>
                  </a:cubicBezTo>
                  <a:lnTo>
                    <a:pt x="21182" y="772"/>
                  </a:lnTo>
                  <a:lnTo>
                    <a:pt x="21182" y="772"/>
                  </a:lnTo>
                  <a:cubicBezTo>
                    <a:pt x="21173" y="660"/>
                    <a:pt x="21114" y="577"/>
                    <a:pt x="21055" y="547"/>
                  </a:cubicBezTo>
                  <a:cubicBezTo>
                    <a:pt x="20959" y="451"/>
                    <a:pt x="20862" y="387"/>
                    <a:pt x="20637" y="322"/>
                  </a:cubicBezTo>
                  <a:cubicBezTo>
                    <a:pt x="20444" y="258"/>
                    <a:pt x="20155" y="194"/>
                    <a:pt x="19705" y="97"/>
                  </a:cubicBezTo>
                  <a:cubicBezTo>
                    <a:pt x="19383" y="33"/>
                    <a:pt x="19062" y="1"/>
                    <a:pt x="187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62"/>
            <p:cNvSpPr/>
            <p:nvPr/>
          </p:nvSpPr>
          <p:spPr>
            <a:xfrm>
              <a:off x="2159350" y="2939125"/>
              <a:ext cx="140675" cy="185600"/>
            </a:xfrm>
            <a:custGeom>
              <a:avLst/>
              <a:gdLst/>
              <a:ahLst/>
              <a:cxnLst/>
              <a:rect l="l" t="t" r="r" b="b"/>
              <a:pathLst>
                <a:path w="5627" h="7424" extrusionOk="0">
                  <a:moveTo>
                    <a:pt x="934" y="0"/>
                  </a:moveTo>
                  <a:cubicBezTo>
                    <a:pt x="442" y="0"/>
                    <a:pt x="1" y="126"/>
                    <a:pt x="1" y="126"/>
                  </a:cubicBezTo>
                  <a:cubicBezTo>
                    <a:pt x="1" y="126"/>
                    <a:pt x="1" y="2859"/>
                    <a:pt x="1319" y="4530"/>
                  </a:cubicBezTo>
                  <a:cubicBezTo>
                    <a:pt x="2637" y="6169"/>
                    <a:pt x="5626" y="7423"/>
                    <a:pt x="5626" y="7423"/>
                  </a:cubicBezTo>
                  <a:cubicBezTo>
                    <a:pt x="5626" y="7423"/>
                    <a:pt x="4726" y="5269"/>
                    <a:pt x="4598" y="4626"/>
                  </a:cubicBezTo>
                  <a:cubicBezTo>
                    <a:pt x="4469" y="3984"/>
                    <a:pt x="3569" y="3534"/>
                    <a:pt x="3055" y="2634"/>
                  </a:cubicBezTo>
                  <a:cubicBezTo>
                    <a:pt x="2540" y="1733"/>
                    <a:pt x="1962" y="319"/>
                    <a:pt x="1962" y="319"/>
                  </a:cubicBezTo>
                  <a:cubicBezTo>
                    <a:pt x="1700" y="71"/>
                    <a:pt x="1302" y="0"/>
                    <a:pt x="9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62"/>
            <p:cNvSpPr/>
            <p:nvPr/>
          </p:nvSpPr>
          <p:spPr>
            <a:xfrm>
              <a:off x="2152925" y="2932625"/>
              <a:ext cx="154325" cy="199000"/>
            </a:xfrm>
            <a:custGeom>
              <a:avLst/>
              <a:gdLst/>
              <a:ahLst/>
              <a:cxnLst/>
              <a:rect l="l" t="t" r="r" b="b"/>
              <a:pathLst>
                <a:path w="6173" h="7960" extrusionOk="0">
                  <a:moveTo>
                    <a:pt x="1158" y="547"/>
                  </a:moveTo>
                  <a:cubicBezTo>
                    <a:pt x="1459" y="547"/>
                    <a:pt x="1789" y="603"/>
                    <a:pt x="1988" y="769"/>
                  </a:cubicBezTo>
                  <a:lnTo>
                    <a:pt x="1988" y="769"/>
                  </a:lnTo>
                  <a:cubicBezTo>
                    <a:pt x="2106" y="1047"/>
                    <a:pt x="2609" y="2207"/>
                    <a:pt x="3087" y="3022"/>
                  </a:cubicBezTo>
                  <a:cubicBezTo>
                    <a:pt x="3376" y="3504"/>
                    <a:pt x="3730" y="3858"/>
                    <a:pt x="4051" y="4179"/>
                  </a:cubicBezTo>
                  <a:cubicBezTo>
                    <a:pt x="4212" y="4308"/>
                    <a:pt x="4340" y="4469"/>
                    <a:pt x="4437" y="4597"/>
                  </a:cubicBezTo>
                  <a:cubicBezTo>
                    <a:pt x="4533" y="4726"/>
                    <a:pt x="4597" y="4822"/>
                    <a:pt x="4597" y="4919"/>
                  </a:cubicBezTo>
                  <a:cubicBezTo>
                    <a:pt x="4630" y="5111"/>
                    <a:pt x="4726" y="5369"/>
                    <a:pt x="4822" y="5690"/>
                  </a:cubicBezTo>
                  <a:cubicBezTo>
                    <a:pt x="4999" y="6166"/>
                    <a:pt x="5223" y="6747"/>
                    <a:pt x="5390" y="7176"/>
                  </a:cubicBezTo>
                  <a:lnTo>
                    <a:pt x="5390" y="7176"/>
                  </a:lnTo>
                  <a:cubicBezTo>
                    <a:pt x="5028" y="6998"/>
                    <a:pt x="4537" y="6740"/>
                    <a:pt x="4019" y="6429"/>
                  </a:cubicBezTo>
                  <a:cubicBezTo>
                    <a:pt x="3183" y="5947"/>
                    <a:pt x="2315" y="5304"/>
                    <a:pt x="1769" y="4597"/>
                  </a:cubicBezTo>
                  <a:cubicBezTo>
                    <a:pt x="1190" y="3858"/>
                    <a:pt x="869" y="2829"/>
                    <a:pt x="708" y="1993"/>
                  </a:cubicBezTo>
                  <a:cubicBezTo>
                    <a:pt x="595" y="1385"/>
                    <a:pt x="562" y="871"/>
                    <a:pt x="552" y="596"/>
                  </a:cubicBezTo>
                  <a:lnTo>
                    <a:pt x="552" y="596"/>
                  </a:lnTo>
                  <a:cubicBezTo>
                    <a:pt x="704" y="570"/>
                    <a:pt x="925" y="547"/>
                    <a:pt x="1158" y="547"/>
                  </a:cubicBezTo>
                  <a:close/>
                  <a:moveTo>
                    <a:pt x="1158" y="1"/>
                  </a:moveTo>
                  <a:cubicBezTo>
                    <a:pt x="644" y="1"/>
                    <a:pt x="226" y="129"/>
                    <a:pt x="194" y="129"/>
                  </a:cubicBezTo>
                  <a:cubicBezTo>
                    <a:pt x="97" y="161"/>
                    <a:pt x="33" y="226"/>
                    <a:pt x="1" y="322"/>
                  </a:cubicBezTo>
                  <a:lnTo>
                    <a:pt x="1" y="386"/>
                  </a:lnTo>
                  <a:cubicBezTo>
                    <a:pt x="1" y="483"/>
                    <a:pt x="1" y="1190"/>
                    <a:pt x="162" y="2090"/>
                  </a:cubicBezTo>
                  <a:cubicBezTo>
                    <a:pt x="354" y="2990"/>
                    <a:pt x="676" y="4083"/>
                    <a:pt x="1351" y="4951"/>
                  </a:cubicBezTo>
                  <a:cubicBezTo>
                    <a:pt x="2058" y="5819"/>
                    <a:pt x="3151" y="6558"/>
                    <a:pt x="4083" y="7104"/>
                  </a:cubicBezTo>
                  <a:cubicBezTo>
                    <a:pt x="5015" y="7619"/>
                    <a:pt x="5787" y="7940"/>
                    <a:pt x="5787" y="7940"/>
                  </a:cubicBezTo>
                  <a:cubicBezTo>
                    <a:pt x="5822" y="7952"/>
                    <a:pt x="5857" y="7959"/>
                    <a:pt x="5893" y="7959"/>
                  </a:cubicBezTo>
                  <a:cubicBezTo>
                    <a:pt x="5954" y="7959"/>
                    <a:pt x="6015" y="7937"/>
                    <a:pt x="6076" y="7876"/>
                  </a:cubicBezTo>
                  <a:cubicBezTo>
                    <a:pt x="6140" y="7812"/>
                    <a:pt x="6173" y="7683"/>
                    <a:pt x="6140" y="7587"/>
                  </a:cubicBezTo>
                  <a:cubicBezTo>
                    <a:pt x="6140" y="7587"/>
                    <a:pt x="5915" y="7040"/>
                    <a:pt x="5690" y="6429"/>
                  </a:cubicBezTo>
                  <a:cubicBezTo>
                    <a:pt x="5562" y="6108"/>
                    <a:pt x="5433" y="5787"/>
                    <a:pt x="5337" y="5497"/>
                  </a:cubicBezTo>
                  <a:cubicBezTo>
                    <a:pt x="5240" y="5208"/>
                    <a:pt x="5144" y="4951"/>
                    <a:pt x="5144" y="4822"/>
                  </a:cubicBezTo>
                  <a:cubicBezTo>
                    <a:pt x="5080" y="4597"/>
                    <a:pt x="4983" y="4436"/>
                    <a:pt x="4855" y="4244"/>
                  </a:cubicBezTo>
                  <a:cubicBezTo>
                    <a:pt x="4469" y="3761"/>
                    <a:pt x="3890" y="3376"/>
                    <a:pt x="3537" y="2765"/>
                  </a:cubicBezTo>
                  <a:cubicBezTo>
                    <a:pt x="3280" y="2315"/>
                    <a:pt x="3022" y="1768"/>
                    <a:pt x="2829" y="1286"/>
                  </a:cubicBezTo>
                  <a:cubicBezTo>
                    <a:pt x="2701" y="1061"/>
                    <a:pt x="2637" y="868"/>
                    <a:pt x="2572" y="708"/>
                  </a:cubicBezTo>
                  <a:cubicBezTo>
                    <a:pt x="2508" y="579"/>
                    <a:pt x="2476" y="483"/>
                    <a:pt x="2476" y="483"/>
                  </a:cubicBezTo>
                  <a:lnTo>
                    <a:pt x="2412" y="386"/>
                  </a:lnTo>
                  <a:cubicBezTo>
                    <a:pt x="2026" y="65"/>
                    <a:pt x="1544" y="1"/>
                    <a:pt x="11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62"/>
            <p:cNvSpPr/>
            <p:nvPr/>
          </p:nvSpPr>
          <p:spPr>
            <a:xfrm>
              <a:off x="2144100" y="3174525"/>
              <a:ext cx="314225" cy="554975"/>
            </a:xfrm>
            <a:custGeom>
              <a:avLst/>
              <a:gdLst/>
              <a:ahLst/>
              <a:cxnLst/>
              <a:rect l="l" t="t" r="r" b="b"/>
              <a:pathLst>
                <a:path w="12569" h="22199" extrusionOk="0">
                  <a:moveTo>
                    <a:pt x="7683" y="0"/>
                  </a:moveTo>
                  <a:lnTo>
                    <a:pt x="0" y="6815"/>
                  </a:lnTo>
                  <a:cubicBezTo>
                    <a:pt x="0" y="6815"/>
                    <a:pt x="3118" y="11861"/>
                    <a:pt x="4565" y="14754"/>
                  </a:cubicBezTo>
                  <a:cubicBezTo>
                    <a:pt x="6043" y="17679"/>
                    <a:pt x="8004" y="21923"/>
                    <a:pt x="9676" y="22180"/>
                  </a:cubicBezTo>
                  <a:cubicBezTo>
                    <a:pt x="9758" y="22192"/>
                    <a:pt x="9839" y="22198"/>
                    <a:pt x="9918" y="22198"/>
                  </a:cubicBezTo>
                  <a:cubicBezTo>
                    <a:pt x="11474" y="22198"/>
                    <a:pt x="12380" y="19885"/>
                    <a:pt x="12472" y="18997"/>
                  </a:cubicBezTo>
                  <a:cubicBezTo>
                    <a:pt x="12569" y="18065"/>
                    <a:pt x="11186" y="16297"/>
                    <a:pt x="10640" y="12504"/>
                  </a:cubicBezTo>
                  <a:cubicBezTo>
                    <a:pt x="10061" y="8711"/>
                    <a:pt x="8872" y="1382"/>
                    <a:pt x="8872" y="1382"/>
                  </a:cubicBezTo>
                  <a:lnTo>
                    <a:pt x="76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62"/>
            <p:cNvSpPr/>
            <p:nvPr/>
          </p:nvSpPr>
          <p:spPr>
            <a:xfrm>
              <a:off x="2144100" y="3245225"/>
              <a:ext cx="167175" cy="374525"/>
            </a:xfrm>
            <a:custGeom>
              <a:avLst/>
              <a:gdLst/>
              <a:ahLst/>
              <a:cxnLst/>
              <a:rect l="l" t="t" r="r" b="b"/>
              <a:pathLst>
                <a:path w="6687" h="14981" extrusionOk="0">
                  <a:moveTo>
                    <a:pt x="4533" y="1"/>
                  </a:moveTo>
                  <a:lnTo>
                    <a:pt x="0" y="3987"/>
                  </a:lnTo>
                  <a:cubicBezTo>
                    <a:pt x="0" y="3987"/>
                    <a:pt x="418" y="4662"/>
                    <a:pt x="1029" y="5658"/>
                  </a:cubicBezTo>
                  <a:lnTo>
                    <a:pt x="1415" y="5240"/>
                  </a:lnTo>
                  <a:lnTo>
                    <a:pt x="6686" y="14980"/>
                  </a:lnTo>
                  <a:cubicBezTo>
                    <a:pt x="6686" y="14980"/>
                    <a:pt x="5143" y="5690"/>
                    <a:pt x="45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62"/>
            <p:cNvSpPr/>
            <p:nvPr/>
          </p:nvSpPr>
          <p:spPr>
            <a:xfrm>
              <a:off x="2169800" y="3376225"/>
              <a:ext cx="141475" cy="243525"/>
            </a:xfrm>
            <a:custGeom>
              <a:avLst/>
              <a:gdLst/>
              <a:ahLst/>
              <a:cxnLst/>
              <a:rect l="l" t="t" r="r" b="b"/>
              <a:pathLst>
                <a:path w="5659" h="9741" extrusionOk="0">
                  <a:moveTo>
                    <a:pt x="5658" y="9740"/>
                  </a:moveTo>
                  <a:lnTo>
                    <a:pt x="387" y="0"/>
                  </a:lnTo>
                  <a:lnTo>
                    <a:pt x="1" y="418"/>
                  </a:lnTo>
                  <a:lnTo>
                    <a:pt x="1" y="418"/>
                  </a:lnTo>
                  <a:lnTo>
                    <a:pt x="387" y="0"/>
                  </a:lnTo>
                  <a:lnTo>
                    <a:pt x="5658" y="9740"/>
                  </a:lnTo>
                  <a:lnTo>
                    <a:pt x="5658" y="974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62"/>
            <p:cNvSpPr/>
            <p:nvPr/>
          </p:nvSpPr>
          <p:spPr>
            <a:xfrm>
              <a:off x="2144100" y="3245225"/>
              <a:ext cx="167175" cy="374525"/>
            </a:xfrm>
            <a:custGeom>
              <a:avLst/>
              <a:gdLst/>
              <a:ahLst/>
              <a:cxnLst/>
              <a:rect l="l" t="t" r="r" b="b"/>
              <a:pathLst>
                <a:path w="6687" h="14981" extrusionOk="0">
                  <a:moveTo>
                    <a:pt x="4533" y="1"/>
                  </a:moveTo>
                  <a:lnTo>
                    <a:pt x="0" y="3987"/>
                  </a:lnTo>
                  <a:cubicBezTo>
                    <a:pt x="32" y="4019"/>
                    <a:pt x="418" y="4662"/>
                    <a:pt x="997" y="5626"/>
                  </a:cubicBezTo>
                  <a:cubicBezTo>
                    <a:pt x="997" y="5626"/>
                    <a:pt x="997" y="5626"/>
                    <a:pt x="1029" y="5658"/>
                  </a:cubicBezTo>
                  <a:lnTo>
                    <a:pt x="1415" y="5240"/>
                  </a:lnTo>
                  <a:lnTo>
                    <a:pt x="6686" y="14980"/>
                  </a:lnTo>
                  <a:cubicBezTo>
                    <a:pt x="6686" y="14980"/>
                    <a:pt x="5143" y="5690"/>
                    <a:pt x="45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62"/>
            <p:cNvSpPr/>
            <p:nvPr/>
          </p:nvSpPr>
          <p:spPr>
            <a:xfrm>
              <a:off x="2136850" y="3167975"/>
              <a:ext cx="325500" cy="568300"/>
            </a:xfrm>
            <a:custGeom>
              <a:avLst/>
              <a:gdLst/>
              <a:ahLst/>
              <a:cxnLst/>
              <a:rect l="l" t="t" r="r" b="b"/>
              <a:pathLst>
                <a:path w="13020" h="22732" extrusionOk="0">
                  <a:moveTo>
                    <a:pt x="7975" y="0"/>
                  </a:moveTo>
                  <a:cubicBezTo>
                    <a:pt x="7915" y="0"/>
                    <a:pt x="7857" y="24"/>
                    <a:pt x="7812" y="69"/>
                  </a:cubicBezTo>
                  <a:cubicBezTo>
                    <a:pt x="7683" y="166"/>
                    <a:pt x="7683" y="326"/>
                    <a:pt x="7780" y="455"/>
                  </a:cubicBezTo>
                  <a:lnTo>
                    <a:pt x="8920" y="1785"/>
                  </a:lnTo>
                  <a:lnTo>
                    <a:pt x="8920" y="1785"/>
                  </a:lnTo>
                  <a:cubicBezTo>
                    <a:pt x="8946" y="1967"/>
                    <a:pt x="9005" y="2366"/>
                    <a:pt x="9098" y="2898"/>
                  </a:cubicBezTo>
                  <a:cubicBezTo>
                    <a:pt x="9451" y="5148"/>
                    <a:pt x="10223" y="9970"/>
                    <a:pt x="10641" y="12798"/>
                  </a:cubicBezTo>
                  <a:cubicBezTo>
                    <a:pt x="10930" y="14663"/>
                    <a:pt x="11412" y="16045"/>
                    <a:pt x="11798" y="17074"/>
                  </a:cubicBezTo>
                  <a:cubicBezTo>
                    <a:pt x="11991" y="17588"/>
                    <a:pt x="12184" y="18038"/>
                    <a:pt x="12280" y="18359"/>
                  </a:cubicBezTo>
                  <a:cubicBezTo>
                    <a:pt x="12409" y="18713"/>
                    <a:pt x="12505" y="19002"/>
                    <a:pt x="12505" y="19163"/>
                  </a:cubicBezTo>
                  <a:lnTo>
                    <a:pt x="12473" y="19227"/>
                  </a:lnTo>
                  <a:cubicBezTo>
                    <a:pt x="12441" y="19613"/>
                    <a:pt x="12216" y="20384"/>
                    <a:pt x="11798" y="21060"/>
                  </a:cubicBezTo>
                  <a:cubicBezTo>
                    <a:pt x="11605" y="21381"/>
                    <a:pt x="11348" y="21670"/>
                    <a:pt x="11091" y="21863"/>
                  </a:cubicBezTo>
                  <a:cubicBezTo>
                    <a:pt x="10834" y="22088"/>
                    <a:pt x="10544" y="22185"/>
                    <a:pt x="10223" y="22185"/>
                  </a:cubicBezTo>
                  <a:lnTo>
                    <a:pt x="10030" y="22185"/>
                  </a:lnTo>
                  <a:cubicBezTo>
                    <a:pt x="9709" y="22152"/>
                    <a:pt x="9291" y="21863"/>
                    <a:pt x="8873" y="21413"/>
                  </a:cubicBezTo>
                  <a:cubicBezTo>
                    <a:pt x="8230" y="20706"/>
                    <a:pt x="7555" y="19645"/>
                    <a:pt x="6912" y="18456"/>
                  </a:cubicBezTo>
                  <a:cubicBezTo>
                    <a:pt x="6269" y="17266"/>
                    <a:pt x="5658" y="16013"/>
                    <a:pt x="5112" y="14920"/>
                  </a:cubicBezTo>
                  <a:cubicBezTo>
                    <a:pt x="3633" y="11963"/>
                    <a:pt x="547" y="6948"/>
                    <a:pt x="547" y="6948"/>
                  </a:cubicBezTo>
                  <a:cubicBezTo>
                    <a:pt x="483" y="6862"/>
                    <a:pt x="390" y="6819"/>
                    <a:pt x="297" y="6819"/>
                  </a:cubicBezTo>
                  <a:cubicBezTo>
                    <a:pt x="251" y="6819"/>
                    <a:pt x="204" y="6830"/>
                    <a:pt x="162" y="6852"/>
                  </a:cubicBezTo>
                  <a:cubicBezTo>
                    <a:pt x="33" y="6916"/>
                    <a:pt x="1" y="7109"/>
                    <a:pt x="65" y="7237"/>
                  </a:cubicBezTo>
                  <a:cubicBezTo>
                    <a:pt x="65" y="7237"/>
                    <a:pt x="258" y="7527"/>
                    <a:pt x="580" y="8041"/>
                  </a:cubicBezTo>
                  <a:cubicBezTo>
                    <a:pt x="1512" y="9616"/>
                    <a:pt x="3537" y="12991"/>
                    <a:pt x="4630" y="15145"/>
                  </a:cubicBezTo>
                  <a:cubicBezTo>
                    <a:pt x="5369" y="16591"/>
                    <a:pt x="6205" y="18392"/>
                    <a:pt x="7105" y="19870"/>
                  </a:cubicBezTo>
                  <a:cubicBezTo>
                    <a:pt x="7555" y="20609"/>
                    <a:pt x="8005" y="21285"/>
                    <a:pt x="8487" y="21767"/>
                  </a:cubicBezTo>
                  <a:cubicBezTo>
                    <a:pt x="8937" y="22281"/>
                    <a:pt x="9419" y="22635"/>
                    <a:pt x="9934" y="22699"/>
                  </a:cubicBezTo>
                  <a:cubicBezTo>
                    <a:pt x="10030" y="22731"/>
                    <a:pt x="10126" y="22731"/>
                    <a:pt x="10223" y="22731"/>
                  </a:cubicBezTo>
                  <a:cubicBezTo>
                    <a:pt x="10673" y="22731"/>
                    <a:pt x="11091" y="22570"/>
                    <a:pt x="11412" y="22313"/>
                  </a:cubicBezTo>
                  <a:cubicBezTo>
                    <a:pt x="11926" y="21895"/>
                    <a:pt x="12312" y="21349"/>
                    <a:pt x="12569" y="20770"/>
                  </a:cubicBezTo>
                  <a:cubicBezTo>
                    <a:pt x="12827" y="20192"/>
                    <a:pt x="12987" y="19645"/>
                    <a:pt x="13019" y="19292"/>
                  </a:cubicBezTo>
                  <a:lnTo>
                    <a:pt x="13019" y="19163"/>
                  </a:lnTo>
                  <a:cubicBezTo>
                    <a:pt x="13019" y="18874"/>
                    <a:pt x="12923" y="18552"/>
                    <a:pt x="12794" y="18199"/>
                  </a:cubicBezTo>
                  <a:cubicBezTo>
                    <a:pt x="12409" y="17074"/>
                    <a:pt x="11605" y="15434"/>
                    <a:pt x="11187" y="12734"/>
                  </a:cubicBezTo>
                  <a:cubicBezTo>
                    <a:pt x="10609" y="8941"/>
                    <a:pt x="9419" y="1612"/>
                    <a:pt x="9419" y="1612"/>
                  </a:cubicBezTo>
                  <a:cubicBezTo>
                    <a:pt x="9419" y="1548"/>
                    <a:pt x="9387" y="1516"/>
                    <a:pt x="9355" y="1484"/>
                  </a:cubicBezTo>
                  <a:lnTo>
                    <a:pt x="8166" y="101"/>
                  </a:lnTo>
                  <a:cubicBezTo>
                    <a:pt x="8114" y="32"/>
                    <a:pt x="8044" y="0"/>
                    <a:pt x="79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62"/>
            <p:cNvSpPr/>
            <p:nvPr/>
          </p:nvSpPr>
          <p:spPr>
            <a:xfrm>
              <a:off x="2314450" y="3589175"/>
              <a:ext cx="147900" cy="140325"/>
            </a:xfrm>
            <a:custGeom>
              <a:avLst/>
              <a:gdLst/>
              <a:ahLst/>
              <a:cxnLst/>
              <a:rect l="l" t="t" r="r" b="b"/>
              <a:pathLst>
                <a:path w="5916" h="5613" extrusionOk="0">
                  <a:moveTo>
                    <a:pt x="4983" y="1"/>
                  </a:moveTo>
                  <a:cubicBezTo>
                    <a:pt x="4501" y="547"/>
                    <a:pt x="3762" y="1158"/>
                    <a:pt x="2605" y="1672"/>
                  </a:cubicBezTo>
                  <a:cubicBezTo>
                    <a:pt x="1544" y="2154"/>
                    <a:pt x="644" y="2379"/>
                    <a:pt x="1" y="2476"/>
                  </a:cubicBezTo>
                  <a:cubicBezTo>
                    <a:pt x="965" y="4147"/>
                    <a:pt x="1962" y="5465"/>
                    <a:pt x="2862" y="5594"/>
                  </a:cubicBezTo>
                  <a:cubicBezTo>
                    <a:pt x="2944" y="5606"/>
                    <a:pt x="3025" y="5612"/>
                    <a:pt x="3104" y="5612"/>
                  </a:cubicBezTo>
                  <a:cubicBezTo>
                    <a:pt x="4660" y="5612"/>
                    <a:pt x="5566" y="3299"/>
                    <a:pt x="5658" y="2411"/>
                  </a:cubicBezTo>
                  <a:cubicBezTo>
                    <a:pt x="5690" y="1865"/>
                    <a:pt x="5915" y="290"/>
                    <a:pt x="49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62"/>
            <p:cNvSpPr/>
            <p:nvPr/>
          </p:nvSpPr>
          <p:spPr>
            <a:xfrm>
              <a:off x="2307225" y="3582450"/>
              <a:ext cx="156725" cy="153825"/>
            </a:xfrm>
            <a:custGeom>
              <a:avLst/>
              <a:gdLst/>
              <a:ahLst/>
              <a:cxnLst/>
              <a:rect l="l" t="t" r="r" b="b"/>
              <a:pathLst>
                <a:path w="6269" h="6153" extrusionOk="0">
                  <a:moveTo>
                    <a:pt x="5359" y="606"/>
                  </a:moveTo>
                  <a:cubicBezTo>
                    <a:pt x="5470" y="689"/>
                    <a:pt x="5548" y="817"/>
                    <a:pt x="5594" y="977"/>
                  </a:cubicBezTo>
                  <a:cubicBezTo>
                    <a:pt x="5690" y="1202"/>
                    <a:pt x="5722" y="1523"/>
                    <a:pt x="5722" y="1813"/>
                  </a:cubicBezTo>
                  <a:cubicBezTo>
                    <a:pt x="5722" y="2166"/>
                    <a:pt x="5690" y="2455"/>
                    <a:pt x="5658" y="2648"/>
                  </a:cubicBezTo>
                  <a:cubicBezTo>
                    <a:pt x="5626" y="3034"/>
                    <a:pt x="5401" y="3805"/>
                    <a:pt x="4983" y="4481"/>
                  </a:cubicBezTo>
                  <a:cubicBezTo>
                    <a:pt x="4790" y="4802"/>
                    <a:pt x="4533" y="5091"/>
                    <a:pt x="4276" y="5284"/>
                  </a:cubicBezTo>
                  <a:cubicBezTo>
                    <a:pt x="4019" y="5509"/>
                    <a:pt x="3729" y="5606"/>
                    <a:pt x="3408" y="5606"/>
                  </a:cubicBezTo>
                  <a:lnTo>
                    <a:pt x="3215" y="5606"/>
                  </a:lnTo>
                  <a:cubicBezTo>
                    <a:pt x="2861" y="5541"/>
                    <a:pt x="2411" y="5252"/>
                    <a:pt x="1929" y="4706"/>
                  </a:cubicBezTo>
                  <a:cubicBezTo>
                    <a:pt x="1540" y="4233"/>
                    <a:pt x="1126" y="3615"/>
                    <a:pt x="709" y="2936"/>
                  </a:cubicBezTo>
                  <a:lnTo>
                    <a:pt x="709" y="2936"/>
                  </a:lnTo>
                  <a:cubicBezTo>
                    <a:pt x="1328" y="2816"/>
                    <a:pt x="2094" y="2593"/>
                    <a:pt x="2990" y="2198"/>
                  </a:cubicBezTo>
                  <a:cubicBezTo>
                    <a:pt x="4077" y="1728"/>
                    <a:pt x="4842" y="1123"/>
                    <a:pt x="5359" y="606"/>
                  </a:cubicBezTo>
                  <a:close/>
                  <a:moveTo>
                    <a:pt x="5292" y="0"/>
                  </a:moveTo>
                  <a:cubicBezTo>
                    <a:pt x="5212" y="0"/>
                    <a:pt x="5128" y="37"/>
                    <a:pt x="5079" y="109"/>
                  </a:cubicBezTo>
                  <a:cubicBezTo>
                    <a:pt x="4629" y="591"/>
                    <a:pt x="3922" y="1202"/>
                    <a:pt x="2765" y="1716"/>
                  </a:cubicBezTo>
                  <a:cubicBezTo>
                    <a:pt x="1736" y="2166"/>
                    <a:pt x="868" y="2391"/>
                    <a:pt x="258" y="2488"/>
                  </a:cubicBezTo>
                  <a:cubicBezTo>
                    <a:pt x="161" y="2488"/>
                    <a:pt x="97" y="2552"/>
                    <a:pt x="33" y="2648"/>
                  </a:cubicBezTo>
                  <a:cubicBezTo>
                    <a:pt x="1" y="2713"/>
                    <a:pt x="1" y="2809"/>
                    <a:pt x="65" y="2873"/>
                  </a:cubicBezTo>
                  <a:cubicBezTo>
                    <a:pt x="547" y="3709"/>
                    <a:pt x="1029" y="4481"/>
                    <a:pt x="1543" y="5059"/>
                  </a:cubicBezTo>
                  <a:cubicBezTo>
                    <a:pt x="2026" y="5638"/>
                    <a:pt x="2540" y="6056"/>
                    <a:pt x="3119" y="6120"/>
                  </a:cubicBezTo>
                  <a:cubicBezTo>
                    <a:pt x="3215" y="6152"/>
                    <a:pt x="3311" y="6152"/>
                    <a:pt x="3408" y="6152"/>
                  </a:cubicBezTo>
                  <a:cubicBezTo>
                    <a:pt x="3858" y="6152"/>
                    <a:pt x="4276" y="5991"/>
                    <a:pt x="4597" y="5734"/>
                  </a:cubicBezTo>
                  <a:cubicBezTo>
                    <a:pt x="5111" y="5316"/>
                    <a:pt x="5497" y="4770"/>
                    <a:pt x="5754" y="4191"/>
                  </a:cubicBezTo>
                  <a:cubicBezTo>
                    <a:pt x="6012" y="3613"/>
                    <a:pt x="6172" y="3066"/>
                    <a:pt x="6204" y="2713"/>
                  </a:cubicBezTo>
                  <a:cubicBezTo>
                    <a:pt x="6237" y="2520"/>
                    <a:pt x="6269" y="2198"/>
                    <a:pt x="6269" y="1813"/>
                  </a:cubicBezTo>
                  <a:cubicBezTo>
                    <a:pt x="6269" y="1491"/>
                    <a:pt x="6237" y="1137"/>
                    <a:pt x="6108" y="784"/>
                  </a:cubicBezTo>
                  <a:cubicBezTo>
                    <a:pt x="5979" y="462"/>
                    <a:pt x="5754" y="141"/>
                    <a:pt x="5369" y="12"/>
                  </a:cubicBezTo>
                  <a:cubicBezTo>
                    <a:pt x="5345" y="4"/>
                    <a:pt x="5318" y="0"/>
                    <a:pt x="52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62"/>
            <p:cNvSpPr/>
            <p:nvPr/>
          </p:nvSpPr>
          <p:spPr>
            <a:xfrm>
              <a:off x="2013100" y="2523650"/>
              <a:ext cx="178425" cy="93975"/>
            </a:xfrm>
            <a:custGeom>
              <a:avLst/>
              <a:gdLst/>
              <a:ahLst/>
              <a:cxnLst/>
              <a:rect l="l" t="t" r="r" b="b"/>
              <a:pathLst>
                <a:path w="7137" h="3759" extrusionOk="0">
                  <a:moveTo>
                    <a:pt x="4044" y="1"/>
                  </a:moveTo>
                  <a:cubicBezTo>
                    <a:pt x="2559" y="1"/>
                    <a:pt x="781" y="285"/>
                    <a:pt x="611" y="769"/>
                  </a:cubicBezTo>
                  <a:cubicBezTo>
                    <a:pt x="483" y="1155"/>
                    <a:pt x="1" y="2312"/>
                    <a:pt x="1254" y="3759"/>
                  </a:cubicBezTo>
                  <a:cubicBezTo>
                    <a:pt x="2144" y="3303"/>
                    <a:pt x="3430" y="2832"/>
                    <a:pt x="4904" y="2832"/>
                  </a:cubicBezTo>
                  <a:cubicBezTo>
                    <a:pt x="5613" y="2832"/>
                    <a:pt x="6365" y="2941"/>
                    <a:pt x="7137" y="3212"/>
                  </a:cubicBezTo>
                  <a:cubicBezTo>
                    <a:pt x="6847" y="1734"/>
                    <a:pt x="6622" y="544"/>
                    <a:pt x="6622" y="544"/>
                  </a:cubicBezTo>
                  <a:cubicBezTo>
                    <a:pt x="6622" y="544"/>
                    <a:pt x="6783" y="384"/>
                    <a:pt x="5337" y="94"/>
                  </a:cubicBezTo>
                  <a:cubicBezTo>
                    <a:pt x="4981" y="31"/>
                    <a:pt x="4528" y="1"/>
                    <a:pt x="40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62"/>
            <p:cNvSpPr/>
            <p:nvPr/>
          </p:nvSpPr>
          <p:spPr>
            <a:xfrm>
              <a:off x="2013100" y="2524400"/>
              <a:ext cx="86025" cy="93225"/>
            </a:xfrm>
            <a:custGeom>
              <a:avLst/>
              <a:gdLst/>
              <a:ahLst/>
              <a:cxnLst/>
              <a:rect l="l" t="t" r="r" b="b"/>
              <a:pathLst>
                <a:path w="3441" h="3729" extrusionOk="0">
                  <a:moveTo>
                    <a:pt x="3440" y="0"/>
                  </a:moveTo>
                  <a:lnTo>
                    <a:pt x="3440" y="0"/>
                  </a:lnTo>
                  <a:cubicBezTo>
                    <a:pt x="2122" y="64"/>
                    <a:pt x="772" y="322"/>
                    <a:pt x="611" y="739"/>
                  </a:cubicBezTo>
                  <a:cubicBezTo>
                    <a:pt x="483" y="1125"/>
                    <a:pt x="1" y="2282"/>
                    <a:pt x="1254" y="3729"/>
                  </a:cubicBezTo>
                  <a:cubicBezTo>
                    <a:pt x="1833" y="3440"/>
                    <a:pt x="2572" y="3118"/>
                    <a:pt x="3440" y="2957"/>
                  </a:cubicBezTo>
                  <a:cubicBezTo>
                    <a:pt x="3440" y="2668"/>
                    <a:pt x="3408" y="2379"/>
                    <a:pt x="3408" y="2154"/>
                  </a:cubicBezTo>
                  <a:cubicBezTo>
                    <a:pt x="3376" y="1607"/>
                    <a:pt x="3408" y="868"/>
                    <a:pt x="3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62"/>
            <p:cNvSpPr/>
            <p:nvPr/>
          </p:nvSpPr>
          <p:spPr>
            <a:xfrm>
              <a:off x="2023550" y="2524400"/>
              <a:ext cx="75575" cy="93225"/>
            </a:xfrm>
            <a:custGeom>
              <a:avLst/>
              <a:gdLst/>
              <a:ahLst/>
              <a:cxnLst/>
              <a:rect l="l" t="t" r="r" b="b"/>
              <a:pathLst>
                <a:path w="3023" h="3729" extrusionOk="0">
                  <a:moveTo>
                    <a:pt x="3022" y="0"/>
                  </a:moveTo>
                  <a:lnTo>
                    <a:pt x="3022" y="0"/>
                  </a:lnTo>
                  <a:cubicBezTo>
                    <a:pt x="1704" y="64"/>
                    <a:pt x="386" y="322"/>
                    <a:pt x="193" y="739"/>
                  </a:cubicBezTo>
                  <a:cubicBezTo>
                    <a:pt x="129" y="932"/>
                    <a:pt x="1" y="1286"/>
                    <a:pt x="1" y="1736"/>
                  </a:cubicBezTo>
                  <a:cubicBezTo>
                    <a:pt x="1" y="2218"/>
                    <a:pt x="129" y="2797"/>
                    <a:pt x="611" y="3407"/>
                  </a:cubicBezTo>
                  <a:cubicBezTo>
                    <a:pt x="676" y="3504"/>
                    <a:pt x="772" y="3632"/>
                    <a:pt x="836" y="3729"/>
                  </a:cubicBezTo>
                  <a:cubicBezTo>
                    <a:pt x="1061" y="3632"/>
                    <a:pt x="1254" y="3536"/>
                    <a:pt x="1479" y="3440"/>
                  </a:cubicBezTo>
                  <a:lnTo>
                    <a:pt x="1511" y="3440"/>
                  </a:lnTo>
                  <a:cubicBezTo>
                    <a:pt x="1961" y="3247"/>
                    <a:pt x="2444" y="3086"/>
                    <a:pt x="3022" y="2957"/>
                  </a:cubicBezTo>
                  <a:cubicBezTo>
                    <a:pt x="3022" y="2668"/>
                    <a:pt x="2990" y="2379"/>
                    <a:pt x="2990" y="2154"/>
                  </a:cubicBezTo>
                  <a:cubicBezTo>
                    <a:pt x="2990" y="1961"/>
                    <a:pt x="2990" y="1736"/>
                    <a:pt x="2990" y="1511"/>
                  </a:cubicBezTo>
                  <a:cubicBezTo>
                    <a:pt x="2990" y="1093"/>
                    <a:pt x="2990" y="547"/>
                    <a:pt x="3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62"/>
            <p:cNvSpPr/>
            <p:nvPr/>
          </p:nvSpPr>
          <p:spPr>
            <a:xfrm>
              <a:off x="2016325" y="2517150"/>
              <a:ext cx="182450" cy="106975"/>
            </a:xfrm>
            <a:custGeom>
              <a:avLst/>
              <a:gdLst/>
              <a:ahLst/>
              <a:cxnLst/>
              <a:rect l="l" t="t" r="r" b="b"/>
              <a:pathLst>
                <a:path w="7298" h="4279" extrusionOk="0">
                  <a:moveTo>
                    <a:pt x="3922" y="515"/>
                  </a:moveTo>
                  <a:cubicBezTo>
                    <a:pt x="4404" y="515"/>
                    <a:pt x="4822" y="547"/>
                    <a:pt x="5175" y="612"/>
                  </a:cubicBezTo>
                  <a:cubicBezTo>
                    <a:pt x="5722" y="740"/>
                    <a:pt x="6043" y="837"/>
                    <a:pt x="6172" y="901"/>
                  </a:cubicBezTo>
                  <a:lnTo>
                    <a:pt x="6247" y="926"/>
                  </a:lnTo>
                  <a:lnTo>
                    <a:pt x="6247" y="926"/>
                  </a:lnTo>
                  <a:cubicBezTo>
                    <a:pt x="6289" y="1149"/>
                    <a:pt x="6451" y="1999"/>
                    <a:pt x="6660" y="3074"/>
                  </a:cubicBezTo>
                  <a:lnTo>
                    <a:pt x="6660" y="3074"/>
                  </a:lnTo>
                  <a:cubicBezTo>
                    <a:pt x="6008" y="2894"/>
                    <a:pt x="5367" y="2830"/>
                    <a:pt x="4790" y="2830"/>
                  </a:cubicBezTo>
                  <a:cubicBezTo>
                    <a:pt x="3359" y="2830"/>
                    <a:pt x="2121" y="3244"/>
                    <a:pt x="1231" y="3689"/>
                  </a:cubicBezTo>
                  <a:lnTo>
                    <a:pt x="1231" y="3689"/>
                  </a:lnTo>
                  <a:cubicBezTo>
                    <a:pt x="687" y="3040"/>
                    <a:pt x="547" y="2477"/>
                    <a:pt x="547" y="2026"/>
                  </a:cubicBezTo>
                  <a:cubicBezTo>
                    <a:pt x="547" y="1608"/>
                    <a:pt x="675" y="1319"/>
                    <a:pt x="740" y="1126"/>
                  </a:cubicBezTo>
                  <a:cubicBezTo>
                    <a:pt x="740" y="1094"/>
                    <a:pt x="868" y="997"/>
                    <a:pt x="1061" y="933"/>
                  </a:cubicBezTo>
                  <a:cubicBezTo>
                    <a:pt x="1350" y="804"/>
                    <a:pt x="1800" y="708"/>
                    <a:pt x="2315" y="644"/>
                  </a:cubicBezTo>
                  <a:cubicBezTo>
                    <a:pt x="2829" y="579"/>
                    <a:pt x="3375" y="515"/>
                    <a:pt x="3922" y="515"/>
                  </a:cubicBezTo>
                  <a:close/>
                  <a:moveTo>
                    <a:pt x="3922" y="1"/>
                  </a:moveTo>
                  <a:cubicBezTo>
                    <a:pt x="3150" y="1"/>
                    <a:pt x="2315" y="65"/>
                    <a:pt x="1640" y="194"/>
                  </a:cubicBezTo>
                  <a:cubicBezTo>
                    <a:pt x="1318" y="290"/>
                    <a:pt x="1029" y="354"/>
                    <a:pt x="772" y="483"/>
                  </a:cubicBezTo>
                  <a:cubicBezTo>
                    <a:pt x="643" y="515"/>
                    <a:pt x="547" y="579"/>
                    <a:pt x="450" y="644"/>
                  </a:cubicBezTo>
                  <a:cubicBezTo>
                    <a:pt x="354" y="740"/>
                    <a:pt x="290" y="837"/>
                    <a:pt x="225" y="933"/>
                  </a:cubicBezTo>
                  <a:cubicBezTo>
                    <a:pt x="161" y="1126"/>
                    <a:pt x="32" y="1512"/>
                    <a:pt x="32" y="2026"/>
                  </a:cubicBezTo>
                  <a:cubicBezTo>
                    <a:pt x="0" y="2637"/>
                    <a:pt x="225" y="3408"/>
                    <a:pt x="932" y="4212"/>
                  </a:cubicBezTo>
                  <a:cubicBezTo>
                    <a:pt x="992" y="4251"/>
                    <a:pt x="1064" y="4279"/>
                    <a:pt x="1133" y="4279"/>
                  </a:cubicBezTo>
                  <a:cubicBezTo>
                    <a:pt x="1176" y="4279"/>
                    <a:pt x="1217" y="4268"/>
                    <a:pt x="1254" y="4244"/>
                  </a:cubicBezTo>
                  <a:cubicBezTo>
                    <a:pt x="2122" y="3826"/>
                    <a:pt x="3343" y="3376"/>
                    <a:pt x="4790" y="3376"/>
                  </a:cubicBezTo>
                  <a:cubicBezTo>
                    <a:pt x="5465" y="3376"/>
                    <a:pt x="6172" y="3472"/>
                    <a:pt x="6943" y="3730"/>
                  </a:cubicBezTo>
                  <a:cubicBezTo>
                    <a:pt x="6961" y="3738"/>
                    <a:pt x="6983" y="3742"/>
                    <a:pt x="7006" y="3742"/>
                  </a:cubicBezTo>
                  <a:cubicBezTo>
                    <a:pt x="7072" y="3742"/>
                    <a:pt x="7154" y="3712"/>
                    <a:pt x="7201" y="3665"/>
                  </a:cubicBezTo>
                  <a:cubicBezTo>
                    <a:pt x="7265" y="3601"/>
                    <a:pt x="7297" y="3505"/>
                    <a:pt x="7265" y="3408"/>
                  </a:cubicBezTo>
                  <a:cubicBezTo>
                    <a:pt x="6976" y="1929"/>
                    <a:pt x="6751" y="772"/>
                    <a:pt x="6751" y="772"/>
                  </a:cubicBezTo>
                  <a:lnTo>
                    <a:pt x="6749" y="772"/>
                  </a:lnTo>
                  <a:lnTo>
                    <a:pt x="6749" y="772"/>
                  </a:lnTo>
                  <a:cubicBezTo>
                    <a:pt x="6740" y="660"/>
                    <a:pt x="6681" y="577"/>
                    <a:pt x="6622" y="547"/>
                  </a:cubicBezTo>
                  <a:cubicBezTo>
                    <a:pt x="6526" y="451"/>
                    <a:pt x="6429" y="387"/>
                    <a:pt x="6204" y="322"/>
                  </a:cubicBezTo>
                  <a:cubicBezTo>
                    <a:pt x="6011" y="258"/>
                    <a:pt x="5722" y="194"/>
                    <a:pt x="5272" y="97"/>
                  </a:cubicBezTo>
                  <a:cubicBezTo>
                    <a:pt x="4886" y="33"/>
                    <a:pt x="4404" y="1"/>
                    <a:pt x="39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62"/>
            <p:cNvSpPr/>
            <p:nvPr/>
          </p:nvSpPr>
          <p:spPr>
            <a:xfrm>
              <a:off x="2067750" y="3353725"/>
              <a:ext cx="137450" cy="96575"/>
            </a:xfrm>
            <a:custGeom>
              <a:avLst/>
              <a:gdLst/>
              <a:ahLst/>
              <a:cxnLst/>
              <a:rect l="l" t="t" r="r" b="b"/>
              <a:pathLst>
                <a:path w="5498" h="3863" extrusionOk="0">
                  <a:moveTo>
                    <a:pt x="315" y="0"/>
                  </a:moveTo>
                  <a:cubicBezTo>
                    <a:pt x="222" y="0"/>
                    <a:pt x="129" y="43"/>
                    <a:pt x="65" y="129"/>
                  </a:cubicBezTo>
                  <a:cubicBezTo>
                    <a:pt x="0" y="257"/>
                    <a:pt x="65" y="418"/>
                    <a:pt x="193" y="515"/>
                  </a:cubicBezTo>
                  <a:cubicBezTo>
                    <a:pt x="1640" y="1318"/>
                    <a:pt x="2829" y="2122"/>
                    <a:pt x="3697" y="2765"/>
                  </a:cubicBezTo>
                  <a:cubicBezTo>
                    <a:pt x="4115" y="3054"/>
                    <a:pt x="4436" y="3311"/>
                    <a:pt x="4661" y="3504"/>
                  </a:cubicBezTo>
                  <a:cubicBezTo>
                    <a:pt x="4790" y="3600"/>
                    <a:pt x="4854" y="3665"/>
                    <a:pt x="4919" y="3729"/>
                  </a:cubicBezTo>
                  <a:cubicBezTo>
                    <a:pt x="4983" y="3761"/>
                    <a:pt x="5015" y="3793"/>
                    <a:pt x="5015" y="3793"/>
                  </a:cubicBezTo>
                  <a:cubicBezTo>
                    <a:pt x="5060" y="3838"/>
                    <a:pt x="5125" y="3862"/>
                    <a:pt x="5192" y="3862"/>
                  </a:cubicBezTo>
                  <a:cubicBezTo>
                    <a:pt x="5270" y="3862"/>
                    <a:pt x="5349" y="3830"/>
                    <a:pt x="5401" y="3761"/>
                  </a:cubicBezTo>
                  <a:cubicBezTo>
                    <a:pt x="5497" y="3665"/>
                    <a:pt x="5465" y="3472"/>
                    <a:pt x="5369" y="3375"/>
                  </a:cubicBezTo>
                  <a:cubicBezTo>
                    <a:pt x="5369" y="3375"/>
                    <a:pt x="3376" y="1672"/>
                    <a:pt x="451" y="32"/>
                  </a:cubicBezTo>
                  <a:cubicBezTo>
                    <a:pt x="408" y="11"/>
                    <a:pt x="361" y="0"/>
                    <a:pt x="3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62"/>
            <p:cNvSpPr/>
            <p:nvPr/>
          </p:nvSpPr>
          <p:spPr>
            <a:xfrm>
              <a:off x="2120800" y="2560950"/>
              <a:ext cx="365650" cy="417475"/>
            </a:xfrm>
            <a:custGeom>
              <a:avLst/>
              <a:gdLst/>
              <a:ahLst/>
              <a:cxnLst/>
              <a:rect l="l" t="t" r="r" b="b"/>
              <a:pathLst>
                <a:path w="14626" h="16699" extrusionOk="0">
                  <a:moveTo>
                    <a:pt x="9268" y="1"/>
                  </a:moveTo>
                  <a:cubicBezTo>
                    <a:pt x="8970" y="1"/>
                    <a:pt x="8666" y="38"/>
                    <a:pt x="8358" y="113"/>
                  </a:cubicBezTo>
                  <a:cubicBezTo>
                    <a:pt x="6011" y="660"/>
                    <a:pt x="6429" y="1978"/>
                    <a:pt x="6429" y="1978"/>
                  </a:cubicBezTo>
                  <a:cubicBezTo>
                    <a:pt x="6429" y="1978"/>
                    <a:pt x="6018" y="1876"/>
                    <a:pt x="5450" y="1876"/>
                  </a:cubicBezTo>
                  <a:cubicBezTo>
                    <a:pt x="4661" y="1876"/>
                    <a:pt x="3571" y="2072"/>
                    <a:pt x="2861" y="3006"/>
                  </a:cubicBezTo>
                  <a:cubicBezTo>
                    <a:pt x="1639" y="4613"/>
                    <a:pt x="2475" y="6221"/>
                    <a:pt x="2475" y="6221"/>
                  </a:cubicBezTo>
                  <a:cubicBezTo>
                    <a:pt x="2475" y="6221"/>
                    <a:pt x="868" y="7539"/>
                    <a:pt x="418" y="9821"/>
                  </a:cubicBezTo>
                  <a:cubicBezTo>
                    <a:pt x="0" y="12103"/>
                    <a:pt x="3279" y="16218"/>
                    <a:pt x="4050" y="16603"/>
                  </a:cubicBezTo>
                  <a:cubicBezTo>
                    <a:pt x="4169" y="16670"/>
                    <a:pt x="4292" y="16699"/>
                    <a:pt x="4414" y="16699"/>
                  </a:cubicBezTo>
                  <a:cubicBezTo>
                    <a:pt x="5055" y="16699"/>
                    <a:pt x="5690" y="15928"/>
                    <a:pt x="5690" y="15928"/>
                  </a:cubicBezTo>
                  <a:cubicBezTo>
                    <a:pt x="5690" y="15928"/>
                    <a:pt x="4982" y="13614"/>
                    <a:pt x="5561" y="13453"/>
                  </a:cubicBezTo>
                  <a:cubicBezTo>
                    <a:pt x="5599" y="13441"/>
                    <a:pt x="5638" y="13435"/>
                    <a:pt x="5680" y="13435"/>
                  </a:cubicBezTo>
                  <a:cubicBezTo>
                    <a:pt x="6269" y="13435"/>
                    <a:pt x="7168" y="14643"/>
                    <a:pt x="7168" y="14643"/>
                  </a:cubicBezTo>
                  <a:cubicBezTo>
                    <a:pt x="7168" y="14643"/>
                    <a:pt x="7303" y="14828"/>
                    <a:pt x="7499" y="14828"/>
                  </a:cubicBezTo>
                  <a:cubicBezTo>
                    <a:pt x="7686" y="14828"/>
                    <a:pt x="7929" y="14659"/>
                    <a:pt x="8165" y="14000"/>
                  </a:cubicBezTo>
                  <a:cubicBezTo>
                    <a:pt x="8647" y="12617"/>
                    <a:pt x="8679" y="11107"/>
                    <a:pt x="8679" y="11107"/>
                  </a:cubicBezTo>
                  <a:cubicBezTo>
                    <a:pt x="8679" y="11107"/>
                    <a:pt x="14626" y="8471"/>
                    <a:pt x="13726" y="4838"/>
                  </a:cubicBezTo>
                  <a:cubicBezTo>
                    <a:pt x="12970" y="1677"/>
                    <a:pt x="11265" y="1"/>
                    <a:pt x="92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62"/>
            <p:cNvSpPr/>
            <p:nvPr/>
          </p:nvSpPr>
          <p:spPr>
            <a:xfrm>
              <a:off x="2124000" y="2554125"/>
              <a:ext cx="348800" cy="430975"/>
            </a:xfrm>
            <a:custGeom>
              <a:avLst/>
              <a:gdLst/>
              <a:ahLst/>
              <a:cxnLst/>
              <a:rect l="l" t="t" r="r" b="b"/>
              <a:pathLst>
                <a:path w="13952" h="17239" extrusionOk="0">
                  <a:moveTo>
                    <a:pt x="9130" y="547"/>
                  </a:moveTo>
                  <a:cubicBezTo>
                    <a:pt x="10062" y="547"/>
                    <a:pt x="10898" y="933"/>
                    <a:pt x="11637" y="1672"/>
                  </a:cubicBezTo>
                  <a:cubicBezTo>
                    <a:pt x="12376" y="2443"/>
                    <a:pt x="12955" y="3601"/>
                    <a:pt x="13341" y="5176"/>
                  </a:cubicBezTo>
                  <a:cubicBezTo>
                    <a:pt x="13405" y="5401"/>
                    <a:pt x="13437" y="5626"/>
                    <a:pt x="13437" y="5851"/>
                  </a:cubicBezTo>
                  <a:cubicBezTo>
                    <a:pt x="13437" y="6590"/>
                    <a:pt x="13148" y="7297"/>
                    <a:pt x="12665" y="7940"/>
                  </a:cubicBezTo>
                  <a:cubicBezTo>
                    <a:pt x="11990" y="8872"/>
                    <a:pt x="10930" y="9708"/>
                    <a:pt x="10030" y="10255"/>
                  </a:cubicBezTo>
                  <a:cubicBezTo>
                    <a:pt x="9612" y="10544"/>
                    <a:pt x="9194" y="10769"/>
                    <a:pt x="8905" y="10897"/>
                  </a:cubicBezTo>
                  <a:cubicBezTo>
                    <a:pt x="8776" y="10994"/>
                    <a:pt x="8647" y="11026"/>
                    <a:pt x="8583" y="11090"/>
                  </a:cubicBezTo>
                  <a:cubicBezTo>
                    <a:pt x="8487" y="11122"/>
                    <a:pt x="8455" y="11122"/>
                    <a:pt x="8455" y="11122"/>
                  </a:cubicBezTo>
                  <a:cubicBezTo>
                    <a:pt x="8358" y="11187"/>
                    <a:pt x="8294" y="11251"/>
                    <a:pt x="8294" y="11380"/>
                  </a:cubicBezTo>
                  <a:lnTo>
                    <a:pt x="8294" y="11444"/>
                  </a:lnTo>
                  <a:cubicBezTo>
                    <a:pt x="8262" y="11733"/>
                    <a:pt x="8197" y="13019"/>
                    <a:pt x="7780" y="14176"/>
                  </a:cubicBezTo>
                  <a:cubicBezTo>
                    <a:pt x="7683" y="14498"/>
                    <a:pt x="7555" y="14658"/>
                    <a:pt x="7490" y="14755"/>
                  </a:cubicBezTo>
                  <a:cubicBezTo>
                    <a:pt x="7394" y="14851"/>
                    <a:pt x="7362" y="14851"/>
                    <a:pt x="7362" y="14851"/>
                  </a:cubicBezTo>
                  <a:lnTo>
                    <a:pt x="7297" y="14819"/>
                  </a:lnTo>
                  <a:lnTo>
                    <a:pt x="7265" y="14787"/>
                  </a:lnTo>
                  <a:cubicBezTo>
                    <a:pt x="7233" y="14755"/>
                    <a:pt x="7008" y="14465"/>
                    <a:pt x="6687" y="14112"/>
                  </a:cubicBezTo>
                  <a:cubicBezTo>
                    <a:pt x="6526" y="13951"/>
                    <a:pt x="6365" y="13790"/>
                    <a:pt x="6172" y="13662"/>
                  </a:cubicBezTo>
                  <a:cubicBezTo>
                    <a:pt x="5979" y="13533"/>
                    <a:pt x="5754" y="13437"/>
                    <a:pt x="5529" y="13437"/>
                  </a:cubicBezTo>
                  <a:cubicBezTo>
                    <a:pt x="5465" y="13437"/>
                    <a:pt x="5401" y="13437"/>
                    <a:pt x="5337" y="13469"/>
                  </a:cubicBezTo>
                  <a:cubicBezTo>
                    <a:pt x="5240" y="13501"/>
                    <a:pt x="5176" y="13533"/>
                    <a:pt x="5112" y="13598"/>
                  </a:cubicBezTo>
                  <a:cubicBezTo>
                    <a:pt x="5015" y="13694"/>
                    <a:pt x="4983" y="13823"/>
                    <a:pt x="4951" y="13919"/>
                  </a:cubicBezTo>
                  <a:cubicBezTo>
                    <a:pt x="4951" y="14048"/>
                    <a:pt x="4919" y="14176"/>
                    <a:pt x="4919" y="14305"/>
                  </a:cubicBezTo>
                  <a:cubicBezTo>
                    <a:pt x="4919" y="14690"/>
                    <a:pt x="5015" y="15173"/>
                    <a:pt x="5112" y="15591"/>
                  </a:cubicBezTo>
                  <a:cubicBezTo>
                    <a:pt x="5169" y="15821"/>
                    <a:pt x="5227" y="16016"/>
                    <a:pt x="5264" y="16137"/>
                  </a:cubicBezTo>
                  <a:lnTo>
                    <a:pt x="5264" y="16137"/>
                  </a:lnTo>
                  <a:cubicBezTo>
                    <a:pt x="5196" y="16208"/>
                    <a:pt x="5085" y="16312"/>
                    <a:pt x="4951" y="16426"/>
                  </a:cubicBezTo>
                  <a:cubicBezTo>
                    <a:pt x="4726" y="16587"/>
                    <a:pt x="4469" y="16716"/>
                    <a:pt x="4276" y="16716"/>
                  </a:cubicBezTo>
                  <a:cubicBezTo>
                    <a:pt x="4179" y="16716"/>
                    <a:pt x="4115" y="16683"/>
                    <a:pt x="4019" y="16651"/>
                  </a:cubicBezTo>
                  <a:cubicBezTo>
                    <a:pt x="3986" y="16619"/>
                    <a:pt x="3858" y="16555"/>
                    <a:pt x="3729" y="16426"/>
                  </a:cubicBezTo>
                  <a:cubicBezTo>
                    <a:pt x="3247" y="15944"/>
                    <a:pt x="2411" y="14948"/>
                    <a:pt x="1736" y="13823"/>
                  </a:cubicBezTo>
                  <a:cubicBezTo>
                    <a:pt x="1061" y="12730"/>
                    <a:pt x="515" y="11476"/>
                    <a:pt x="547" y="10544"/>
                  </a:cubicBezTo>
                  <a:cubicBezTo>
                    <a:pt x="547" y="10415"/>
                    <a:pt x="547" y="10287"/>
                    <a:pt x="579" y="10158"/>
                  </a:cubicBezTo>
                  <a:cubicBezTo>
                    <a:pt x="772" y="9065"/>
                    <a:pt x="1254" y="8197"/>
                    <a:pt x="1704" y="7587"/>
                  </a:cubicBezTo>
                  <a:cubicBezTo>
                    <a:pt x="1929" y="7297"/>
                    <a:pt x="2122" y="7072"/>
                    <a:pt x="2283" y="6912"/>
                  </a:cubicBezTo>
                  <a:cubicBezTo>
                    <a:pt x="2379" y="6847"/>
                    <a:pt x="2444" y="6783"/>
                    <a:pt x="2476" y="6751"/>
                  </a:cubicBezTo>
                  <a:lnTo>
                    <a:pt x="2508" y="6687"/>
                  </a:lnTo>
                  <a:lnTo>
                    <a:pt x="2540" y="6687"/>
                  </a:lnTo>
                  <a:cubicBezTo>
                    <a:pt x="2636" y="6622"/>
                    <a:pt x="2669" y="6461"/>
                    <a:pt x="2604" y="6365"/>
                  </a:cubicBezTo>
                  <a:cubicBezTo>
                    <a:pt x="2572" y="6301"/>
                    <a:pt x="2347" y="5851"/>
                    <a:pt x="2347" y="5176"/>
                  </a:cubicBezTo>
                  <a:cubicBezTo>
                    <a:pt x="2347" y="4661"/>
                    <a:pt x="2476" y="4083"/>
                    <a:pt x="2958" y="3440"/>
                  </a:cubicBezTo>
                  <a:cubicBezTo>
                    <a:pt x="3247" y="3022"/>
                    <a:pt x="3665" y="2765"/>
                    <a:pt x="4083" y="2604"/>
                  </a:cubicBezTo>
                  <a:cubicBezTo>
                    <a:pt x="4501" y="2476"/>
                    <a:pt x="4951" y="2411"/>
                    <a:pt x="5304" y="2411"/>
                  </a:cubicBezTo>
                  <a:cubicBezTo>
                    <a:pt x="5594" y="2411"/>
                    <a:pt x="5819" y="2443"/>
                    <a:pt x="5979" y="2476"/>
                  </a:cubicBezTo>
                  <a:cubicBezTo>
                    <a:pt x="6076" y="2476"/>
                    <a:pt x="6140" y="2476"/>
                    <a:pt x="6172" y="2508"/>
                  </a:cubicBezTo>
                  <a:lnTo>
                    <a:pt x="6237" y="2508"/>
                  </a:lnTo>
                  <a:cubicBezTo>
                    <a:pt x="6262" y="2516"/>
                    <a:pt x="6288" y="2520"/>
                    <a:pt x="6314" y="2520"/>
                  </a:cubicBezTo>
                  <a:cubicBezTo>
                    <a:pt x="6382" y="2520"/>
                    <a:pt x="6447" y="2490"/>
                    <a:pt x="6494" y="2443"/>
                  </a:cubicBezTo>
                  <a:cubicBezTo>
                    <a:pt x="6558" y="2347"/>
                    <a:pt x="6590" y="2251"/>
                    <a:pt x="6558" y="2154"/>
                  </a:cubicBezTo>
                  <a:cubicBezTo>
                    <a:pt x="6558" y="2154"/>
                    <a:pt x="6526" y="2090"/>
                    <a:pt x="6526" y="2026"/>
                  </a:cubicBezTo>
                  <a:cubicBezTo>
                    <a:pt x="6526" y="1865"/>
                    <a:pt x="6590" y="1640"/>
                    <a:pt x="6815" y="1383"/>
                  </a:cubicBezTo>
                  <a:cubicBezTo>
                    <a:pt x="7040" y="1126"/>
                    <a:pt x="7458" y="836"/>
                    <a:pt x="8294" y="643"/>
                  </a:cubicBezTo>
                  <a:cubicBezTo>
                    <a:pt x="8583" y="579"/>
                    <a:pt x="8872" y="547"/>
                    <a:pt x="9130" y="547"/>
                  </a:cubicBezTo>
                  <a:close/>
                  <a:moveTo>
                    <a:pt x="9130" y="0"/>
                  </a:moveTo>
                  <a:cubicBezTo>
                    <a:pt x="8840" y="0"/>
                    <a:pt x="8519" y="33"/>
                    <a:pt x="8197" y="129"/>
                  </a:cubicBezTo>
                  <a:cubicBezTo>
                    <a:pt x="7265" y="322"/>
                    <a:pt x="6719" y="675"/>
                    <a:pt x="6397" y="1029"/>
                  </a:cubicBezTo>
                  <a:cubicBezTo>
                    <a:pt x="6117" y="1338"/>
                    <a:pt x="6032" y="1670"/>
                    <a:pt x="6015" y="1921"/>
                  </a:cubicBezTo>
                  <a:lnTo>
                    <a:pt x="6015" y="1921"/>
                  </a:lnTo>
                  <a:cubicBezTo>
                    <a:pt x="5831" y="1892"/>
                    <a:pt x="5584" y="1865"/>
                    <a:pt x="5304" y="1865"/>
                  </a:cubicBezTo>
                  <a:cubicBezTo>
                    <a:pt x="4887" y="1865"/>
                    <a:pt x="4404" y="1929"/>
                    <a:pt x="3890" y="2122"/>
                  </a:cubicBezTo>
                  <a:cubicBezTo>
                    <a:pt x="3408" y="2283"/>
                    <a:pt x="2894" y="2604"/>
                    <a:pt x="2508" y="3118"/>
                  </a:cubicBezTo>
                  <a:cubicBezTo>
                    <a:pt x="1961" y="3858"/>
                    <a:pt x="1801" y="4597"/>
                    <a:pt x="1801" y="5176"/>
                  </a:cubicBezTo>
                  <a:cubicBezTo>
                    <a:pt x="1801" y="5724"/>
                    <a:pt x="1939" y="6162"/>
                    <a:pt x="2034" y="6407"/>
                  </a:cubicBezTo>
                  <a:lnTo>
                    <a:pt x="2034" y="6407"/>
                  </a:lnTo>
                  <a:cubicBezTo>
                    <a:pt x="1607" y="6815"/>
                    <a:pt x="404" y="8099"/>
                    <a:pt x="33" y="10062"/>
                  </a:cubicBezTo>
                  <a:cubicBezTo>
                    <a:pt x="1" y="10222"/>
                    <a:pt x="1" y="10383"/>
                    <a:pt x="1" y="10544"/>
                  </a:cubicBezTo>
                  <a:cubicBezTo>
                    <a:pt x="1" y="11187"/>
                    <a:pt x="193" y="11862"/>
                    <a:pt x="483" y="12569"/>
                  </a:cubicBezTo>
                  <a:cubicBezTo>
                    <a:pt x="933" y="13598"/>
                    <a:pt x="1608" y="14658"/>
                    <a:pt x="2219" y="15494"/>
                  </a:cubicBezTo>
                  <a:cubicBezTo>
                    <a:pt x="2540" y="15912"/>
                    <a:pt x="2861" y="16266"/>
                    <a:pt x="3119" y="16555"/>
                  </a:cubicBezTo>
                  <a:cubicBezTo>
                    <a:pt x="3376" y="16844"/>
                    <a:pt x="3601" y="17037"/>
                    <a:pt x="3794" y="17133"/>
                  </a:cubicBezTo>
                  <a:cubicBezTo>
                    <a:pt x="3899" y="17186"/>
                    <a:pt x="4046" y="17238"/>
                    <a:pt x="4185" y="17238"/>
                  </a:cubicBezTo>
                  <a:cubicBezTo>
                    <a:pt x="4216" y="17238"/>
                    <a:pt x="4246" y="17236"/>
                    <a:pt x="4276" y="17230"/>
                  </a:cubicBezTo>
                  <a:cubicBezTo>
                    <a:pt x="4694" y="17230"/>
                    <a:pt x="5047" y="17005"/>
                    <a:pt x="5337" y="16812"/>
                  </a:cubicBezTo>
                  <a:cubicBezTo>
                    <a:pt x="5594" y="16587"/>
                    <a:pt x="5754" y="16394"/>
                    <a:pt x="5754" y="16362"/>
                  </a:cubicBezTo>
                  <a:cubicBezTo>
                    <a:pt x="5819" y="16298"/>
                    <a:pt x="5851" y="16201"/>
                    <a:pt x="5819" y="16105"/>
                  </a:cubicBezTo>
                  <a:cubicBezTo>
                    <a:pt x="5819" y="16105"/>
                    <a:pt x="5787" y="16041"/>
                    <a:pt x="5754" y="15944"/>
                  </a:cubicBezTo>
                  <a:cubicBezTo>
                    <a:pt x="5658" y="15591"/>
                    <a:pt x="5465" y="14787"/>
                    <a:pt x="5465" y="14305"/>
                  </a:cubicBezTo>
                  <a:cubicBezTo>
                    <a:pt x="5465" y="14144"/>
                    <a:pt x="5465" y="14048"/>
                    <a:pt x="5497" y="14015"/>
                  </a:cubicBezTo>
                  <a:lnTo>
                    <a:pt x="5513" y="13983"/>
                  </a:lnTo>
                  <a:lnTo>
                    <a:pt x="5529" y="13983"/>
                  </a:lnTo>
                  <a:cubicBezTo>
                    <a:pt x="5541" y="13978"/>
                    <a:pt x="5554" y="13975"/>
                    <a:pt x="5569" y="13975"/>
                  </a:cubicBezTo>
                  <a:cubicBezTo>
                    <a:pt x="5639" y="13975"/>
                    <a:pt x="5745" y="14033"/>
                    <a:pt x="5851" y="14112"/>
                  </a:cubicBezTo>
                  <a:cubicBezTo>
                    <a:pt x="6076" y="14273"/>
                    <a:pt x="6333" y="14498"/>
                    <a:pt x="6526" y="14723"/>
                  </a:cubicBezTo>
                  <a:cubicBezTo>
                    <a:pt x="6622" y="14819"/>
                    <a:pt x="6687" y="14916"/>
                    <a:pt x="6751" y="14980"/>
                  </a:cubicBezTo>
                  <a:lnTo>
                    <a:pt x="6815" y="15076"/>
                  </a:lnTo>
                  <a:cubicBezTo>
                    <a:pt x="6815" y="15108"/>
                    <a:pt x="6879" y="15173"/>
                    <a:pt x="6976" y="15237"/>
                  </a:cubicBezTo>
                  <a:cubicBezTo>
                    <a:pt x="7040" y="15301"/>
                    <a:pt x="7169" y="15366"/>
                    <a:pt x="7362" y="15366"/>
                  </a:cubicBezTo>
                  <a:cubicBezTo>
                    <a:pt x="7555" y="15366"/>
                    <a:pt x="7747" y="15301"/>
                    <a:pt x="7876" y="15108"/>
                  </a:cubicBezTo>
                  <a:cubicBezTo>
                    <a:pt x="8037" y="14948"/>
                    <a:pt x="8165" y="14723"/>
                    <a:pt x="8294" y="14369"/>
                  </a:cubicBezTo>
                  <a:cubicBezTo>
                    <a:pt x="8714" y="13188"/>
                    <a:pt x="8791" y="11964"/>
                    <a:pt x="8822" y="11537"/>
                  </a:cubicBezTo>
                  <a:lnTo>
                    <a:pt x="8822" y="11537"/>
                  </a:lnTo>
                  <a:cubicBezTo>
                    <a:pt x="9193" y="11358"/>
                    <a:pt x="10228" y="10828"/>
                    <a:pt x="11283" y="10030"/>
                  </a:cubicBezTo>
                  <a:cubicBezTo>
                    <a:pt x="11958" y="9547"/>
                    <a:pt x="12601" y="8937"/>
                    <a:pt x="13116" y="8229"/>
                  </a:cubicBezTo>
                  <a:cubicBezTo>
                    <a:pt x="13598" y="7522"/>
                    <a:pt x="13951" y="6719"/>
                    <a:pt x="13951" y="5851"/>
                  </a:cubicBezTo>
                  <a:cubicBezTo>
                    <a:pt x="13951" y="5594"/>
                    <a:pt x="13919" y="5304"/>
                    <a:pt x="13855" y="5047"/>
                  </a:cubicBezTo>
                  <a:cubicBezTo>
                    <a:pt x="13469" y="3408"/>
                    <a:pt x="12826" y="2186"/>
                    <a:pt x="12023" y="1318"/>
                  </a:cubicBezTo>
                  <a:cubicBezTo>
                    <a:pt x="11219" y="450"/>
                    <a:pt x="10223" y="0"/>
                    <a:pt x="91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62"/>
            <p:cNvSpPr/>
            <p:nvPr/>
          </p:nvSpPr>
          <p:spPr>
            <a:xfrm>
              <a:off x="2203550" y="2655875"/>
              <a:ext cx="254775" cy="296875"/>
            </a:xfrm>
            <a:custGeom>
              <a:avLst/>
              <a:gdLst/>
              <a:ahLst/>
              <a:cxnLst/>
              <a:rect l="l" t="t" r="r" b="b"/>
              <a:pathLst>
                <a:path w="10191" h="11875" extrusionOk="0">
                  <a:moveTo>
                    <a:pt x="9689" y="0"/>
                  </a:moveTo>
                  <a:cubicBezTo>
                    <a:pt x="9641" y="0"/>
                    <a:pt x="9591" y="16"/>
                    <a:pt x="9548" y="45"/>
                  </a:cubicBezTo>
                  <a:cubicBezTo>
                    <a:pt x="9451" y="109"/>
                    <a:pt x="9451" y="238"/>
                    <a:pt x="9516" y="334"/>
                  </a:cubicBezTo>
                  <a:cubicBezTo>
                    <a:pt x="9548" y="366"/>
                    <a:pt x="9805" y="752"/>
                    <a:pt x="9805" y="1363"/>
                  </a:cubicBezTo>
                  <a:cubicBezTo>
                    <a:pt x="9805" y="1909"/>
                    <a:pt x="9580" y="2649"/>
                    <a:pt x="8712" y="3549"/>
                  </a:cubicBezTo>
                  <a:cubicBezTo>
                    <a:pt x="7780" y="4481"/>
                    <a:pt x="6173" y="5188"/>
                    <a:pt x="4662" y="5799"/>
                  </a:cubicBezTo>
                  <a:cubicBezTo>
                    <a:pt x="3923" y="6120"/>
                    <a:pt x="3183" y="6410"/>
                    <a:pt x="2572" y="6667"/>
                  </a:cubicBezTo>
                  <a:cubicBezTo>
                    <a:pt x="1962" y="6956"/>
                    <a:pt x="1447" y="7245"/>
                    <a:pt x="1126" y="7567"/>
                  </a:cubicBezTo>
                  <a:cubicBezTo>
                    <a:pt x="547" y="8178"/>
                    <a:pt x="290" y="9110"/>
                    <a:pt x="129" y="9945"/>
                  </a:cubicBezTo>
                  <a:cubicBezTo>
                    <a:pt x="1" y="10813"/>
                    <a:pt x="1" y="11521"/>
                    <a:pt x="1" y="11649"/>
                  </a:cubicBezTo>
                  <a:lnTo>
                    <a:pt x="1" y="11681"/>
                  </a:lnTo>
                  <a:cubicBezTo>
                    <a:pt x="1" y="11778"/>
                    <a:pt x="97" y="11874"/>
                    <a:pt x="226" y="11874"/>
                  </a:cubicBezTo>
                  <a:cubicBezTo>
                    <a:pt x="322" y="11842"/>
                    <a:pt x="419" y="11746"/>
                    <a:pt x="387" y="11649"/>
                  </a:cubicBezTo>
                  <a:cubicBezTo>
                    <a:pt x="387" y="11521"/>
                    <a:pt x="387" y="10813"/>
                    <a:pt x="547" y="10010"/>
                  </a:cubicBezTo>
                  <a:cubicBezTo>
                    <a:pt x="676" y="9206"/>
                    <a:pt x="933" y="8338"/>
                    <a:pt x="1415" y="7824"/>
                  </a:cubicBezTo>
                  <a:cubicBezTo>
                    <a:pt x="1672" y="7599"/>
                    <a:pt x="2122" y="7310"/>
                    <a:pt x="2733" y="7052"/>
                  </a:cubicBezTo>
                  <a:cubicBezTo>
                    <a:pt x="3633" y="6635"/>
                    <a:pt x="4823" y="6217"/>
                    <a:pt x="5980" y="5702"/>
                  </a:cubicBezTo>
                  <a:cubicBezTo>
                    <a:pt x="7105" y="5188"/>
                    <a:pt x="8230" y="4577"/>
                    <a:pt x="9001" y="3838"/>
                  </a:cubicBezTo>
                  <a:cubicBezTo>
                    <a:pt x="9934" y="2906"/>
                    <a:pt x="10191" y="2006"/>
                    <a:pt x="10191" y="1363"/>
                  </a:cubicBezTo>
                  <a:cubicBezTo>
                    <a:pt x="10191" y="591"/>
                    <a:pt x="9837" y="109"/>
                    <a:pt x="9837" y="77"/>
                  </a:cubicBezTo>
                  <a:cubicBezTo>
                    <a:pt x="9802" y="24"/>
                    <a:pt x="9747" y="0"/>
                    <a:pt x="96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62"/>
            <p:cNvSpPr/>
            <p:nvPr/>
          </p:nvSpPr>
          <p:spPr>
            <a:xfrm>
              <a:off x="2254175" y="2833475"/>
              <a:ext cx="89250" cy="68800"/>
            </a:xfrm>
            <a:custGeom>
              <a:avLst/>
              <a:gdLst/>
              <a:ahLst/>
              <a:cxnLst/>
              <a:rect l="l" t="t" r="r" b="b"/>
              <a:pathLst>
                <a:path w="3570" h="2752" extrusionOk="0">
                  <a:moveTo>
                    <a:pt x="3356" y="1"/>
                  </a:moveTo>
                  <a:cubicBezTo>
                    <a:pt x="3330" y="1"/>
                    <a:pt x="3304" y="5"/>
                    <a:pt x="3280" y="13"/>
                  </a:cubicBezTo>
                  <a:cubicBezTo>
                    <a:pt x="3280" y="13"/>
                    <a:pt x="2540" y="334"/>
                    <a:pt x="1769" y="784"/>
                  </a:cubicBezTo>
                  <a:cubicBezTo>
                    <a:pt x="1383" y="1009"/>
                    <a:pt x="997" y="1266"/>
                    <a:pt x="676" y="1556"/>
                  </a:cubicBezTo>
                  <a:cubicBezTo>
                    <a:pt x="355" y="1845"/>
                    <a:pt x="97" y="2134"/>
                    <a:pt x="1" y="2488"/>
                  </a:cubicBezTo>
                  <a:cubicBezTo>
                    <a:pt x="1" y="2616"/>
                    <a:pt x="65" y="2713"/>
                    <a:pt x="162" y="2745"/>
                  </a:cubicBezTo>
                  <a:cubicBezTo>
                    <a:pt x="179" y="2749"/>
                    <a:pt x="196" y="2751"/>
                    <a:pt x="212" y="2751"/>
                  </a:cubicBezTo>
                  <a:cubicBezTo>
                    <a:pt x="315" y="2751"/>
                    <a:pt x="391" y="2668"/>
                    <a:pt x="419" y="2584"/>
                  </a:cubicBezTo>
                  <a:cubicBezTo>
                    <a:pt x="451" y="2391"/>
                    <a:pt x="644" y="2102"/>
                    <a:pt x="933" y="1845"/>
                  </a:cubicBezTo>
                  <a:cubicBezTo>
                    <a:pt x="1383" y="1459"/>
                    <a:pt x="1994" y="1106"/>
                    <a:pt x="2508" y="816"/>
                  </a:cubicBezTo>
                  <a:cubicBezTo>
                    <a:pt x="2765" y="688"/>
                    <a:pt x="2990" y="591"/>
                    <a:pt x="3151" y="495"/>
                  </a:cubicBezTo>
                  <a:cubicBezTo>
                    <a:pt x="3344" y="431"/>
                    <a:pt x="3440" y="398"/>
                    <a:pt x="3440" y="398"/>
                  </a:cubicBezTo>
                  <a:cubicBezTo>
                    <a:pt x="3537" y="334"/>
                    <a:pt x="3569" y="238"/>
                    <a:pt x="3537" y="109"/>
                  </a:cubicBezTo>
                  <a:cubicBezTo>
                    <a:pt x="3513" y="37"/>
                    <a:pt x="3434" y="1"/>
                    <a:pt x="33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62"/>
            <p:cNvSpPr/>
            <p:nvPr/>
          </p:nvSpPr>
          <p:spPr>
            <a:xfrm>
              <a:off x="1974675" y="4962550"/>
              <a:ext cx="249000" cy="116775"/>
            </a:xfrm>
            <a:custGeom>
              <a:avLst/>
              <a:gdLst/>
              <a:ahLst/>
              <a:cxnLst/>
              <a:rect l="l" t="t" r="r" b="b"/>
              <a:pathLst>
                <a:path w="9960" h="4671" extrusionOk="0">
                  <a:moveTo>
                    <a:pt x="3691" y="1"/>
                  </a:moveTo>
                  <a:lnTo>
                    <a:pt x="413" y="804"/>
                  </a:lnTo>
                  <a:lnTo>
                    <a:pt x="91" y="3311"/>
                  </a:lnTo>
                  <a:cubicBezTo>
                    <a:pt x="1" y="4033"/>
                    <a:pt x="558" y="4671"/>
                    <a:pt x="1288" y="4671"/>
                  </a:cubicBezTo>
                  <a:cubicBezTo>
                    <a:pt x="1339" y="4671"/>
                    <a:pt x="1390" y="4668"/>
                    <a:pt x="1441" y="4661"/>
                  </a:cubicBezTo>
                  <a:lnTo>
                    <a:pt x="9509" y="3890"/>
                  </a:lnTo>
                  <a:cubicBezTo>
                    <a:pt x="9863" y="3858"/>
                    <a:pt x="9959" y="3344"/>
                    <a:pt x="9638" y="3183"/>
                  </a:cubicBezTo>
                  <a:lnTo>
                    <a:pt x="369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62"/>
            <p:cNvSpPr/>
            <p:nvPr/>
          </p:nvSpPr>
          <p:spPr>
            <a:xfrm>
              <a:off x="1969700" y="4955525"/>
              <a:ext cx="258000" cy="130800"/>
            </a:xfrm>
            <a:custGeom>
              <a:avLst/>
              <a:gdLst/>
              <a:ahLst/>
              <a:cxnLst/>
              <a:rect l="l" t="t" r="r" b="b"/>
              <a:pathLst>
                <a:path w="10320" h="5232" extrusionOk="0">
                  <a:moveTo>
                    <a:pt x="3864" y="561"/>
                  </a:moveTo>
                  <a:lnTo>
                    <a:pt x="9708" y="3689"/>
                  </a:lnTo>
                  <a:lnTo>
                    <a:pt x="9773" y="3785"/>
                  </a:lnTo>
                  <a:lnTo>
                    <a:pt x="9741" y="3882"/>
                  </a:lnTo>
                  <a:lnTo>
                    <a:pt x="9676" y="3914"/>
                  </a:lnTo>
                  <a:lnTo>
                    <a:pt x="1608" y="4685"/>
                  </a:lnTo>
                  <a:lnTo>
                    <a:pt x="1512" y="4685"/>
                  </a:lnTo>
                  <a:cubicBezTo>
                    <a:pt x="1255" y="4685"/>
                    <a:pt x="997" y="4589"/>
                    <a:pt x="837" y="4396"/>
                  </a:cubicBezTo>
                  <a:cubicBezTo>
                    <a:pt x="644" y="4235"/>
                    <a:pt x="547" y="4010"/>
                    <a:pt x="547" y="3753"/>
                  </a:cubicBezTo>
                  <a:lnTo>
                    <a:pt x="547" y="3625"/>
                  </a:lnTo>
                  <a:lnTo>
                    <a:pt x="869" y="1310"/>
                  </a:lnTo>
                  <a:lnTo>
                    <a:pt x="3864" y="561"/>
                  </a:lnTo>
                  <a:close/>
                  <a:moveTo>
                    <a:pt x="3922" y="0"/>
                  </a:moveTo>
                  <a:cubicBezTo>
                    <a:pt x="3890" y="0"/>
                    <a:pt x="3858" y="8"/>
                    <a:pt x="3826" y="24"/>
                  </a:cubicBezTo>
                  <a:lnTo>
                    <a:pt x="547" y="828"/>
                  </a:lnTo>
                  <a:cubicBezTo>
                    <a:pt x="451" y="860"/>
                    <a:pt x="354" y="924"/>
                    <a:pt x="354" y="1053"/>
                  </a:cubicBezTo>
                  <a:lnTo>
                    <a:pt x="33" y="3528"/>
                  </a:lnTo>
                  <a:cubicBezTo>
                    <a:pt x="33" y="3592"/>
                    <a:pt x="1" y="3689"/>
                    <a:pt x="1" y="3753"/>
                  </a:cubicBezTo>
                  <a:cubicBezTo>
                    <a:pt x="1" y="4557"/>
                    <a:pt x="676" y="5232"/>
                    <a:pt x="1512" y="5232"/>
                  </a:cubicBezTo>
                  <a:lnTo>
                    <a:pt x="1640" y="5232"/>
                  </a:lnTo>
                  <a:lnTo>
                    <a:pt x="9708" y="4428"/>
                  </a:lnTo>
                  <a:cubicBezTo>
                    <a:pt x="9901" y="4428"/>
                    <a:pt x="10062" y="4332"/>
                    <a:pt x="10158" y="4203"/>
                  </a:cubicBezTo>
                  <a:cubicBezTo>
                    <a:pt x="10255" y="4107"/>
                    <a:pt x="10319" y="3946"/>
                    <a:pt x="10319" y="3785"/>
                  </a:cubicBezTo>
                  <a:cubicBezTo>
                    <a:pt x="10319" y="3592"/>
                    <a:pt x="10191" y="3335"/>
                    <a:pt x="9966" y="3239"/>
                  </a:cubicBezTo>
                  <a:lnTo>
                    <a:pt x="4019" y="24"/>
                  </a:lnTo>
                  <a:cubicBezTo>
                    <a:pt x="3987" y="8"/>
                    <a:pt x="3955" y="0"/>
                    <a:pt x="39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62"/>
            <p:cNvSpPr/>
            <p:nvPr/>
          </p:nvSpPr>
          <p:spPr>
            <a:xfrm>
              <a:off x="1977750" y="5042900"/>
              <a:ext cx="245925" cy="36350"/>
            </a:xfrm>
            <a:custGeom>
              <a:avLst/>
              <a:gdLst/>
              <a:ahLst/>
              <a:cxnLst/>
              <a:rect l="l" t="t" r="r" b="b"/>
              <a:pathLst>
                <a:path w="9837" h="1454" extrusionOk="0">
                  <a:moveTo>
                    <a:pt x="9579" y="1"/>
                  </a:moveTo>
                  <a:lnTo>
                    <a:pt x="9579" y="1"/>
                  </a:lnTo>
                  <a:cubicBezTo>
                    <a:pt x="7683" y="226"/>
                    <a:pt x="4758" y="33"/>
                    <a:pt x="2733" y="355"/>
                  </a:cubicBezTo>
                  <a:cubicBezTo>
                    <a:pt x="1924" y="502"/>
                    <a:pt x="1305" y="554"/>
                    <a:pt x="833" y="554"/>
                  </a:cubicBezTo>
                  <a:cubicBezTo>
                    <a:pt x="479" y="554"/>
                    <a:pt x="207" y="524"/>
                    <a:pt x="0" y="483"/>
                  </a:cubicBezTo>
                  <a:lnTo>
                    <a:pt x="0" y="483"/>
                  </a:lnTo>
                  <a:cubicBezTo>
                    <a:pt x="120" y="1052"/>
                    <a:pt x="603" y="1454"/>
                    <a:pt x="1188" y="1454"/>
                  </a:cubicBezTo>
                  <a:cubicBezTo>
                    <a:pt x="1231" y="1454"/>
                    <a:pt x="1274" y="1452"/>
                    <a:pt x="1318" y="1447"/>
                  </a:cubicBezTo>
                  <a:lnTo>
                    <a:pt x="9386" y="676"/>
                  </a:lnTo>
                  <a:cubicBezTo>
                    <a:pt x="9740" y="644"/>
                    <a:pt x="9836" y="194"/>
                    <a:pt x="95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62"/>
            <p:cNvSpPr/>
            <p:nvPr/>
          </p:nvSpPr>
          <p:spPr>
            <a:xfrm>
              <a:off x="1970525" y="5036475"/>
              <a:ext cx="257175" cy="49850"/>
            </a:xfrm>
            <a:custGeom>
              <a:avLst/>
              <a:gdLst/>
              <a:ahLst/>
              <a:cxnLst/>
              <a:rect l="l" t="t" r="r" b="b"/>
              <a:pathLst>
                <a:path w="10287" h="1994" extrusionOk="0">
                  <a:moveTo>
                    <a:pt x="9732" y="532"/>
                  </a:moveTo>
                  <a:lnTo>
                    <a:pt x="9740" y="547"/>
                  </a:lnTo>
                  <a:lnTo>
                    <a:pt x="9708" y="644"/>
                  </a:lnTo>
                  <a:lnTo>
                    <a:pt x="9643" y="676"/>
                  </a:lnTo>
                  <a:lnTo>
                    <a:pt x="1575" y="1447"/>
                  </a:lnTo>
                  <a:lnTo>
                    <a:pt x="1479" y="1447"/>
                  </a:lnTo>
                  <a:cubicBezTo>
                    <a:pt x="1176" y="1447"/>
                    <a:pt x="903" y="1302"/>
                    <a:pt x="727" y="1081"/>
                  </a:cubicBezTo>
                  <a:lnTo>
                    <a:pt x="727" y="1081"/>
                  </a:lnTo>
                  <a:cubicBezTo>
                    <a:pt x="840" y="1089"/>
                    <a:pt x="962" y="1094"/>
                    <a:pt x="1093" y="1094"/>
                  </a:cubicBezTo>
                  <a:cubicBezTo>
                    <a:pt x="1607" y="1094"/>
                    <a:pt x="2250" y="1029"/>
                    <a:pt x="3086" y="901"/>
                  </a:cubicBezTo>
                  <a:cubicBezTo>
                    <a:pt x="4050" y="740"/>
                    <a:pt x="5272" y="676"/>
                    <a:pt x="6493" y="676"/>
                  </a:cubicBezTo>
                  <a:cubicBezTo>
                    <a:pt x="7658" y="645"/>
                    <a:pt x="8793" y="644"/>
                    <a:pt x="9732" y="532"/>
                  </a:cubicBezTo>
                  <a:close/>
                  <a:moveTo>
                    <a:pt x="9836" y="1"/>
                  </a:moveTo>
                  <a:cubicBezTo>
                    <a:pt x="8904" y="97"/>
                    <a:pt x="7715" y="97"/>
                    <a:pt x="6493" y="129"/>
                  </a:cubicBezTo>
                  <a:cubicBezTo>
                    <a:pt x="5272" y="162"/>
                    <a:pt x="4018" y="194"/>
                    <a:pt x="2989" y="354"/>
                  </a:cubicBezTo>
                  <a:cubicBezTo>
                    <a:pt x="2186" y="483"/>
                    <a:pt x="1543" y="547"/>
                    <a:pt x="1093" y="547"/>
                  </a:cubicBezTo>
                  <a:cubicBezTo>
                    <a:pt x="771" y="547"/>
                    <a:pt x="514" y="515"/>
                    <a:pt x="321" y="483"/>
                  </a:cubicBezTo>
                  <a:cubicBezTo>
                    <a:pt x="257" y="483"/>
                    <a:pt x="161" y="483"/>
                    <a:pt x="96" y="547"/>
                  </a:cubicBezTo>
                  <a:cubicBezTo>
                    <a:pt x="32" y="612"/>
                    <a:pt x="0" y="708"/>
                    <a:pt x="32" y="804"/>
                  </a:cubicBezTo>
                  <a:cubicBezTo>
                    <a:pt x="161" y="1479"/>
                    <a:pt x="739" y="1994"/>
                    <a:pt x="1479" y="1994"/>
                  </a:cubicBezTo>
                  <a:lnTo>
                    <a:pt x="1607" y="1994"/>
                  </a:lnTo>
                  <a:lnTo>
                    <a:pt x="9675" y="1190"/>
                  </a:lnTo>
                  <a:cubicBezTo>
                    <a:pt x="9868" y="1190"/>
                    <a:pt x="10029" y="1094"/>
                    <a:pt x="10125" y="965"/>
                  </a:cubicBezTo>
                  <a:cubicBezTo>
                    <a:pt x="10222" y="869"/>
                    <a:pt x="10286" y="708"/>
                    <a:pt x="10286" y="547"/>
                  </a:cubicBezTo>
                  <a:cubicBezTo>
                    <a:pt x="10286" y="387"/>
                    <a:pt x="10190" y="162"/>
                    <a:pt x="10029" y="33"/>
                  </a:cubicBezTo>
                  <a:cubicBezTo>
                    <a:pt x="9965" y="1"/>
                    <a:pt x="9900" y="1"/>
                    <a:pt x="9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62"/>
            <p:cNvSpPr/>
            <p:nvPr/>
          </p:nvSpPr>
          <p:spPr>
            <a:xfrm>
              <a:off x="1259325" y="4948900"/>
              <a:ext cx="232650" cy="183350"/>
            </a:xfrm>
            <a:custGeom>
              <a:avLst/>
              <a:gdLst/>
              <a:ahLst/>
              <a:cxnLst/>
              <a:rect l="l" t="t" r="r" b="b"/>
              <a:pathLst>
                <a:path w="9306" h="7334" extrusionOk="0">
                  <a:moveTo>
                    <a:pt x="2379" y="0"/>
                  </a:moveTo>
                  <a:lnTo>
                    <a:pt x="450" y="1929"/>
                  </a:lnTo>
                  <a:cubicBezTo>
                    <a:pt x="0" y="2379"/>
                    <a:pt x="0" y="3086"/>
                    <a:pt x="450" y="3536"/>
                  </a:cubicBezTo>
                  <a:lnTo>
                    <a:pt x="4018" y="6943"/>
                  </a:lnTo>
                  <a:lnTo>
                    <a:pt x="8390" y="7329"/>
                  </a:lnTo>
                  <a:cubicBezTo>
                    <a:pt x="8415" y="7332"/>
                    <a:pt x="8439" y="7333"/>
                    <a:pt x="8463" y="7333"/>
                  </a:cubicBezTo>
                  <a:cubicBezTo>
                    <a:pt x="8997" y="7333"/>
                    <a:pt x="9306" y="6667"/>
                    <a:pt x="8936" y="6236"/>
                  </a:cubicBezTo>
                  <a:lnTo>
                    <a:pt x="6461" y="3279"/>
                  </a:lnTo>
                  <a:lnTo>
                    <a:pt x="5465" y="1157"/>
                  </a:lnTo>
                  <a:lnTo>
                    <a:pt x="237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62"/>
            <p:cNvSpPr/>
            <p:nvPr/>
          </p:nvSpPr>
          <p:spPr>
            <a:xfrm>
              <a:off x="1255300" y="4942425"/>
              <a:ext cx="238700" cy="196150"/>
            </a:xfrm>
            <a:custGeom>
              <a:avLst/>
              <a:gdLst/>
              <a:ahLst/>
              <a:cxnLst/>
              <a:rect l="l" t="t" r="r" b="b"/>
              <a:pathLst>
                <a:path w="9548" h="7846" extrusionOk="0">
                  <a:moveTo>
                    <a:pt x="2607" y="578"/>
                  </a:moveTo>
                  <a:lnTo>
                    <a:pt x="5433" y="1641"/>
                  </a:lnTo>
                  <a:lnTo>
                    <a:pt x="6397" y="3634"/>
                  </a:lnTo>
                  <a:lnTo>
                    <a:pt x="6429" y="3699"/>
                  </a:lnTo>
                  <a:lnTo>
                    <a:pt x="8905" y="6688"/>
                  </a:lnTo>
                  <a:cubicBezTo>
                    <a:pt x="8969" y="6752"/>
                    <a:pt x="9001" y="6849"/>
                    <a:pt x="9001" y="6913"/>
                  </a:cubicBezTo>
                  <a:cubicBezTo>
                    <a:pt x="9001" y="7009"/>
                    <a:pt x="8969" y="7138"/>
                    <a:pt x="8872" y="7202"/>
                  </a:cubicBezTo>
                  <a:cubicBezTo>
                    <a:pt x="8808" y="7267"/>
                    <a:pt x="8712" y="7331"/>
                    <a:pt x="8615" y="7331"/>
                  </a:cubicBezTo>
                  <a:lnTo>
                    <a:pt x="8583" y="7331"/>
                  </a:lnTo>
                  <a:lnTo>
                    <a:pt x="4308" y="6945"/>
                  </a:lnTo>
                  <a:lnTo>
                    <a:pt x="804" y="3602"/>
                  </a:lnTo>
                  <a:cubicBezTo>
                    <a:pt x="643" y="3409"/>
                    <a:pt x="547" y="3216"/>
                    <a:pt x="547" y="2991"/>
                  </a:cubicBezTo>
                  <a:cubicBezTo>
                    <a:pt x="547" y="2766"/>
                    <a:pt x="643" y="2573"/>
                    <a:pt x="804" y="2381"/>
                  </a:cubicBezTo>
                  <a:lnTo>
                    <a:pt x="2607" y="578"/>
                  </a:lnTo>
                  <a:close/>
                  <a:moveTo>
                    <a:pt x="2526" y="1"/>
                  </a:moveTo>
                  <a:cubicBezTo>
                    <a:pt x="2457" y="1"/>
                    <a:pt x="2389" y="36"/>
                    <a:pt x="2347" y="98"/>
                  </a:cubicBezTo>
                  <a:lnTo>
                    <a:pt x="418" y="2027"/>
                  </a:lnTo>
                  <a:cubicBezTo>
                    <a:pt x="161" y="2284"/>
                    <a:pt x="1" y="2638"/>
                    <a:pt x="1" y="2991"/>
                  </a:cubicBezTo>
                  <a:cubicBezTo>
                    <a:pt x="1" y="3345"/>
                    <a:pt x="161" y="3699"/>
                    <a:pt x="451" y="3988"/>
                  </a:cubicBezTo>
                  <a:lnTo>
                    <a:pt x="3986" y="7395"/>
                  </a:lnTo>
                  <a:cubicBezTo>
                    <a:pt x="4051" y="7427"/>
                    <a:pt x="4083" y="7459"/>
                    <a:pt x="4147" y="7459"/>
                  </a:cubicBezTo>
                  <a:lnTo>
                    <a:pt x="8519" y="7845"/>
                  </a:lnTo>
                  <a:lnTo>
                    <a:pt x="8615" y="7845"/>
                  </a:lnTo>
                  <a:cubicBezTo>
                    <a:pt x="8872" y="7845"/>
                    <a:pt x="9130" y="7749"/>
                    <a:pt x="9290" y="7556"/>
                  </a:cubicBezTo>
                  <a:cubicBezTo>
                    <a:pt x="9451" y="7395"/>
                    <a:pt x="9547" y="7170"/>
                    <a:pt x="9547" y="6913"/>
                  </a:cubicBezTo>
                  <a:cubicBezTo>
                    <a:pt x="9547" y="6720"/>
                    <a:pt x="9451" y="6495"/>
                    <a:pt x="9322" y="6334"/>
                  </a:cubicBezTo>
                  <a:lnTo>
                    <a:pt x="6847" y="3377"/>
                  </a:lnTo>
                  <a:lnTo>
                    <a:pt x="5851" y="1320"/>
                  </a:lnTo>
                  <a:cubicBezTo>
                    <a:pt x="5819" y="1256"/>
                    <a:pt x="5787" y="1191"/>
                    <a:pt x="5722" y="1191"/>
                  </a:cubicBezTo>
                  <a:lnTo>
                    <a:pt x="2636" y="34"/>
                  </a:lnTo>
                  <a:cubicBezTo>
                    <a:pt x="2602" y="11"/>
                    <a:pt x="2564" y="1"/>
                    <a:pt x="2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62"/>
            <p:cNvSpPr/>
            <p:nvPr/>
          </p:nvSpPr>
          <p:spPr>
            <a:xfrm>
              <a:off x="1259325" y="4995500"/>
              <a:ext cx="227450" cy="136700"/>
            </a:xfrm>
            <a:custGeom>
              <a:avLst/>
              <a:gdLst/>
              <a:ahLst/>
              <a:cxnLst/>
              <a:rect l="l" t="t" r="r" b="b"/>
              <a:pathLst>
                <a:path w="9098" h="5468" extrusionOk="0">
                  <a:moveTo>
                    <a:pt x="515" y="0"/>
                  </a:moveTo>
                  <a:lnTo>
                    <a:pt x="450" y="65"/>
                  </a:lnTo>
                  <a:cubicBezTo>
                    <a:pt x="0" y="515"/>
                    <a:pt x="0" y="1222"/>
                    <a:pt x="450" y="1672"/>
                  </a:cubicBezTo>
                  <a:lnTo>
                    <a:pt x="4018" y="5079"/>
                  </a:lnTo>
                  <a:lnTo>
                    <a:pt x="8390" y="5465"/>
                  </a:lnTo>
                  <a:cubicBezTo>
                    <a:pt x="8410" y="5467"/>
                    <a:pt x="8430" y="5468"/>
                    <a:pt x="8450" y="5468"/>
                  </a:cubicBezTo>
                  <a:cubicBezTo>
                    <a:pt x="8776" y="5468"/>
                    <a:pt x="9036" y="5224"/>
                    <a:pt x="9097" y="4951"/>
                  </a:cubicBezTo>
                  <a:cubicBezTo>
                    <a:pt x="7554" y="4565"/>
                    <a:pt x="5175" y="4019"/>
                    <a:pt x="4533" y="3954"/>
                  </a:cubicBezTo>
                  <a:cubicBezTo>
                    <a:pt x="3761" y="3858"/>
                    <a:pt x="1382" y="1029"/>
                    <a:pt x="5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62"/>
            <p:cNvSpPr/>
            <p:nvPr/>
          </p:nvSpPr>
          <p:spPr>
            <a:xfrm>
              <a:off x="1255300" y="4989075"/>
              <a:ext cx="238700" cy="149500"/>
            </a:xfrm>
            <a:custGeom>
              <a:avLst/>
              <a:gdLst/>
              <a:ahLst/>
              <a:cxnLst/>
              <a:rect l="l" t="t" r="r" b="b"/>
              <a:pathLst>
                <a:path w="9548" h="5980" extrusionOk="0">
                  <a:moveTo>
                    <a:pt x="689" y="671"/>
                  </a:moveTo>
                  <a:cubicBezTo>
                    <a:pt x="1135" y="1219"/>
                    <a:pt x="1826" y="2051"/>
                    <a:pt x="2540" y="2765"/>
                  </a:cubicBezTo>
                  <a:cubicBezTo>
                    <a:pt x="2926" y="3183"/>
                    <a:pt x="3344" y="3600"/>
                    <a:pt x="3697" y="3890"/>
                  </a:cubicBezTo>
                  <a:cubicBezTo>
                    <a:pt x="3858" y="4051"/>
                    <a:pt x="4051" y="4179"/>
                    <a:pt x="4211" y="4276"/>
                  </a:cubicBezTo>
                  <a:cubicBezTo>
                    <a:pt x="4372" y="4372"/>
                    <a:pt x="4501" y="4436"/>
                    <a:pt x="4661" y="4468"/>
                  </a:cubicBezTo>
                  <a:cubicBezTo>
                    <a:pt x="4951" y="4501"/>
                    <a:pt x="5722" y="4661"/>
                    <a:pt x="6590" y="4854"/>
                  </a:cubicBezTo>
                  <a:cubicBezTo>
                    <a:pt x="7330" y="5019"/>
                    <a:pt x="8140" y="5206"/>
                    <a:pt x="8841" y="5378"/>
                  </a:cubicBezTo>
                  <a:lnTo>
                    <a:pt x="8841" y="5378"/>
                  </a:lnTo>
                  <a:cubicBezTo>
                    <a:pt x="8780" y="5431"/>
                    <a:pt x="8704" y="5465"/>
                    <a:pt x="8615" y="5465"/>
                  </a:cubicBezTo>
                  <a:lnTo>
                    <a:pt x="8583" y="5465"/>
                  </a:lnTo>
                  <a:lnTo>
                    <a:pt x="4308" y="5079"/>
                  </a:lnTo>
                  <a:lnTo>
                    <a:pt x="804" y="1736"/>
                  </a:lnTo>
                  <a:cubicBezTo>
                    <a:pt x="643" y="1543"/>
                    <a:pt x="547" y="1350"/>
                    <a:pt x="547" y="1125"/>
                  </a:cubicBezTo>
                  <a:cubicBezTo>
                    <a:pt x="547" y="961"/>
                    <a:pt x="598" y="814"/>
                    <a:pt x="689" y="671"/>
                  </a:cubicBezTo>
                  <a:close/>
                  <a:moveTo>
                    <a:pt x="708" y="0"/>
                  </a:moveTo>
                  <a:cubicBezTo>
                    <a:pt x="611" y="0"/>
                    <a:pt x="547" y="0"/>
                    <a:pt x="483" y="65"/>
                  </a:cubicBezTo>
                  <a:lnTo>
                    <a:pt x="418" y="161"/>
                  </a:lnTo>
                  <a:cubicBezTo>
                    <a:pt x="161" y="418"/>
                    <a:pt x="1" y="772"/>
                    <a:pt x="1" y="1125"/>
                  </a:cubicBezTo>
                  <a:cubicBezTo>
                    <a:pt x="1" y="1479"/>
                    <a:pt x="161" y="1833"/>
                    <a:pt x="451" y="2122"/>
                  </a:cubicBezTo>
                  <a:lnTo>
                    <a:pt x="3986" y="5529"/>
                  </a:lnTo>
                  <a:cubicBezTo>
                    <a:pt x="4051" y="5561"/>
                    <a:pt x="4083" y="5593"/>
                    <a:pt x="4147" y="5593"/>
                  </a:cubicBezTo>
                  <a:lnTo>
                    <a:pt x="8519" y="5979"/>
                  </a:lnTo>
                  <a:lnTo>
                    <a:pt x="8615" y="5979"/>
                  </a:lnTo>
                  <a:cubicBezTo>
                    <a:pt x="9065" y="5979"/>
                    <a:pt x="9419" y="5658"/>
                    <a:pt x="9515" y="5272"/>
                  </a:cubicBezTo>
                  <a:cubicBezTo>
                    <a:pt x="9547" y="5111"/>
                    <a:pt x="9451" y="4983"/>
                    <a:pt x="9322" y="4951"/>
                  </a:cubicBezTo>
                  <a:cubicBezTo>
                    <a:pt x="8551" y="4758"/>
                    <a:pt x="7554" y="4533"/>
                    <a:pt x="6687" y="4340"/>
                  </a:cubicBezTo>
                  <a:cubicBezTo>
                    <a:pt x="5819" y="4147"/>
                    <a:pt x="5079" y="3986"/>
                    <a:pt x="4726" y="3954"/>
                  </a:cubicBezTo>
                  <a:cubicBezTo>
                    <a:pt x="4694" y="3922"/>
                    <a:pt x="4597" y="3890"/>
                    <a:pt x="4469" y="3825"/>
                  </a:cubicBezTo>
                  <a:cubicBezTo>
                    <a:pt x="4051" y="3536"/>
                    <a:pt x="3311" y="2829"/>
                    <a:pt x="2604" y="2090"/>
                  </a:cubicBezTo>
                  <a:cubicBezTo>
                    <a:pt x="1929" y="1318"/>
                    <a:pt x="1254" y="547"/>
                    <a:pt x="901" y="97"/>
                  </a:cubicBezTo>
                  <a:cubicBezTo>
                    <a:pt x="836" y="32"/>
                    <a:pt x="772" y="0"/>
                    <a:pt x="7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62"/>
            <p:cNvSpPr/>
            <p:nvPr/>
          </p:nvSpPr>
          <p:spPr>
            <a:xfrm>
              <a:off x="1608075" y="3506400"/>
              <a:ext cx="458900" cy="1476275"/>
            </a:xfrm>
            <a:custGeom>
              <a:avLst/>
              <a:gdLst/>
              <a:ahLst/>
              <a:cxnLst/>
              <a:rect l="l" t="t" r="r" b="b"/>
              <a:pathLst>
                <a:path w="18356" h="59051" extrusionOk="0">
                  <a:moveTo>
                    <a:pt x="4983" y="1"/>
                  </a:moveTo>
                  <a:cubicBezTo>
                    <a:pt x="4983" y="1"/>
                    <a:pt x="740" y="4822"/>
                    <a:pt x="354" y="7490"/>
                  </a:cubicBezTo>
                  <a:cubicBezTo>
                    <a:pt x="322" y="7812"/>
                    <a:pt x="290" y="8133"/>
                    <a:pt x="258" y="8455"/>
                  </a:cubicBezTo>
                  <a:cubicBezTo>
                    <a:pt x="1" y="11637"/>
                    <a:pt x="644" y="14851"/>
                    <a:pt x="1994" y="17777"/>
                  </a:cubicBezTo>
                  <a:lnTo>
                    <a:pt x="9966" y="35006"/>
                  </a:lnTo>
                  <a:lnTo>
                    <a:pt x="15077" y="59050"/>
                  </a:lnTo>
                  <a:lnTo>
                    <a:pt x="18355" y="58247"/>
                  </a:lnTo>
                  <a:lnTo>
                    <a:pt x="17295" y="32692"/>
                  </a:lnTo>
                  <a:lnTo>
                    <a:pt x="11123" y="13084"/>
                  </a:lnTo>
                  <a:lnTo>
                    <a:pt x="14787" y="6912"/>
                  </a:lnTo>
                  <a:lnTo>
                    <a:pt x="49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62"/>
            <p:cNvSpPr/>
            <p:nvPr/>
          </p:nvSpPr>
          <p:spPr>
            <a:xfrm>
              <a:off x="1606475" y="3499650"/>
              <a:ext cx="466925" cy="1489450"/>
            </a:xfrm>
            <a:custGeom>
              <a:avLst/>
              <a:gdLst/>
              <a:ahLst/>
              <a:cxnLst/>
              <a:rect l="l" t="t" r="r" b="b"/>
              <a:pathLst>
                <a:path w="18677" h="59578" extrusionOk="0">
                  <a:moveTo>
                    <a:pt x="5084" y="635"/>
                  </a:moveTo>
                  <a:lnTo>
                    <a:pt x="14497" y="7270"/>
                  </a:lnTo>
                  <a:lnTo>
                    <a:pt x="14497" y="7270"/>
                  </a:lnTo>
                  <a:lnTo>
                    <a:pt x="10962" y="13225"/>
                  </a:lnTo>
                  <a:cubicBezTo>
                    <a:pt x="10930" y="13289"/>
                    <a:pt x="10898" y="13354"/>
                    <a:pt x="10930" y="13418"/>
                  </a:cubicBezTo>
                  <a:lnTo>
                    <a:pt x="17069" y="33026"/>
                  </a:lnTo>
                  <a:lnTo>
                    <a:pt x="18130" y="58292"/>
                  </a:lnTo>
                  <a:lnTo>
                    <a:pt x="15366" y="58999"/>
                  </a:lnTo>
                  <a:lnTo>
                    <a:pt x="10287" y="35212"/>
                  </a:lnTo>
                  <a:lnTo>
                    <a:pt x="10287" y="35180"/>
                  </a:lnTo>
                  <a:lnTo>
                    <a:pt x="2283" y="17918"/>
                  </a:lnTo>
                  <a:cubicBezTo>
                    <a:pt x="1158" y="15475"/>
                    <a:pt x="515" y="12775"/>
                    <a:pt x="515" y="10075"/>
                  </a:cubicBezTo>
                  <a:cubicBezTo>
                    <a:pt x="515" y="9625"/>
                    <a:pt x="547" y="9175"/>
                    <a:pt x="579" y="8725"/>
                  </a:cubicBezTo>
                  <a:cubicBezTo>
                    <a:pt x="611" y="8403"/>
                    <a:pt x="644" y="8114"/>
                    <a:pt x="676" y="7825"/>
                  </a:cubicBezTo>
                  <a:cubicBezTo>
                    <a:pt x="772" y="7182"/>
                    <a:pt x="1094" y="6410"/>
                    <a:pt x="1544" y="5607"/>
                  </a:cubicBezTo>
                  <a:cubicBezTo>
                    <a:pt x="2186" y="4353"/>
                    <a:pt x="3119" y="3067"/>
                    <a:pt x="3890" y="2103"/>
                  </a:cubicBezTo>
                  <a:cubicBezTo>
                    <a:pt x="4276" y="1621"/>
                    <a:pt x="4597" y="1203"/>
                    <a:pt x="4854" y="914"/>
                  </a:cubicBezTo>
                  <a:cubicBezTo>
                    <a:pt x="4926" y="794"/>
                    <a:pt x="5016" y="710"/>
                    <a:pt x="5084" y="635"/>
                  </a:cubicBezTo>
                  <a:close/>
                  <a:moveTo>
                    <a:pt x="5019" y="1"/>
                  </a:moveTo>
                  <a:cubicBezTo>
                    <a:pt x="4948" y="1"/>
                    <a:pt x="4875" y="25"/>
                    <a:pt x="4822" y="78"/>
                  </a:cubicBezTo>
                  <a:cubicBezTo>
                    <a:pt x="4822" y="110"/>
                    <a:pt x="3762" y="1299"/>
                    <a:pt x="2636" y="2842"/>
                  </a:cubicBezTo>
                  <a:cubicBezTo>
                    <a:pt x="2090" y="3646"/>
                    <a:pt x="1511" y="4482"/>
                    <a:pt x="1061" y="5350"/>
                  </a:cubicBezTo>
                  <a:cubicBezTo>
                    <a:pt x="611" y="6185"/>
                    <a:pt x="258" y="7021"/>
                    <a:pt x="161" y="7728"/>
                  </a:cubicBezTo>
                  <a:cubicBezTo>
                    <a:pt x="97" y="8050"/>
                    <a:pt x="65" y="8371"/>
                    <a:pt x="33" y="8693"/>
                  </a:cubicBezTo>
                  <a:cubicBezTo>
                    <a:pt x="1" y="9143"/>
                    <a:pt x="1" y="9625"/>
                    <a:pt x="1" y="10075"/>
                  </a:cubicBezTo>
                  <a:cubicBezTo>
                    <a:pt x="1" y="12871"/>
                    <a:pt x="644" y="15604"/>
                    <a:pt x="1801" y="18143"/>
                  </a:cubicBezTo>
                  <a:lnTo>
                    <a:pt x="9773" y="35372"/>
                  </a:lnTo>
                  <a:lnTo>
                    <a:pt x="14883" y="59384"/>
                  </a:lnTo>
                  <a:cubicBezTo>
                    <a:pt x="14916" y="59449"/>
                    <a:pt x="14948" y="59513"/>
                    <a:pt x="15012" y="59545"/>
                  </a:cubicBezTo>
                  <a:cubicBezTo>
                    <a:pt x="15076" y="59577"/>
                    <a:pt x="15141" y="59577"/>
                    <a:pt x="15205" y="59577"/>
                  </a:cubicBezTo>
                  <a:lnTo>
                    <a:pt x="18484" y="58774"/>
                  </a:lnTo>
                  <a:cubicBezTo>
                    <a:pt x="18612" y="58742"/>
                    <a:pt x="18676" y="58613"/>
                    <a:pt x="18676" y="58484"/>
                  </a:cubicBezTo>
                  <a:lnTo>
                    <a:pt x="17616" y="32962"/>
                  </a:lnTo>
                  <a:lnTo>
                    <a:pt x="17616" y="32897"/>
                  </a:lnTo>
                  <a:lnTo>
                    <a:pt x="11476" y="13386"/>
                  </a:lnTo>
                  <a:lnTo>
                    <a:pt x="15076" y="7342"/>
                  </a:lnTo>
                  <a:cubicBezTo>
                    <a:pt x="15141" y="7214"/>
                    <a:pt x="15108" y="7053"/>
                    <a:pt x="15012" y="6989"/>
                  </a:cubicBezTo>
                  <a:lnTo>
                    <a:pt x="5176" y="46"/>
                  </a:lnTo>
                  <a:cubicBezTo>
                    <a:pt x="5133" y="17"/>
                    <a:pt x="5076" y="1"/>
                    <a:pt x="50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62"/>
            <p:cNvSpPr/>
            <p:nvPr/>
          </p:nvSpPr>
          <p:spPr>
            <a:xfrm>
              <a:off x="1318775" y="3717750"/>
              <a:ext cx="634875" cy="1260100"/>
            </a:xfrm>
            <a:custGeom>
              <a:avLst/>
              <a:gdLst/>
              <a:ahLst/>
              <a:cxnLst/>
              <a:rect l="l" t="t" r="r" b="b"/>
              <a:pathLst>
                <a:path w="25395" h="50404" extrusionOk="0">
                  <a:moveTo>
                    <a:pt x="25395" y="1"/>
                  </a:moveTo>
                  <a:lnTo>
                    <a:pt x="14048" y="4822"/>
                  </a:lnTo>
                  <a:lnTo>
                    <a:pt x="15398" y="7330"/>
                  </a:lnTo>
                  <a:lnTo>
                    <a:pt x="12505" y="26938"/>
                  </a:lnTo>
                  <a:lnTo>
                    <a:pt x="1" y="49246"/>
                  </a:lnTo>
                  <a:lnTo>
                    <a:pt x="3087" y="50403"/>
                  </a:lnTo>
                  <a:lnTo>
                    <a:pt x="19995" y="29252"/>
                  </a:lnTo>
                  <a:lnTo>
                    <a:pt x="24045" y="5787"/>
                  </a:lnTo>
                  <a:lnTo>
                    <a:pt x="253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62"/>
            <p:cNvSpPr/>
            <p:nvPr/>
          </p:nvSpPr>
          <p:spPr>
            <a:xfrm>
              <a:off x="1311550" y="3711175"/>
              <a:ext cx="649350" cy="1273425"/>
            </a:xfrm>
            <a:custGeom>
              <a:avLst/>
              <a:gdLst/>
              <a:ahLst/>
              <a:cxnLst/>
              <a:rect l="l" t="t" r="r" b="b"/>
              <a:pathLst>
                <a:path w="25974" h="50937" extrusionOk="0">
                  <a:moveTo>
                    <a:pt x="25687" y="0"/>
                  </a:moveTo>
                  <a:cubicBezTo>
                    <a:pt x="25555" y="0"/>
                    <a:pt x="25455" y="88"/>
                    <a:pt x="25427" y="199"/>
                  </a:cubicBezTo>
                  <a:lnTo>
                    <a:pt x="24077" y="5985"/>
                  </a:lnTo>
                  <a:lnTo>
                    <a:pt x="20027" y="29387"/>
                  </a:lnTo>
                  <a:lnTo>
                    <a:pt x="3279" y="50345"/>
                  </a:lnTo>
                  <a:lnTo>
                    <a:pt x="676" y="49380"/>
                  </a:lnTo>
                  <a:lnTo>
                    <a:pt x="13019" y="27329"/>
                  </a:lnTo>
                  <a:lnTo>
                    <a:pt x="13051" y="27233"/>
                  </a:lnTo>
                  <a:lnTo>
                    <a:pt x="15944" y="7625"/>
                  </a:lnTo>
                  <a:cubicBezTo>
                    <a:pt x="15944" y="7560"/>
                    <a:pt x="15944" y="7496"/>
                    <a:pt x="15912" y="7464"/>
                  </a:cubicBezTo>
                  <a:lnTo>
                    <a:pt x="14562" y="4957"/>
                  </a:lnTo>
                  <a:cubicBezTo>
                    <a:pt x="14519" y="4871"/>
                    <a:pt x="14433" y="4814"/>
                    <a:pt x="14343" y="4814"/>
                  </a:cubicBezTo>
                  <a:cubicBezTo>
                    <a:pt x="14298" y="4814"/>
                    <a:pt x="14251" y="4828"/>
                    <a:pt x="14208" y="4860"/>
                  </a:cubicBezTo>
                  <a:cubicBezTo>
                    <a:pt x="14080" y="4925"/>
                    <a:pt x="14016" y="5085"/>
                    <a:pt x="14080" y="5214"/>
                  </a:cubicBezTo>
                  <a:lnTo>
                    <a:pt x="15398" y="7625"/>
                  </a:lnTo>
                  <a:lnTo>
                    <a:pt x="12537" y="27104"/>
                  </a:lnTo>
                  <a:lnTo>
                    <a:pt x="65" y="49380"/>
                  </a:lnTo>
                  <a:cubicBezTo>
                    <a:pt x="1" y="49445"/>
                    <a:pt x="1" y="49541"/>
                    <a:pt x="33" y="49606"/>
                  </a:cubicBezTo>
                  <a:cubicBezTo>
                    <a:pt x="65" y="49702"/>
                    <a:pt x="129" y="49734"/>
                    <a:pt x="193" y="49766"/>
                  </a:cubicBezTo>
                  <a:lnTo>
                    <a:pt x="3279" y="50923"/>
                  </a:lnTo>
                  <a:cubicBezTo>
                    <a:pt x="3305" y="50932"/>
                    <a:pt x="3333" y="50936"/>
                    <a:pt x="3362" y="50936"/>
                  </a:cubicBezTo>
                  <a:cubicBezTo>
                    <a:pt x="3440" y="50936"/>
                    <a:pt x="3522" y="50906"/>
                    <a:pt x="3569" y="50859"/>
                  </a:cubicBezTo>
                  <a:lnTo>
                    <a:pt x="20509" y="29676"/>
                  </a:lnTo>
                  <a:lnTo>
                    <a:pt x="20541" y="29547"/>
                  </a:lnTo>
                  <a:lnTo>
                    <a:pt x="24591" y="6082"/>
                  </a:lnTo>
                  <a:lnTo>
                    <a:pt x="25941" y="328"/>
                  </a:lnTo>
                  <a:cubicBezTo>
                    <a:pt x="25973" y="199"/>
                    <a:pt x="25877" y="39"/>
                    <a:pt x="25748" y="7"/>
                  </a:cubicBezTo>
                  <a:cubicBezTo>
                    <a:pt x="25727" y="2"/>
                    <a:pt x="25707" y="0"/>
                    <a:pt x="25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62"/>
            <p:cNvSpPr/>
            <p:nvPr/>
          </p:nvSpPr>
          <p:spPr>
            <a:xfrm>
              <a:off x="1848375" y="3941000"/>
              <a:ext cx="67525" cy="394925"/>
            </a:xfrm>
            <a:custGeom>
              <a:avLst/>
              <a:gdLst/>
              <a:ahLst/>
              <a:cxnLst/>
              <a:rect l="l" t="t" r="r" b="b"/>
              <a:pathLst>
                <a:path w="2701" h="15797" extrusionOk="0">
                  <a:moveTo>
                    <a:pt x="2490" y="1"/>
                  </a:moveTo>
                  <a:cubicBezTo>
                    <a:pt x="2387" y="1"/>
                    <a:pt x="2314" y="84"/>
                    <a:pt x="2314" y="168"/>
                  </a:cubicBezTo>
                  <a:lnTo>
                    <a:pt x="32" y="15565"/>
                  </a:lnTo>
                  <a:cubicBezTo>
                    <a:pt x="0" y="15661"/>
                    <a:pt x="97" y="15790"/>
                    <a:pt x="193" y="15790"/>
                  </a:cubicBezTo>
                  <a:cubicBezTo>
                    <a:pt x="206" y="15794"/>
                    <a:pt x="219" y="15796"/>
                    <a:pt x="233" y="15796"/>
                  </a:cubicBezTo>
                  <a:cubicBezTo>
                    <a:pt x="322" y="15796"/>
                    <a:pt x="418" y="15713"/>
                    <a:pt x="418" y="15629"/>
                  </a:cubicBezTo>
                  <a:lnTo>
                    <a:pt x="2700" y="232"/>
                  </a:lnTo>
                  <a:cubicBezTo>
                    <a:pt x="2700" y="135"/>
                    <a:pt x="2636" y="7"/>
                    <a:pt x="2539" y="7"/>
                  </a:cubicBezTo>
                  <a:cubicBezTo>
                    <a:pt x="2522" y="3"/>
                    <a:pt x="2506" y="1"/>
                    <a:pt x="2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62"/>
            <p:cNvSpPr/>
            <p:nvPr/>
          </p:nvSpPr>
          <p:spPr>
            <a:xfrm>
              <a:off x="1633800" y="3761650"/>
              <a:ext cx="54675" cy="233375"/>
            </a:xfrm>
            <a:custGeom>
              <a:avLst/>
              <a:gdLst/>
              <a:ahLst/>
              <a:cxnLst/>
              <a:rect l="l" t="t" r="r" b="b"/>
              <a:pathLst>
                <a:path w="2187" h="9335" extrusionOk="0">
                  <a:moveTo>
                    <a:pt x="238" y="1"/>
                  </a:moveTo>
                  <a:cubicBezTo>
                    <a:pt x="211" y="1"/>
                    <a:pt x="185" y="5"/>
                    <a:pt x="161" y="13"/>
                  </a:cubicBezTo>
                  <a:cubicBezTo>
                    <a:pt x="65" y="77"/>
                    <a:pt x="1" y="173"/>
                    <a:pt x="65" y="270"/>
                  </a:cubicBezTo>
                  <a:lnTo>
                    <a:pt x="1768" y="4095"/>
                  </a:lnTo>
                  <a:lnTo>
                    <a:pt x="1608" y="9110"/>
                  </a:lnTo>
                  <a:cubicBezTo>
                    <a:pt x="1608" y="9238"/>
                    <a:pt x="1704" y="9335"/>
                    <a:pt x="1801" y="9335"/>
                  </a:cubicBezTo>
                  <a:cubicBezTo>
                    <a:pt x="1929" y="9335"/>
                    <a:pt x="1993" y="9238"/>
                    <a:pt x="2026" y="9142"/>
                  </a:cubicBezTo>
                  <a:lnTo>
                    <a:pt x="2186" y="4063"/>
                  </a:lnTo>
                  <a:lnTo>
                    <a:pt x="2154" y="3966"/>
                  </a:lnTo>
                  <a:lnTo>
                    <a:pt x="418" y="109"/>
                  </a:lnTo>
                  <a:cubicBezTo>
                    <a:pt x="394" y="37"/>
                    <a:pt x="316" y="1"/>
                    <a:pt x="2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62"/>
            <p:cNvSpPr/>
            <p:nvPr/>
          </p:nvSpPr>
          <p:spPr>
            <a:xfrm>
              <a:off x="1827475" y="3665300"/>
              <a:ext cx="123775" cy="93475"/>
            </a:xfrm>
            <a:custGeom>
              <a:avLst/>
              <a:gdLst/>
              <a:ahLst/>
              <a:cxnLst/>
              <a:rect l="l" t="t" r="r" b="b"/>
              <a:pathLst>
                <a:path w="4951" h="3739" extrusionOk="0">
                  <a:moveTo>
                    <a:pt x="4757" y="1"/>
                  </a:moveTo>
                  <a:cubicBezTo>
                    <a:pt x="4660" y="1"/>
                    <a:pt x="4586" y="59"/>
                    <a:pt x="4533" y="138"/>
                  </a:cubicBezTo>
                  <a:lnTo>
                    <a:pt x="4533" y="170"/>
                  </a:lnTo>
                  <a:cubicBezTo>
                    <a:pt x="4468" y="331"/>
                    <a:pt x="4083" y="1134"/>
                    <a:pt x="3343" y="1874"/>
                  </a:cubicBezTo>
                  <a:cubicBezTo>
                    <a:pt x="2636" y="2645"/>
                    <a:pt x="1575" y="3320"/>
                    <a:pt x="193" y="3320"/>
                  </a:cubicBezTo>
                  <a:cubicBezTo>
                    <a:pt x="65" y="3320"/>
                    <a:pt x="0" y="3417"/>
                    <a:pt x="0" y="3545"/>
                  </a:cubicBezTo>
                  <a:cubicBezTo>
                    <a:pt x="0" y="3642"/>
                    <a:pt x="65" y="3738"/>
                    <a:pt x="193" y="3738"/>
                  </a:cubicBezTo>
                  <a:cubicBezTo>
                    <a:pt x="1833" y="3738"/>
                    <a:pt x="3022" y="2870"/>
                    <a:pt x="3793" y="2002"/>
                  </a:cubicBezTo>
                  <a:cubicBezTo>
                    <a:pt x="4565" y="1134"/>
                    <a:pt x="4918" y="299"/>
                    <a:pt x="4918" y="299"/>
                  </a:cubicBezTo>
                  <a:cubicBezTo>
                    <a:pt x="4951" y="170"/>
                    <a:pt x="4918" y="74"/>
                    <a:pt x="4822" y="9"/>
                  </a:cubicBezTo>
                  <a:cubicBezTo>
                    <a:pt x="4799" y="4"/>
                    <a:pt x="4777" y="1"/>
                    <a:pt x="47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62"/>
            <p:cNvSpPr/>
            <p:nvPr/>
          </p:nvSpPr>
          <p:spPr>
            <a:xfrm>
              <a:off x="1726225" y="3634675"/>
              <a:ext cx="181625" cy="758150"/>
            </a:xfrm>
            <a:custGeom>
              <a:avLst/>
              <a:gdLst/>
              <a:ahLst/>
              <a:cxnLst/>
              <a:rect l="l" t="t" r="r" b="b"/>
              <a:pathLst>
                <a:path w="7265" h="30326" extrusionOk="0">
                  <a:moveTo>
                    <a:pt x="7025" y="0"/>
                  </a:moveTo>
                  <a:cubicBezTo>
                    <a:pt x="6982" y="0"/>
                    <a:pt x="6940" y="16"/>
                    <a:pt x="6911" y="45"/>
                  </a:cubicBezTo>
                  <a:lnTo>
                    <a:pt x="5143" y="1620"/>
                  </a:lnTo>
                  <a:cubicBezTo>
                    <a:pt x="5111" y="1684"/>
                    <a:pt x="5079" y="1716"/>
                    <a:pt x="5079" y="1781"/>
                  </a:cubicBezTo>
                  <a:lnTo>
                    <a:pt x="5079" y="2938"/>
                  </a:lnTo>
                  <a:lnTo>
                    <a:pt x="2893" y="2456"/>
                  </a:lnTo>
                  <a:cubicBezTo>
                    <a:pt x="2797" y="2456"/>
                    <a:pt x="2732" y="2456"/>
                    <a:pt x="2700" y="2520"/>
                  </a:cubicBezTo>
                  <a:cubicBezTo>
                    <a:pt x="2636" y="2584"/>
                    <a:pt x="2636" y="2649"/>
                    <a:pt x="2636" y="2713"/>
                  </a:cubicBezTo>
                  <a:lnTo>
                    <a:pt x="3857" y="6185"/>
                  </a:lnTo>
                  <a:lnTo>
                    <a:pt x="0" y="30100"/>
                  </a:lnTo>
                  <a:cubicBezTo>
                    <a:pt x="0" y="30196"/>
                    <a:pt x="64" y="30293"/>
                    <a:pt x="193" y="30325"/>
                  </a:cubicBezTo>
                  <a:cubicBezTo>
                    <a:pt x="289" y="30325"/>
                    <a:pt x="386" y="30261"/>
                    <a:pt x="418" y="30164"/>
                  </a:cubicBezTo>
                  <a:lnTo>
                    <a:pt x="4243" y="6185"/>
                  </a:lnTo>
                  <a:lnTo>
                    <a:pt x="4243" y="6088"/>
                  </a:lnTo>
                  <a:lnTo>
                    <a:pt x="3150" y="2938"/>
                  </a:lnTo>
                  <a:lnTo>
                    <a:pt x="5240" y="3388"/>
                  </a:lnTo>
                  <a:cubicBezTo>
                    <a:pt x="5304" y="3388"/>
                    <a:pt x="5368" y="3388"/>
                    <a:pt x="5400" y="3324"/>
                  </a:cubicBezTo>
                  <a:cubicBezTo>
                    <a:pt x="5465" y="3292"/>
                    <a:pt x="5497" y="3259"/>
                    <a:pt x="5497" y="3195"/>
                  </a:cubicBezTo>
                  <a:lnTo>
                    <a:pt x="5497" y="1877"/>
                  </a:lnTo>
                  <a:lnTo>
                    <a:pt x="7168" y="366"/>
                  </a:lnTo>
                  <a:cubicBezTo>
                    <a:pt x="7265" y="270"/>
                    <a:pt x="7265" y="141"/>
                    <a:pt x="7168" y="77"/>
                  </a:cubicBezTo>
                  <a:cubicBezTo>
                    <a:pt x="7133" y="24"/>
                    <a:pt x="7078" y="0"/>
                    <a:pt x="70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62"/>
            <p:cNvSpPr/>
            <p:nvPr/>
          </p:nvSpPr>
          <p:spPr>
            <a:xfrm>
              <a:off x="1690850" y="4417675"/>
              <a:ext cx="32975" cy="40550"/>
            </a:xfrm>
            <a:custGeom>
              <a:avLst/>
              <a:gdLst/>
              <a:ahLst/>
              <a:cxnLst/>
              <a:rect l="l" t="t" r="r" b="b"/>
              <a:pathLst>
                <a:path w="1319" h="1622" extrusionOk="0">
                  <a:moveTo>
                    <a:pt x="1112" y="0"/>
                  </a:moveTo>
                  <a:cubicBezTo>
                    <a:pt x="1043" y="0"/>
                    <a:pt x="974" y="36"/>
                    <a:pt x="933" y="98"/>
                  </a:cubicBezTo>
                  <a:lnTo>
                    <a:pt x="65" y="1319"/>
                  </a:lnTo>
                  <a:cubicBezTo>
                    <a:pt x="1" y="1384"/>
                    <a:pt x="33" y="1512"/>
                    <a:pt x="97" y="1577"/>
                  </a:cubicBezTo>
                  <a:cubicBezTo>
                    <a:pt x="141" y="1606"/>
                    <a:pt x="190" y="1621"/>
                    <a:pt x="238" y="1621"/>
                  </a:cubicBezTo>
                  <a:cubicBezTo>
                    <a:pt x="296" y="1621"/>
                    <a:pt x="351" y="1598"/>
                    <a:pt x="387" y="1544"/>
                  </a:cubicBezTo>
                  <a:lnTo>
                    <a:pt x="1254" y="323"/>
                  </a:lnTo>
                  <a:cubicBezTo>
                    <a:pt x="1319" y="227"/>
                    <a:pt x="1319" y="98"/>
                    <a:pt x="1222" y="34"/>
                  </a:cubicBezTo>
                  <a:cubicBezTo>
                    <a:pt x="1188" y="11"/>
                    <a:pt x="1150" y="0"/>
                    <a:pt x="11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7034103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19"/>
        <p:cNvGrpSpPr/>
        <p:nvPr/>
      </p:nvGrpSpPr>
      <p:grpSpPr>
        <a:xfrm>
          <a:off x="0" y="0"/>
          <a:ext cx="0" cy="0"/>
          <a:chOff x="0" y="0"/>
          <a:chExt cx="0" cy="0"/>
        </a:xfrm>
      </p:grpSpPr>
      <p:sp>
        <p:nvSpPr>
          <p:cNvPr id="14" name="Google Shape;3514;p62">
            <a:extLst>
              <a:ext uri="{FF2B5EF4-FFF2-40B4-BE49-F238E27FC236}">
                <a16:creationId xmlns:a16="http://schemas.microsoft.com/office/drawing/2014/main" xmlns="" id="{99077B25-E7F5-9B7E-030D-F41DA814B517}"/>
              </a:ext>
            </a:extLst>
          </p:cNvPr>
          <p:cNvSpPr txBox="1">
            <a:spLocks/>
          </p:cNvSpPr>
          <p:nvPr/>
        </p:nvSpPr>
        <p:spPr>
          <a:xfrm>
            <a:off x="1919559" y="1523113"/>
            <a:ext cx="5818291" cy="1776678"/>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3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3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3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3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3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3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3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3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300" b="0" i="0" u="none" strike="noStrike" cap="none">
                <a:solidFill>
                  <a:schemeClr val="dk2"/>
                </a:solidFill>
                <a:latin typeface="Barlow Semi Condensed"/>
                <a:ea typeface="Barlow Semi Condensed"/>
                <a:cs typeface="Barlow Semi Condensed"/>
                <a:sym typeface="Barlow Semi Condensed"/>
              </a:defRPr>
            </a:lvl9pPr>
          </a:lstStyle>
          <a:p>
            <a:pPr marL="285750" indent="-285750" algn="just">
              <a:spcBef>
                <a:spcPts val="1200"/>
              </a:spcBef>
              <a:buClr>
                <a:schemeClr val="accent1"/>
              </a:buClr>
              <a:buSzPct val="85000"/>
              <a:buFont typeface="Wingdings" panose="05000000000000000000" pitchFamily="2" charset="2"/>
              <a:buChar char="v"/>
            </a:pPr>
            <a:r>
              <a:rPr lang="en-US" sz="1300" dirty="0" err="1" smtClean="0"/>
              <a:t>Mở rộng bộ dữ liệu đánh giá định lượng, đo precision/recall theo từng skill.</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smtClean="0"/>
              <a:t/>
            </a:r>
          </a:p>
          <a:p>
            <a:pPr marL="285750" indent="-285750" algn="just">
              <a:spcBef>
                <a:spcPts val="1200"/>
              </a:spcBef>
              <a:buClr>
                <a:schemeClr val="accent1"/>
              </a:buClr>
              <a:buSzPct val="85000"/>
              <a:buFont typeface="Wingdings" panose="05000000000000000000" pitchFamily="2" charset="2"/>
              <a:buChar char="v"/>
            </a:pPr>
            <a:r>
              <a:rPr lang="en-US" sz="1300" dirty="0" err="1" smtClean="0"/>
              <a:t>Tích hợp CI/CD hoặc webhook để tự động chạy skill ngay khi có merge request mới.</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r>
              <a:rPr lang="en-US" sz="1300" dirty="0" smtClean="0"/>
              <a:t/>
            </a:r>
            <a:r>
              <a:rPr lang="en-US" sz="1300" dirty="0" err="1" smtClean="0"/>
              <a:t/>
            </a:r>
            <a:endParaRPr lang="vi-VN" sz="1300" dirty="0"/>
          </a:p>
          <a:p>
            <a:pPr marL="285750" indent="-285750" algn="just">
              <a:spcBef>
                <a:spcPts val="1200"/>
              </a:spcBef>
              <a:buClr>
                <a:schemeClr val="accent1"/>
              </a:buClr>
              <a:buSzPct val="85000"/>
              <a:buFont typeface="Wingdings" panose="05000000000000000000" pitchFamily="2" charset="2"/>
              <a:buChar char="v"/>
            </a:pPr>
            <a:r>
              <a:rPr lang="vi-VN" sz="1300" dirty="0"/>
              <a:t>Mở rộng hỗ trợ đa ngôn ngữ lập trình ngoài C++/Python hiện tại.</a:t>
            </a:r>
          </a:p>
          <a:p>
            <a:pPr marL="285750" indent="-285750" algn="just">
              <a:spcBef>
                <a:spcPts val="1200"/>
              </a:spcBef>
              <a:buClr>
                <a:schemeClr val="accent1"/>
              </a:buClr>
              <a:buSzPct val="85000"/>
              <a:buFont typeface="Wingdings" panose="05000000000000000000" pitchFamily="2" charset="2"/>
              <a:buChar char="v"/>
            </a:pPr>
            <a:r>
              <a:rPr lang="vi-VN" sz="1300" dirty="0"/>
              <a:t>Tối ưu chi phí gọi API, bổ sung cơ chế cache cho các phân tích lặp lại.</a:t>
            </a:r>
          </a:p>
        </p:txBody>
      </p:sp>
      <p:sp>
        <p:nvSpPr>
          <p:cNvPr id="16" name="Google Shape;3515;p62">
            <a:extLst>
              <a:ext uri="{FF2B5EF4-FFF2-40B4-BE49-F238E27FC236}">
                <a16:creationId xmlns:a16="http://schemas.microsoft.com/office/drawing/2014/main" xmlns="" id="{853F7813-45CA-7ED3-8CD2-1FAB510C5730}"/>
              </a:ext>
            </a:extLst>
          </p:cNvPr>
          <p:cNvSpPr txBox="1">
            <a:spLocks/>
          </p:cNvSpPr>
          <p:nvPr/>
        </p:nvSpPr>
        <p:spPr>
          <a:xfrm>
            <a:off x="1266450" y="465887"/>
            <a:ext cx="6611100" cy="548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SVN-Fjalla One" panose="02000506040000020004" pitchFamily="50" charset="0"/>
                <a:ea typeface="Fjalla One"/>
                <a:cs typeface="Fjalla One"/>
                <a:sym typeface="Fjalla One"/>
              </a:defRPr>
            </a:lvl1pPr>
            <a:lvl2pPr marR="0" lvl="1"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2pPr>
            <a:lvl3pPr marR="0" lvl="2"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3pPr>
            <a:lvl4pPr marR="0" lvl="3"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4pPr>
            <a:lvl5pPr marR="0" lvl="4"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5pPr>
            <a:lvl6pPr marR="0" lvl="5"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6pPr>
            <a:lvl7pPr marR="0" lvl="6"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7pPr>
            <a:lvl8pPr marR="0" lvl="7"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8pPr>
            <a:lvl9pPr marR="0" lvl="8" algn="ctr" rtl="0">
              <a:lnSpc>
                <a:spcPct val="100000"/>
              </a:lnSpc>
              <a:spcBef>
                <a:spcPts val="0"/>
              </a:spcBef>
              <a:spcAft>
                <a:spcPts val="0"/>
              </a:spcAft>
              <a:buClr>
                <a:schemeClr val="dk2"/>
              </a:buClr>
              <a:buSzPts val="2800"/>
              <a:buFont typeface="Fjalla One"/>
              <a:buNone/>
              <a:defRPr sz="2800" b="0" i="0" u="none" strike="noStrike" cap="none">
                <a:solidFill>
                  <a:schemeClr val="dk2"/>
                </a:solidFill>
                <a:latin typeface="Fjalla One"/>
                <a:ea typeface="Fjalla One"/>
                <a:cs typeface="Fjalla One"/>
                <a:sym typeface="Fjalla One"/>
              </a:defRPr>
            </a:lvl9pPr>
          </a:lstStyle>
          <a:p>
            <a:r>
              <a:rPr lang="en-US"/>
              <a:t>Đề nghị và hướng phát triển </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ubtitle 9">
            <a:extLst>
              <a:ext uri="{FF2B5EF4-FFF2-40B4-BE49-F238E27FC236}">
                <a16:creationId xmlns:a16="http://schemas.microsoft.com/office/drawing/2014/main" xmlns="" id="{88E10F06-EE99-0D5D-C62C-62D3438AFDDA}"/>
              </a:ext>
            </a:extLst>
          </p:cNvPr>
          <p:cNvSpPr>
            <a:spLocks noGrp="1"/>
          </p:cNvSpPr>
          <p:nvPr>
            <p:ph type="subTitle" idx="1"/>
          </p:nvPr>
        </p:nvSpPr>
        <p:spPr>
          <a:xfrm>
            <a:off x="3436281" y="2949959"/>
            <a:ext cx="2679300" cy="658500"/>
          </a:xfrm>
        </p:spPr>
        <p:txBody>
          <a:bodyPr/>
          <a:lstStyle/>
          <a:p>
            <a:r>
              <a:rPr lang="en-US" dirty="0" err="1"/>
              <a:t>Trình</a:t>
            </a:r>
            <a:r>
              <a:rPr lang="en-US" dirty="0"/>
              <a:t> </a:t>
            </a:r>
            <a:r>
              <a:rPr lang="en-US" dirty="0" err="1"/>
              <a:t>bày</a:t>
            </a:r>
            <a:r>
              <a:rPr lang="en-US" dirty="0"/>
              <a:t> </a:t>
            </a:r>
            <a:r>
              <a:rPr lang="en-US" dirty="0" err="1"/>
              <a:t>sản</a:t>
            </a:r>
            <a:r>
              <a:rPr lang="en-US" dirty="0"/>
              <a:t> </a:t>
            </a:r>
            <a:r>
              <a:rPr lang="en-US" dirty="0" err="1"/>
              <a:t>phẩm</a:t>
            </a:r>
            <a:endParaRPr lang="en-US" dirty="0"/>
          </a:p>
          <a:p>
            <a:endParaRPr lang="vi-VN" dirty="0"/>
          </a:p>
        </p:txBody>
      </p:sp>
      <p:sp>
        <p:nvSpPr>
          <p:cNvPr id="9" name="Title 8">
            <a:extLst>
              <a:ext uri="{FF2B5EF4-FFF2-40B4-BE49-F238E27FC236}">
                <a16:creationId xmlns:a16="http://schemas.microsoft.com/office/drawing/2014/main" xmlns="" id="{C169220C-D7ED-FB96-7B62-BB74DE3EBA62}"/>
              </a:ext>
            </a:extLst>
          </p:cNvPr>
          <p:cNvSpPr>
            <a:spLocks noGrp="1"/>
          </p:cNvSpPr>
          <p:nvPr>
            <p:ph type="title"/>
          </p:nvPr>
        </p:nvSpPr>
        <p:spPr>
          <a:xfrm>
            <a:off x="4270248" y="1258524"/>
            <a:ext cx="603504" cy="989901"/>
          </a:xfrm>
        </p:spPr>
        <p:txBody>
          <a:bodyPr/>
          <a:lstStyle/>
          <a:p>
            <a:r>
              <a:rPr lang="en-US" sz="6000" dirty="0"/>
              <a:t>5</a:t>
            </a:r>
          </a:p>
        </p:txBody>
      </p:sp>
      <p:sp>
        <p:nvSpPr>
          <p:cNvPr id="11" name="Google Shape;2155;p38">
            <a:extLst>
              <a:ext uri="{FF2B5EF4-FFF2-40B4-BE49-F238E27FC236}">
                <a16:creationId xmlns:a16="http://schemas.microsoft.com/office/drawing/2014/main" xmlns="" id="{CE34E91A-1566-7A24-94D0-09E4D8F10FF8}"/>
              </a:ext>
            </a:extLst>
          </p:cNvPr>
          <p:cNvSpPr txBox="1">
            <a:spLocks/>
          </p:cNvSpPr>
          <p:nvPr/>
        </p:nvSpPr>
        <p:spPr>
          <a:xfrm>
            <a:off x="2546200" y="2182640"/>
            <a:ext cx="4314738" cy="76731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6000"/>
              <a:buFont typeface="Fjalla One"/>
              <a:buNone/>
              <a:defRPr sz="7300" b="0" i="0" u="none" strike="noStrike" cap="none">
                <a:solidFill>
                  <a:schemeClr val="dk2"/>
                </a:solidFill>
                <a:latin typeface="SVN-Fjalla One" panose="02000506040000020004" pitchFamily="50" charset="0"/>
                <a:ea typeface="Fjalla One"/>
                <a:cs typeface="Fjalla One"/>
                <a:sym typeface="Fjalla One"/>
              </a:defRPr>
            </a:lvl1pPr>
            <a:lvl2pPr marR="0" lvl="1"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2pPr>
            <a:lvl3pPr marR="0" lvl="2"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3pPr>
            <a:lvl4pPr marR="0" lvl="3"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4pPr>
            <a:lvl5pPr marR="0" lvl="4"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5pPr>
            <a:lvl6pPr marR="0" lvl="5"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6pPr>
            <a:lvl7pPr marR="0" lvl="6"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7pPr>
            <a:lvl8pPr marR="0" lvl="7"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8pPr>
            <a:lvl9pPr marR="0" lvl="8"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9pPr>
          </a:lstStyle>
          <a:p>
            <a:pPr>
              <a:lnSpc>
                <a:spcPct val="115000"/>
              </a:lnSpc>
            </a:pPr>
            <a:r>
              <a:rPr lang="vi-VN" sz="4800" dirty="0"/>
              <a:t>Demo sản phẩm</a:t>
            </a:r>
          </a:p>
        </p:txBody>
      </p:sp>
    </p:spTree>
    <p:extLst>
      <p:ext uri="{BB962C8B-B14F-4D97-AF65-F5344CB8AC3E}">
        <p14:creationId xmlns:p14="http://schemas.microsoft.com/office/powerpoint/2010/main" val="21099248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19"/>
        <p:cNvGrpSpPr/>
        <p:nvPr/>
      </p:nvGrpSpPr>
      <p:grpSpPr>
        <a:xfrm>
          <a:off x="0" y="0"/>
          <a:ext cx="0" cy="0"/>
          <a:chOff x="0" y="0"/>
          <a:chExt cx="0" cy="0"/>
        </a:xfrm>
      </p:grpSpPr>
      <p:sp>
        <p:nvSpPr>
          <p:cNvPr id="2" name="Google Shape;3605;p63">
            <a:extLst>
              <a:ext uri="{FF2B5EF4-FFF2-40B4-BE49-F238E27FC236}">
                <a16:creationId xmlns:a16="http://schemas.microsoft.com/office/drawing/2014/main" xmlns="" id="{0227CBD6-FA27-55BA-E104-EA87A529E157}"/>
              </a:ext>
            </a:extLst>
          </p:cNvPr>
          <p:cNvSpPr txBox="1">
            <a:spLocks noGrp="1"/>
          </p:cNvSpPr>
          <p:nvPr>
            <p:ph type="title"/>
          </p:nvPr>
        </p:nvSpPr>
        <p:spPr>
          <a:xfrm>
            <a:off x="1364671" y="1561145"/>
            <a:ext cx="6294797" cy="107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5000"/>
              <a:t>Cảm ơn quý thầy cô và các bạn đã lắng nghe!</a:t>
            </a:r>
            <a:endParaRPr sz="5000"/>
          </a:p>
        </p:txBody>
      </p:sp>
    </p:spTree>
    <p:extLst>
      <p:ext uri="{BB962C8B-B14F-4D97-AF65-F5344CB8AC3E}">
        <p14:creationId xmlns:p14="http://schemas.microsoft.com/office/powerpoint/2010/main" val="734168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2555</TotalTime>
  <Words>1243</Words>
  <Application>Microsoft Office PowerPoint</Application>
  <PresentationFormat>On-screen Show (16:9)</PresentationFormat>
  <Paragraphs>131</Paragraphs>
  <Slides>22</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Calibri</vt:lpstr>
      <vt:lpstr>Times New Roman</vt:lpstr>
      <vt:lpstr>Wingdings</vt:lpstr>
      <vt:lpstr>Barlow Semi Condensed Medium</vt:lpstr>
      <vt:lpstr>Arial</vt:lpstr>
      <vt:lpstr>Barlow Semi Condensed</vt:lpstr>
      <vt:lpstr>Fjalla One</vt:lpstr>
      <vt:lpstr>SVN-Fjalla One</vt:lpstr>
      <vt:lpstr>Tahoma</vt:lpstr>
      <vt:lpstr>Technology Consulting by Slidesgo</vt:lpstr>
      <vt:lpstr>PowerPoint Presentation</vt:lpstr>
      <vt:lpstr>04</vt:lpstr>
      <vt:lpstr>Mở đầu</vt:lpstr>
      <vt:lpstr>PowerPoint Presentation</vt:lpstr>
      <vt:lpstr>Xây dựng ứng dụng website quản lý trung tâm tiếng Anh</vt:lpstr>
      <vt:lpstr>Yêu cầu</vt:lpstr>
      <vt:lpstr>Xây dựng chương trình</vt:lpstr>
      <vt:lpstr>Nội dung &amp; phương pháp nghiên cứu</vt:lpstr>
      <vt:lpstr>Tìm hiểu công nghệ</vt:lpstr>
      <vt:lpstr>Nghiên cứu xây dựng phần mềm </vt:lpstr>
      <vt:lpstr>Mục tiêu hệ thống</vt:lpstr>
      <vt:lpstr>Mục tiêu hệ thống</vt:lpstr>
      <vt:lpstr>Phân quyền người dùng</vt:lpstr>
      <vt:lpstr>3</vt:lpstr>
      <vt:lpstr>Biểu đồ Usecase tổng quát</vt:lpstr>
      <vt:lpstr>Sơ đồ liên kết dữ liệu</vt:lpstr>
      <vt:lpstr>Kết luận và hướng phát triển</vt:lpstr>
      <vt:lpstr>Những công việc đã thực hiện</vt:lpstr>
      <vt:lpstr>Kết quả</vt:lpstr>
      <vt:lpstr>PowerPoint Presentation</vt:lpstr>
      <vt:lpstr>5</vt:lpstr>
      <vt:lpstr>Cảm ơn quý thầy cô và các bạn đã lắng nghe!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THỰC TẬP CHUYÊN NGÀNH</dc:title>
  <cp:lastModifiedBy>OliverFang™</cp:lastModifiedBy>
  <cp:revision>91</cp:revision>
  <dcterms:modified xsi:type="dcterms:W3CDTF">2025-01-05T09:08:26Z</dcterms:modified>
</cp:coreProperties>
</file>